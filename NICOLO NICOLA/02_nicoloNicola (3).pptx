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6779C4-B507-4352-ACE3-C45D809685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E28C55-8B10-47BB-A81D-44AEB6A259C4}">
      <dgm:prSet custT="1"/>
      <dgm:spPr/>
      <dgm:t>
        <a:bodyPr/>
        <a:lstStyle/>
        <a:p>
          <a:r>
            <a:rPr lang="it-IT" sz="2800" dirty="0"/>
            <a:t>Linking </a:t>
          </a:r>
          <a:r>
            <a:rPr lang="it-IT" sz="2800" dirty="0">
              <a:sym typeface="Wingdings" panose="05000000000000000000" pitchFamily="2" charset="2"/>
            </a:rPr>
            <a:t></a:t>
          </a:r>
          <a:r>
            <a:rPr lang="it-IT" sz="2800" dirty="0"/>
            <a:t> calcolo degli indirizzi logici </a:t>
          </a:r>
          <a:endParaRPr lang="en-US" sz="2800" dirty="0"/>
        </a:p>
      </dgm:t>
    </dgm:pt>
    <dgm:pt modelId="{00B36621-50DA-4DE5-ABD4-8DE2FEDD64C5}" type="parTrans" cxnId="{01A72B50-5D76-43B3-AF80-98902BAD79F2}">
      <dgm:prSet/>
      <dgm:spPr/>
      <dgm:t>
        <a:bodyPr/>
        <a:lstStyle/>
        <a:p>
          <a:endParaRPr lang="en-US"/>
        </a:p>
      </dgm:t>
    </dgm:pt>
    <dgm:pt modelId="{BA943548-31BA-485A-A1BA-45AC353698C6}" type="sibTrans" cxnId="{01A72B50-5D76-43B3-AF80-98902BAD79F2}">
      <dgm:prSet/>
      <dgm:spPr/>
      <dgm:t>
        <a:bodyPr/>
        <a:lstStyle/>
        <a:p>
          <a:endParaRPr lang="en-US"/>
        </a:p>
      </dgm:t>
    </dgm:pt>
    <dgm:pt modelId="{CD608AF3-AB0E-4511-803C-C5048EC94A91}">
      <dgm:prSet custT="1"/>
      <dgm:spPr/>
      <dgm:t>
        <a:bodyPr/>
        <a:lstStyle/>
        <a:p>
          <a:r>
            <a:rPr lang="it-IT" sz="2800" dirty="0"/>
            <a:t>Binding </a:t>
          </a:r>
          <a:r>
            <a:rPr lang="it-IT" sz="2800" dirty="0">
              <a:sym typeface="Wingdings" panose="05000000000000000000" pitchFamily="2" charset="2"/>
            </a:rPr>
            <a:t></a:t>
          </a:r>
          <a:r>
            <a:rPr lang="it-IT" sz="2800" dirty="0"/>
            <a:t> passaggio da indirizzo logico a fisico e può avvenire in tre momenti diversi </a:t>
          </a:r>
          <a:endParaRPr lang="en-US" sz="2800" dirty="0"/>
        </a:p>
      </dgm:t>
    </dgm:pt>
    <dgm:pt modelId="{69582B17-8E8D-4F1B-A82D-FCDF65CBBEE0}" type="parTrans" cxnId="{939EDE76-E3F3-447A-AE0A-594BBF85F498}">
      <dgm:prSet/>
      <dgm:spPr/>
      <dgm:t>
        <a:bodyPr/>
        <a:lstStyle/>
        <a:p>
          <a:endParaRPr lang="en-US"/>
        </a:p>
      </dgm:t>
    </dgm:pt>
    <dgm:pt modelId="{F292FE56-BD50-4C29-B977-7BEE32D782D0}" type="sibTrans" cxnId="{939EDE76-E3F3-447A-AE0A-594BBF85F498}">
      <dgm:prSet/>
      <dgm:spPr/>
      <dgm:t>
        <a:bodyPr/>
        <a:lstStyle/>
        <a:p>
          <a:endParaRPr lang="en-US"/>
        </a:p>
      </dgm:t>
    </dgm:pt>
    <dgm:pt modelId="{865A8B77-1009-4418-8DAD-08D54C20D43C}">
      <dgm:prSet custT="1"/>
      <dgm:spPr/>
      <dgm:t>
        <a:bodyPr/>
        <a:lstStyle/>
        <a:p>
          <a:r>
            <a:rPr lang="it-IT" sz="2400" dirty="0"/>
            <a:t>compilazione </a:t>
          </a:r>
          <a:endParaRPr lang="en-US" sz="2400" dirty="0"/>
        </a:p>
      </dgm:t>
    </dgm:pt>
    <dgm:pt modelId="{53F18FD2-2F15-4221-9353-DA8FE77DB44B}" type="parTrans" cxnId="{167EAF65-BE4A-478C-9A67-91C0EE426907}">
      <dgm:prSet/>
      <dgm:spPr/>
      <dgm:t>
        <a:bodyPr/>
        <a:lstStyle/>
        <a:p>
          <a:endParaRPr lang="en-US"/>
        </a:p>
      </dgm:t>
    </dgm:pt>
    <dgm:pt modelId="{3ADB26C0-F590-4F7A-B252-27D3D418CA30}" type="sibTrans" cxnId="{167EAF65-BE4A-478C-9A67-91C0EE426907}">
      <dgm:prSet/>
      <dgm:spPr/>
      <dgm:t>
        <a:bodyPr/>
        <a:lstStyle/>
        <a:p>
          <a:endParaRPr lang="en-US"/>
        </a:p>
      </dgm:t>
    </dgm:pt>
    <dgm:pt modelId="{07B666C9-2E3B-40A0-AE44-E4B24B867179}">
      <dgm:prSet custT="1"/>
      <dgm:spPr/>
      <dgm:t>
        <a:bodyPr/>
        <a:lstStyle/>
        <a:p>
          <a:r>
            <a:rPr lang="it-IT" sz="2400" dirty="0"/>
            <a:t>caricamento (rilocazione statica)</a:t>
          </a:r>
          <a:endParaRPr lang="en-US" sz="2400" dirty="0"/>
        </a:p>
      </dgm:t>
    </dgm:pt>
    <dgm:pt modelId="{4F48FB85-F2A3-46BF-8521-B141D83AC6F1}" type="parTrans" cxnId="{D0FD218A-B797-4CDA-BEC9-D08163F414A6}">
      <dgm:prSet/>
      <dgm:spPr/>
      <dgm:t>
        <a:bodyPr/>
        <a:lstStyle/>
        <a:p>
          <a:endParaRPr lang="en-US"/>
        </a:p>
      </dgm:t>
    </dgm:pt>
    <dgm:pt modelId="{C01075D8-17BA-446C-BCD4-C7258DFF0CC9}" type="sibTrans" cxnId="{D0FD218A-B797-4CDA-BEC9-D08163F414A6}">
      <dgm:prSet/>
      <dgm:spPr/>
      <dgm:t>
        <a:bodyPr/>
        <a:lstStyle/>
        <a:p>
          <a:endParaRPr lang="en-US"/>
        </a:p>
      </dgm:t>
    </dgm:pt>
    <dgm:pt modelId="{DC1B29B4-5D15-4DAA-A9D8-5ED631E35C1C}">
      <dgm:prSet custT="1"/>
      <dgm:spPr/>
      <dgm:t>
        <a:bodyPr/>
        <a:lstStyle/>
        <a:p>
          <a:r>
            <a:rPr lang="it-IT" sz="2400" dirty="0"/>
            <a:t>esecuzione (rilocazione dinamica)</a:t>
          </a:r>
          <a:endParaRPr lang="en-US" sz="2400" dirty="0"/>
        </a:p>
      </dgm:t>
    </dgm:pt>
    <dgm:pt modelId="{844BD0A6-6D9B-4E5D-A73B-8441A8EFF58C}" type="parTrans" cxnId="{209166E6-E93B-4FCD-83AA-AD50F6EFD3B7}">
      <dgm:prSet/>
      <dgm:spPr/>
      <dgm:t>
        <a:bodyPr/>
        <a:lstStyle/>
        <a:p>
          <a:endParaRPr lang="en-US"/>
        </a:p>
      </dgm:t>
    </dgm:pt>
    <dgm:pt modelId="{642A0F8D-5F48-48B8-8DB0-1A074E9B4AC3}" type="sibTrans" cxnId="{209166E6-E93B-4FCD-83AA-AD50F6EFD3B7}">
      <dgm:prSet/>
      <dgm:spPr/>
      <dgm:t>
        <a:bodyPr/>
        <a:lstStyle/>
        <a:p>
          <a:endParaRPr lang="en-US"/>
        </a:p>
      </dgm:t>
    </dgm:pt>
    <dgm:pt modelId="{5F57BA1E-2A5C-477D-ADF9-2F8407C10DA6}" type="pres">
      <dgm:prSet presAssocID="{606779C4-B507-4352-ACE3-C45D80968580}" presName="linear" presStyleCnt="0">
        <dgm:presLayoutVars>
          <dgm:animLvl val="lvl"/>
          <dgm:resizeHandles val="exact"/>
        </dgm:presLayoutVars>
      </dgm:prSet>
      <dgm:spPr/>
    </dgm:pt>
    <dgm:pt modelId="{1781C965-87A9-4DEF-8AD4-CDE53C141EEE}" type="pres">
      <dgm:prSet presAssocID="{1BE28C55-8B10-47BB-A81D-44AEB6A259C4}" presName="parentText" presStyleLbl="node1" presStyleIdx="0" presStyleCnt="2" custLinFactNeighborY="9228">
        <dgm:presLayoutVars>
          <dgm:chMax val="0"/>
          <dgm:bulletEnabled val="1"/>
        </dgm:presLayoutVars>
      </dgm:prSet>
      <dgm:spPr/>
    </dgm:pt>
    <dgm:pt modelId="{2CD0F4C7-8169-4087-A16F-F96DA4282E70}" type="pres">
      <dgm:prSet presAssocID="{BA943548-31BA-485A-A1BA-45AC353698C6}" presName="spacer" presStyleCnt="0"/>
      <dgm:spPr/>
    </dgm:pt>
    <dgm:pt modelId="{806B1A1E-EF10-40DA-B271-5B9711DB82F3}" type="pres">
      <dgm:prSet presAssocID="{CD608AF3-AB0E-4511-803C-C5048EC94A9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FC8874A-D7B4-4E3C-B262-6FA0F0BF86B8}" type="pres">
      <dgm:prSet presAssocID="{CD608AF3-AB0E-4511-803C-C5048EC94A9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19C1D0C-51EB-4551-AD53-C1C1DAAB3F57}" type="presOf" srcId="{865A8B77-1009-4418-8DAD-08D54C20D43C}" destId="{5FC8874A-D7B4-4E3C-B262-6FA0F0BF86B8}" srcOrd="0" destOrd="0" presId="urn:microsoft.com/office/officeart/2005/8/layout/vList2"/>
    <dgm:cxn modelId="{167EAF65-BE4A-478C-9A67-91C0EE426907}" srcId="{CD608AF3-AB0E-4511-803C-C5048EC94A91}" destId="{865A8B77-1009-4418-8DAD-08D54C20D43C}" srcOrd="0" destOrd="0" parTransId="{53F18FD2-2F15-4221-9353-DA8FE77DB44B}" sibTransId="{3ADB26C0-F590-4F7A-B252-27D3D418CA30}"/>
    <dgm:cxn modelId="{01A72B50-5D76-43B3-AF80-98902BAD79F2}" srcId="{606779C4-B507-4352-ACE3-C45D80968580}" destId="{1BE28C55-8B10-47BB-A81D-44AEB6A259C4}" srcOrd="0" destOrd="0" parTransId="{00B36621-50DA-4DE5-ABD4-8DE2FEDD64C5}" sibTransId="{BA943548-31BA-485A-A1BA-45AC353698C6}"/>
    <dgm:cxn modelId="{939EDE76-E3F3-447A-AE0A-594BBF85F498}" srcId="{606779C4-B507-4352-ACE3-C45D80968580}" destId="{CD608AF3-AB0E-4511-803C-C5048EC94A91}" srcOrd="1" destOrd="0" parTransId="{69582B17-8E8D-4F1B-A82D-FCDF65CBBEE0}" sibTransId="{F292FE56-BD50-4C29-B977-7BEE32D782D0}"/>
    <dgm:cxn modelId="{A39AB47F-B751-49B1-B3B1-3619318DCC81}" type="presOf" srcId="{606779C4-B507-4352-ACE3-C45D80968580}" destId="{5F57BA1E-2A5C-477D-ADF9-2F8407C10DA6}" srcOrd="0" destOrd="0" presId="urn:microsoft.com/office/officeart/2005/8/layout/vList2"/>
    <dgm:cxn modelId="{D0FD218A-B797-4CDA-BEC9-D08163F414A6}" srcId="{CD608AF3-AB0E-4511-803C-C5048EC94A91}" destId="{07B666C9-2E3B-40A0-AE44-E4B24B867179}" srcOrd="1" destOrd="0" parTransId="{4F48FB85-F2A3-46BF-8521-B141D83AC6F1}" sibTransId="{C01075D8-17BA-446C-BCD4-C7258DFF0CC9}"/>
    <dgm:cxn modelId="{4A4615AA-09E8-4766-9096-BD0C976B6358}" type="presOf" srcId="{1BE28C55-8B10-47BB-A81D-44AEB6A259C4}" destId="{1781C965-87A9-4DEF-8AD4-CDE53C141EEE}" srcOrd="0" destOrd="0" presId="urn:microsoft.com/office/officeart/2005/8/layout/vList2"/>
    <dgm:cxn modelId="{26A99CBC-E22E-449E-B6DA-7EC0E8AEC064}" type="presOf" srcId="{07B666C9-2E3B-40A0-AE44-E4B24B867179}" destId="{5FC8874A-D7B4-4E3C-B262-6FA0F0BF86B8}" srcOrd="0" destOrd="1" presId="urn:microsoft.com/office/officeart/2005/8/layout/vList2"/>
    <dgm:cxn modelId="{0E112BCE-21A8-4767-BACD-CA0A7A6B4D4F}" type="presOf" srcId="{CD608AF3-AB0E-4511-803C-C5048EC94A91}" destId="{806B1A1E-EF10-40DA-B271-5B9711DB82F3}" srcOrd="0" destOrd="0" presId="urn:microsoft.com/office/officeart/2005/8/layout/vList2"/>
    <dgm:cxn modelId="{92C6A2CE-BF1C-408D-A2AE-EA5981A219A3}" type="presOf" srcId="{DC1B29B4-5D15-4DAA-A9D8-5ED631E35C1C}" destId="{5FC8874A-D7B4-4E3C-B262-6FA0F0BF86B8}" srcOrd="0" destOrd="2" presId="urn:microsoft.com/office/officeart/2005/8/layout/vList2"/>
    <dgm:cxn modelId="{209166E6-E93B-4FCD-83AA-AD50F6EFD3B7}" srcId="{CD608AF3-AB0E-4511-803C-C5048EC94A91}" destId="{DC1B29B4-5D15-4DAA-A9D8-5ED631E35C1C}" srcOrd="2" destOrd="0" parTransId="{844BD0A6-6D9B-4E5D-A73B-8441A8EFF58C}" sibTransId="{642A0F8D-5F48-48B8-8DB0-1A074E9B4AC3}"/>
    <dgm:cxn modelId="{B2069BD8-0385-439C-AD24-9914C83666A0}" type="presParOf" srcId="{5F57BA1E-2A5C-477D-ADF9-2F8407C10DA6}" destId="{1781C965-87A9-4DEF-8AD4-CDE53C141EEE}" srcOrd="0" destOrd="0" presId="urn:microsoft.com/office/officeart/2005/8/layout/vList2"/>
    <dgm:cxn modelId="{7B4DAB3E-9CDE-4459-836F-39019CC42A80}" type="presParOf" srcId="{5F57BA1E-2A5C-477D-ADF9-2F8407C10DA6}" destId="{2CD0F4C7-8169-4087-A16F-F96DA4282E70}" srcOrd="1" destOrd="0" presId="urn:microsoft.com/office/officeart/2005/8/layout/vList2"/>
    <dgm:cxn modelId="{35A69B3D-2A8C-474F-9F66-025DC9645DB6}" type="presParOf" srcId="{5F57BA1E-2A5C-477D-ADF9-2F8407C10DA6}" destId="{806B1A1E-EF10-40DA-B271-5B9711DB82F3}" srcOrd="2" destOrd="0" presId="urn:microsoft.com/office/officeart/2005/8/layout/vList2"/>
    <dgm:cxn modelId="{EA83A195-03AF-4E8D-86E3-F6E20BFC7083}" type="presParOf" srcId="{5F57BA1E-2A5C-477D-ADF9-2F8407C10DA6}" destId="{5FC8874A-D7B4-4E3C-B262-6FA0F0BF86B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87F288-5BB6-4930-80B1-15FD221020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FD80CE3-BC9D-4C02-A834-393595125CD2}">
      <dgm:prSet custT="1"/>
      <dgm:spPr/>
      <dgm:t>
        <a:bodyPr/>
        <a:lstStyle/>
        <a:p>
          <a:r>
            <a:rPr lang="it-IT" sz="2800" dirty="0"/>
            <a:t>Swapping composto da:</a:t>
          </a:r>
          <a:endParaRPr lang="en-US" sz="2800" dirty="0"/>
        </a:p>
      </dgm:t>
    </dgm:pt>
    <dgm:pt modelId="{6E168BCC-8E45-4378-8FB1-9063D2BA67EF}" type="parTrans" cxnId="{3C41F67F-3C02-4F80-812F-415F5C8CC369}">
      <dgm:prSet/>
      <dgm:spPr/>
      <dgm:t>
        <a:bodyPr/>
        <a:lstStyle/>
        <a:p>
          <a:endParaRPr lang="en-US"/>
        </a:p>
      </dgm:t>
    </dgm:pt>
    <dgm:pt modelId="{24B38031-CE47-48C0-A4D0-8EE4F4C4E7FC}" type="sibTrans" cxnId="{3C41F67F-3C02-4F80-812F-415F5C8CC369}">
      <dgm:prSet/>
      <dgm:spPr/>
      <dgm:t>
        <a:bodyPr/>
        <a:lstStyle/>
        <a:p>
          <a:endParaRPr lang="en-US"/>
        </a:p>
      </dgm:t>
    </dgm:pt>
    <dgm:pt modelId="{9C2EC279-6734-4278-95A4-F12EF6AF334F}">
      <dgm:prSet custT="1"/>
      <dgm:spPr/>
      <dgm:t>
        <a:bodyPr/>
        <a:lstStyle/>
        <a:p>
          <a:r>
            <a:rPr lang="it-IT" sz="2400" dirty="0"/>
            <a:t>Identificare i processi inattivi</a:t>
          </a:r>
          <a:endParaRPr lang="en-US" sz="2400" dirty="0"/>
        </a:p>
      </dgm:t>
    </dgm:pt>
    <dgm:pt modelId="{673E614F-8A79-43C7-B777-87CFD482601B}" type="parTrans" cxnId="{51800C45-5B1B-46D4-AA91-EC3775E2806A}">
      <dgm:prSet/>
      <dgm:spPr/>
      <dgm:t>
        <a:bodyPr/>
        <a:lstStyle/>
        <a:p>
          <a:endParaRPr lang="en-US"/>
        </a:p>
      </dgm:t>
    </dgm:pt>
    <dgm:pt modelId="{A4803594-6048-443A-87D1-BF1BB1FBB7D3}" type="sibTrans" cxnId="{51800C45-5B1B-46D4-AA91-EC3775E2806A}">
      <dgm:prSet/>
      <dgm:spPr/>
      <dgm:t>
        <a:bodyPr/>
        <a:lstStyle/>
        <a:p>
          <a:endParaRPr lang="en-US"/>
        </a:p>
      </dgm:t>
    </dgm:pt>
    <dgm:pt modelId="{D9B9F776-01CE-43E0-82D7-B7EE64643924}">
      <dgm:prSet custT="1"/>
      <dgm:spPr/>
      <dgm:t>
        <a:bodyPr/>
        <a:lstStyle/>
        <a:p>
          <a:r>
            <a:rPr lang="it-IT" sz="2400" dirty="0"/>
            <a:t>Salvare i loro dati sulla memoria temporanea </a:t>
          </a:r>
          <a:endParaRPr lang="en-US" sz="2400" dirty="0"/>
        </a:p>
      </dgm:t>
    </dgm:pt>
    <dgm:pt modelId="{13331A15-DE89-4D74-AE25-121B3B05998D}" type="parTrans" cxnId="{9A19D836-0CE5-4938-B22E-4B2E4E89537C}">
      <dgm:prSet/>
      <dgm:spPr/>
      <dgm:t>
        <a:bodyPr/>
        <a:lstStyle/>
        <a:p>
          <a:endParaRPr lang="en-US"/>
        </a:p>
      </dgm:t>
    </dgm:pt>
    <dgm:pt modelId="{D1B91E5B-BD22-474D-A463-A4ECC025D276}" type="sibTrans" cxnId="{9A19D836-0CE5-4938-B22E-4B2E4E89537C}">
      <dgm:prSet/>
      <dgm:spPr/>
      <dgm:t>
        <a:bodyPr/>
        <a:lstStyle/>
        <a:p>
          <a:endParaRPr lang="en-US"/>
        </a:p>
      </dgm:t>
    </dgm:pt>
    <dgm:pt modelId="{13A8883F-F297-4A28-9D31-31FBABE5C0FF}">
      <dgm:prSet custT="1"/>
      <dgm:spPr/>
      <dgm:t>
        <a:bodyPr/>
        <a:lstStyle/>
        <a:p>
          <a:r>
            <a:rPr lang="it-IT" sz="2400" dirty="0"/>
            <a:t>Scaricamento </a:t>
          </a:r>
          <a:endParaRPr lang="en-US" sz="2400" dirty="0"/>
        </a:p>
      </dgm:t>
    </dgm:pt>
    <dgm:pt modelId="{7689CE9F-50B7-4271-8671-3C6B4B061BEA}" type="parTrans" cxnId="{3BC174A4-BF62-46D2-9FC2-967681080BA5}">
      <dgm:prSet/>
      <dgm:spPr/>
      <dgm:t>
        <a:bodyPr/>
        <a:lstStyle/>
        <a:p>
          <a:endParaRPr lang="en-US"/>
        </a:p>
      </dgm:t>
    </dgm:pt>
    <dgm:pt modelId="{0F10057E-BC34-4821-A9D1-4D76318F0C14}" type="sibTrans" cxnId="{3BC174A4-BF62-46D2-9FC2-967681080BA5}">
      <dgm:prSet/>
      <dgm:spPr/>
      <dgm:t>
        <a:bodyPr/>
        <a:lstStyle/>
        <a:p>
          <a:endParaRPr lang="en-US"/>
        </a:p>
      </dgm:t>
    </dgm:pt>
    <dgm:pt modelId="{D50D0C30-A740-4172-96D9-27696AA7D506}">
      <dgm:prSet custT="1"/>
      <dgm:spPr/>
      <dgm:t>
        <a:bodyPr/>
        <a:lstStyle/>
        <a:p>
          <a:r>
            <a:rPr lang="it-IT" sz="2400" dirty="0"/>
            <a:t>Caricamento</a:t>
          </a:r>
          <a:endParaRPr lang="en-US" sz="2400" dirty="0"/>
        </a:p>
      </dgm:t>
    </dgm:pt>
    <dgm:pt modelId="{C2CB8DC1-125B-4511-8D31-4BCA17F8F53A}" type="parTrans" cxnId="{E8C87FF1-9EC1-4653-90D2-446B1F8A54A1}">
      <dgm:prSet/>
      <dgm:spPr/>
      <dgm:t>
        <a:bodyPr/>
        <a:lstStyle/>
        <a:p>
          <a:endParaRPr lang="en-US"/>
        </a:p>
      </dgm:t>
    </dgm:pt>
    <dgm:pt modelId="{7879EC44-9090-4347-8115-97693E3A6D6E}" type="sibTrans" cxnId="{E8C87FF1-9EC1-4653-90D2-446B1F8A54A1}">
      <dgm:prSet/>
      <dgm:spPr/>
      <dgm:t>
        <a:bodyPr/>
        <a:lstStyle/>
        <a:p>
          <a:endParaRPr lang="en-US"/>
        </a:p>
      </dgm:t>
    </dgm:pt>
    <dgm:pt modelId="{0E44CA8C-E204-4653-BF5D-8074BCC7A101}">
      <dgm:prSet custT="1"/>
      <dgm:spPr/>
      <dgm:t>
        <a:bodyPr/>
        <a:lstStyle/>
        <a:p>
          <a:r>
            <a:rPr lang="it-IT" sz="2800" dirty="0"/>
            <a:t>Caricamento dinamico </a:t>
          </a:r>
          <a:endParaRPr lang="en-US" sz="2800" dirty="0"/>
        </a:p>
      </dgm:t>
    </dgm:pt>
    <dgm:pt modelId="{56E5CEFE-E94B-4E4D-92AA-859E92625DA7}" type="parTrans" cxnId="{CE95B9B6-E2C8-43E4-82CD-A1B46AE5A181}">
      <dgm:prSet/>
      <dgm:spPr/>
      <dgm:t>
        <a:bodyPr/>
        <a:lstStyle/>
        <a:p>
          <a:endParaRPr lang="en-US"/>
        </a:p>
      </dgm:t>
    </dgm:pt>
    <dgm:pt modelId="{4E11B6F4-4660-46A8-8236-4F19235B2444}" type="sibTrans" cxnId="{CE95B9B6-E2C8-43E4-82CD-A1B46AE5A181}">
      <dgm:prSet/>
      <dgm:spPr/>
      <dgm:t>
        <a:bodyPr/>
        <a:lstStyle/>
        <a:p>
          <a:endParaRPr lang="en-US"/>
        </a:p>
      </dgm:t>
    </dgm:pt>
    <dgm:pt modelId="{F776A627-63E1-4BD1-9A21-BA64887D1687}">
      <dgm:prSet custT="1"/>
      <dgm:spPr/>
      <dgm:t>
        <a:bodyPr/>
        <a:lstStyle/>
        <a:p>
          <a:r>
            <a:rPr lang="it-IT" sz="2800" dirty="0"/>
            <a:t>Overlay </a:t>
          </a:r>
          <a:endParaRPr lang="en-US" sz="2800" dirty="0"/>
        </a:p>
      </dgm:t>
    </dgm:pt>
    <dgm:pt modelId="{E915AC0D-4B29-4700-83EF-8DBA716A61B3}" type="parTrans" cxnId="{09F6132C-6543-47A2-A2C7-33A01FEE8381}">
      <dgm:prSet/>
      <dgm:spPr/>
      <dgm:t>
        <a:bodyPr/>
        <a:lstStyle/>
        <a:p>
          <a:endParaRPr lang="en-US"/>
        </a:p>
      </dgm:t>
    </dgm:pt>
    <dgm:pt modelId="{E049A47F-FA62-4171-B6A2-603983FE7DD8}" type="sibTrans" cxnId="{09F6132C-6543-47A2-A2C7-33A01FEE8381}">
      <dgm:prSet/>
      <dgm:spPr/>
      <dgm:t>
        <a:bodyPr/>
        <a:lstStyle/>
        <a:p>
          <a:endParaRPr lang="en-US"/>
        </a:p>
      </dgm:t>
    </dgm:pt>
    <dgm:pt modelId="{F08B1B7B-2639-4694-92AB-B7B3F6DDE7AE}">
      <dgm:prSet custT="1"/>
      <dgm:spPr/>
      <dgm:t>
        <a:bodyPr/>
        <a:lstStyle/>
        <a:p>
          <a:r>
            <a:rPr lang="it-IT" sz="2800" dirty="0"/>
            <a:t>Partizionamento </a:t>
          </a:r>
          <a:endParaRPr lang="en-US" sz="2800" dirty="0"/>
        </a:p>
      </dgm:t>
    </dgm:pt>
    <dgm:pt modelId="{6527701D-434C-4552-887F-9ABFCE14B5A8}" type="parTrans" cxnId="{1E6052EA-F798-48A6-9D27-D3C7EB7A35B9}">
      <dgm:prSet/>
      <dgm:spPr/>
      <dgm:t>
        <a:bodyPr/>
        <a:lstStyle/>
        <a:p>
          <a:endParaRPr lang="en-US"/>
        </a:p>
      </dgm:t>
    </dgm:pt>
    <dgm:pt modelId="{5903C695-7168-42DB-A3B5-FD808C76A6BB}" type="sibTrans" cxnId="{1E6052EA-F798-48A6-9D27-D3C7EB7A35B9}">
      <dgm:prSet/>
      <dgm:spPr/>
      <dgm:t>
        <a:bodyPr/>
        <a:lstStyle/>
        <a:p>
          <a:endParaRPr lang="en-US"/>
        </a:p>
      </dgm:t>
    </dgm:pt>
    <dgm:pt modelId="{72157D10-D322-4933-AEE7-8AE13651A8BC}" type="pres">
      <dgm:prSet presAssocID="{FA87F288-5BB6-4930-80B1-15FD2210205F}" presName="linear" presStyleCnt="0">
        <dgm:presLayoutVars>
          <dgm:animLvl val="lvl"/>
          <dgm:resizeHandles val="exact"/>
        </dgm:presLayoutVars>
      </dgm:prSet>
      <dgm:spPr/>
    </dgm:pt>
    <dgm:pt modelId="{578683AB-EC6B-43B5-9D6C-067A24EAE6AF}" type="pres">
      <dgm:prSet presAssocID="{6FD80CE3-BC9D-4C02-A834-393595125CD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DDA8B8C-7F1D-4C26-B733-923A899DE51A}" type="pres">
      <dgm:prSet presAssocID="{6FD80CE3-BC9D-4C02-A834-393595125CD2}" presName="childText" presStyleLbl="revTx" presStyleIdx="0" presStyleCnt="1">
        <dgm:presLayoutVars>
          <dgm:bulletEnabled val="1"/>
        </dgm:presLayoutVars>
      </dgm:prSet>
      <dgm:spPr/>
    </dgm:pt>
    <dgm:pt modelId="{89CD7900-5079-4FDE-9722-09D8A56D55FE}" type="pres">
      <dgm:prSet presAssocID="{0E44CA8C-E204-4653-BF5D-8074BCC7A10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6C72574-DEE8-43BA-85AD-34EC0B6B30DB}" type="pres">
      <dgm:prSet presAssocID="{4E11B6F4-4660-46A8-8236-4F19235B2444}" presName="spacer" presStyleCnt="0"/>
      <dgm:spPr/>
    </dgm:pt>
    <dgm:pt modelId="{E4E945DD-255D-4E24-850F-8452A6FD81B9}" type="pres">
      <dgm:prSet presAssocID="{F776A627-63E1-4BD1-9A21-BA64887D168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1385C8E-8E16-4D66-B1E9-D2FE2D6E10B6}" type="pres">
      <dgm:prSet presAssocID="{E049A47F-FA62-4171-B6A2-603983FE7DD8}" presName="spacer" presStyleCnt="0"/>
      <dgm:spPr/>
    </dgm:pt>
    <dgm:pt modelId="{79C1237A-970E-4693-A2C9-6D9FFD10326C}" type="pres">
      <dgm:prSet presAssocID="{F08B1B7B-2639-4694-92AB-B7B3F6DDE7A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973B91E-69D7-40A4-9F5D-237880F93316}" type="presOf" srcId="{FA87F288-5BB6-4930-80B1-15FD2210205F}" destId="{72157D10-D322-4933-AEE7-8AE13651A8BC}" srcOrd="0" destOrd="0" presId="urn:microsoft.com/office/officeart/2005/8/layout/vList2"/>
    <dgm:cxn modelId="{938B402B-F4BD-4146-9AE1-9318CCCDDCD6}" type="presOf" srcId="{6FD80CE3-BC9D-4C02-A834-393595125CD2}" destId="{578683AB-EC6B-43B5-9D6C-067A24EAE6AF}" srcOrd="0" destOrd="0" presId="urn:microsoft.com/office/officeart/2005/8/layout/vList2"/>
    <dgm:cxn modelId="{09F6132C-6543-47A2-A2C7-33A01FEE8381}" srcId="{FA87F288-5BB6-4930-80B1-15FD2210205F}" destId="{F776A627-63E1-4BD1-9A21-BA64887D1687}" srcOrd="2" destOrd="0" parTransId="{E915AC0D-4B29-4700-83EF-8DBA716A61B3}" sibTransId="{E049A47F-FA62-4171-B6A2-603983FE7DD8}"/>
    <dgm:cxn modelId="{7F39BB30-1493-48EB-9721-9CFD0EC0BCA5}" type="presOf" srcId="{D50D0C30-A740-4172-96D9-27696AA7D506}" destId="{6DDA8B8C-7F1D-4C26-B733-923A899DE51A}" srcOrd="0" destOrd="3" presId="urn:microsoft.com/office/officeart/2005/8/layout/vList2"/>
    <dgm:cxn modelId="{9A19D836-0CE5-4938-B22E-4B2E4E89537C}" srcId="{6FD80CE3-BC9D-4C02-A834-393595125CD2}" destId="{D9B9F776-01CE-43E0-82D7-B7EE64643924}" srcOrd="1" destOrd="0" parTransId="{13331A15-DE89-4D74-AE25-121B3B05998D}" sibTransId="{D1B91E5B-BD22-474D-A463-A4ECC025D276}"/>
    <dgm:cxn modelId="{F917CD64-0C05-4EC8-B574-F2013A22C327}" type="presOf" srcId="{13A8883F-F297-4A28-9D31-31FBABE5C0FF}" destId="{6DDA8B8C-7F1D-4C26-B733-923A899DE51A}" srcOrd="0" destOrd="2" presId="urn:microsoft.com/office/officeart/2005/8/layout/vList2"/>
    <dgm:cxn modelId="{51800C45-5B1B-46D4-AA91-EC3775E2806A}" srcId="{6FD80CE3-BC9D-4C02-A834-393595125CD2}" destId="{9C2EC279-6734-4278-95A4-F12EF6AF334F}" srcOrd="0" destOrd="0" parTransId="{673E614F-8A79-43C7-B777-87CFD482601B}" sibTransId="{A4803594-6048-443A-87D1-BF1BB1FBB7D3}"/>
    <dgm:cxn modelId="{3C41F67F-3C02-4F80-812F-415F5C8CC369}" srcId="{FA87F288-5BB6-4930-80B1-15FD2210205F}" destId="{6FD80CE3-BC9D-4C02-A834-393595125CD2}" srcOrd="0" destOrd="0" parTransId="{6E168BCC-8E45-4378-8FB1-9063D2BA67EF}" sibTransId="{24B38031-CE47-48C0-A4D0-8EE4F4C4E7FC}"/>
    <dgm:cxn modelId="{3BC174A4-BF62-46D2-9FC2-967681080BA5}" srcId="{6FD80CE3-BC9D-4C02-A834-393595125CD2}" destId="{13A8883F-F297-4A28-9D31-31FBABE5C0FF}" srcOrd="2" destOrd="0" parTransId="{7689CE9F-50B7-4271-8671-3C6B4B061BEA}" sibTransId="{0F10057E-BC34-4821-A9D1-4D76318F0C14}"/>
    <dgm:cxn modelId="{4302C0AD-F943-4C47-9DDF-918BFCDD7745}" type="presOf" srcId="{F776A627-63E1-4BD1-9A21-BA64887D1687}" destId="{E4E945DD-255D-4E24-850F-8452A6FD81B9}" srcOrd="0" destOrd="0" presId="urn:microsoft.com/office/officeart/2005/8/layout/vList2"/>
    <dgm:cxn modelId="{CE95B9B6-E2C8-43E4-82CD-A1B46AE5A181}" srcId="{FA87F288-5BB6-4930-80B1-15FD2210205F}" destId="{0E44CA8C-E204-4653-BF5D-8074BCC7A101}" srcOrd="1" destOrd="0" parTransId="{56E5CEFE-E94B-4E4D-92AA-859E92625DA7}" sibTransId="{4E11B6F4-4660-46A8-8236-4F19235B2444}"/>
    <dgm:cxn modelId="{FE01F7B6-5E79-45BA-823E-9834FBD0A9EE}" type="presOf" srcId="{9C2EC279-6734-4278-95A4-F12EF6AF334F}" destId="{6DDA8B8C-7F1D-4C26-B733-923A899DE51A}" srcOrd="0" destOrd="0" presId="urn:microsoft.com/office/officeart/2005/8/layout/vList2"/>
    <dgm:cxn modelId="{3CF071D7-231A-402A-9F76-D6494E0D9EDC}" type="presOf" srcId="{F08B1B7B-2639-4694-92AB-B7B3F6DDE7AE}" destId="{79C1237A-970E-4693-A2C9-6D9FFD10326C}" srcOrd="0" destOrd="0" presId="urn:microsoft.com/office/officeart/2005/8/layout/vList2"/>
    <dgm:cxn modelId="{D9681FD9-C655-4769-9D2B-39C6939D9DF1}" type="presOf" srcId="{0E44CA8C-E204-4653-BF5D-8074BCC7A101}" destId="{89CD7900-5079-4FDE-9722-09D8A56D55FE}" srcOrd="0" destOrd="0" presId="urn:microsoft.com/office/officeart/2005/8/layout/vList2"/>
    <dgm:cxn modelId="{8809A0E0-D7F1-427A-A1D0-8E5997729B01}" type="presOf" srcId="{D9B9F776-01CE-43E0-82D7-B7EE64643924}" destId="{6DDA8B8C-7F1D-4C26-B733-923A899DE51A}" srcOrd="0" destOrd="1" presId="urn:microsoft.com/office/officeart/2005/8/layout/vList2"/>
    <dgm:cxn modelId="{1E6052EA-F798-48A6-9D27-D3C7EB7A35B9}" srcId="{FA87F288-5BB6-4930-80B1-15FD2210205F}" destId="{F08B1B7B-2639-4694-92AB-B7B3F6DDE7AE}" srcOrd="3" destOrd="0" parTransId="{6527701D-434C-4552-887F-9ABFCE14B5A8}" sibTransId="{5903C695-7168-42DB-A3B5-FD808C76A6BB}"/>
    <dgm:cxn modelId="{E8C87FF1-9EC1-4653-90D2-446B1F8A54A1}" srcId="{6FD80CE3-BC9D-4C02-A834-393595125CD2}" destId="{D50D0C30-A740-4172-96D9-27696AA7D506}" srcOrd="3" destOrd="0" parTransId="{C2CB8DC1-125B-4511-8D31-4BCA17F8F53A}" sibTransId="{7879EC44-9090-4347-8115-97693E3A6D6E}"/>
    <dgm:cxn modelId="{62F3AA97-0040-468D-8875-4E69CBE3AD9E}" type="presParOf" srcId="{72157D10-D322-4933-AEE7-8AE13651A8BC}" destId="{578683AB-EC6B-43B5-9D6C-067A24EAE6AF}" srcOrd="0" destOrd="0" presId="urn:microsoft.com/office/officeart/2005/8/layout/vList2"/>
    <dgm:cxn modelId="{250C396E-D275-4E9A-842E-D60B17657125}" type="presParOf" srcId="{72157D10-D322-4933-AEE7-8AE13651A8BC}" destId="{6DDA8B8C-7F1D-4C26-B733-923A899DE51A}" srcOrd="1" destOrd="0" presId="urn:microsoft.com/office/officeart/2005/8/layout/vList2"/>
    <dgm:cxn modelId="{09340123-A2B6-4E3F-82D1-D53995E2DC33}" type="presParOf" srcId="{72157D10-D322-4933-AEE7-8AE13651A8BC}" destId="{89CD7900-5079-4FDE-9722-09D8A56D55FE}" srcOrd="2" destOrd="0" presId="urn:microsoft.com/office/officeart/2005/8/layout/vList2"/>
    <dgm:cxn modelId="{6DB5C815-9D2F-45DF-9085-F9680E0894D0}" type="presParOf" srcId="{72157D10-D322-4933-AEE7-8AE13651A8BC}" destId="{26C72574-DEE8-43BA-85AD-34EC0B6B30DB}" srcOrd="3" destOrd="0" presId="urn:microsoft.com/office/officeart/2005/8/layout/vList2"/>
    <dgm:cxn modelId="{C643A6BF-96E8-450C-96AB-72C369525B62}" type="presParOf" srcId="{72157D10-D322-4933-AEE7-8AE13651A8BC}" destId="{E4E945DD-255D-4E24-850F-8452A6FD81B9}" srcOrd="4" destOrd="0" presId="urn:microsoft.com/office/officeart/2005/8/layout/vList2"/>
    <dgm:cxn modelId="{9DF22F92-8CDC-427E-990E-4575DB93ED40}" type="presParOf" srcId="{72157D10-D322-4933-AEE7-8AE13651A8BC}" destId="{A1385C8E-8E16-4D66-B1E9-D2FE2D6E10B6}" srcOrd="5" destOrd="0" presId="urn:microsoft.com/office/officeart/2005/8/layout/vList2"/>
    <dgm:cxn modelId="{8D76944F-34D8-4D6B-B8C1-3EE049D0AF01}" type="presParOf" srcId="{72157D10-D322-4933-AEE7-8AE13651A8BC}" destId="{79C1237A-970E-4693-A2C9-6D9FFD10326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81C965-87A9-4DEF-8AD4-CDE53C141EEE}">
      <dsp:nvSpPr>
        <dsp:cNvPr id="0" name=""/>
        <dsp:cNvSpPr/>
      </dsp:nvSpPr>
      <dsp:spPr>
        <a:xfrm>
          <a:off x="0" y="293887"/>
          <a:ext cx="105156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Linking </a:t>
          </a:r>
          <a:r>
            <a:rPr lang="it-IT" sz="2800" kern="1200" dirty="0">
              <a:sym typeface="Wingdings" panose="05000000000000000000" pitchFamily="2" charset="2"/>
            </a:rPr>
            <a:t></a:t>
          </a:r>
          <a:r>
            <a:rPr lang="it-IT" sz="2800" kern="1200" dirty="0"/>
            <a:t> calcolo degli indirizzi logici </a:t>
          </a:r>
          <a:endParaRPr lang="en-US" sz="2800" kern="1200" dirty="0"/>
        </a:p>
      </dsp:txBody>
      <dsp:txXfrm>
        <a:off x="59399" y="353286"/>
        <a:ext cx="10396802" cy="1098002"/>
      </dsp:txXfrm>
    </dsp:sp>
    <dsp:sp modelId="{806B1A1E-EF10-40DA-B271-5B9711DB82F3}">
      <dsp:nvSpPr>
        <dsp:cNvPr id="0" name=""/>
        <dsp:cNvSpPr/>
      </dsp:nvSpPr>
      <dsp:spPr>
        <a:xfrm>
          <a:off x="0" y="1680612"/>
          <a:ext cx="105156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Binding </a:t>
          </a:r>
          <a:r>
            <a:rPr lang="it-IT" sz="2800" kern="1200" dirty="0">
              <a:sym typeface="Wingdings" panose="05000000000000000000" pitchFamily="2" charset="2"/>
            </a:rPr>
            <a:t></a:t>
          </a:r>
          <a:r>
            <a:rPr lang="it-IT" sz="2800" kern="1200" dirty="0"/>
            <a:t> passaggio da indirizzo logico a fisico e può avvenire in tre momenti diversi </a:t>
          </a:r>
          <a:endParaRPr lang="en-US" sz="2800" kern="1200" dirty="0"/>
        </a:p>
      </dsp:txBody>
      <dsp:txXfrm>
        <a:off x="59399" y="1740011"/>
        <a:ext cx="10396802" cy="1098002"/>
      </dsp:txXfrm>
    </dsp:sp>
    <dsp:sp modelId="{5FC8874A-D7B4-4E3C-B262-6FA0F0BF86B8}">
      <dsp:nvSpPr>
        <dsp:cNvPr id="0" name=""/>
        <dsp:cNvSpPr/>
      </dsp:nvSpPr>
      <dsp:spPr>
        <a:xfrm>
          <a:off x="0" y="2897412"/>
          <a:ext cx="10515600" cy="117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compilazione 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caricamento (rilocazione statica)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esecuzione (rilocazione dinamica)</a:t>
          </a:r>
          <a:endParaRPr lang="en-US" sz="2400" kern="1200" dirty="0"/>
        </a:p>
      </dsp:txBody>
      <dsp:txXfrm>
        <a:off x="0" y="2897412"/>
        <a:ext cx="10515600" cy="11773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8683AB-EC6B-43B5-9D6C-067A24EAE6AF}">
      <dsp:nvSpPr>
        <dsp:cNvPr id="0" name=""/>
        <dsp:cNvSpPr/>
      </dsp:nvSpPr>
      <dsp:spPr>
        <a:xfrm>
          <a:off x="0" y="31382"/>
          <a:ext cx="10515600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Swapping composto da:</a:t>
          </a:r>
          <a:endParaRPr lang="en-US" sz="2800" kern="1200" dirty="0"/>
        </a:p>
      </dsp:txBody>
      <dsp:txXfrm>
        <a:off x="32898" y="64280"/>
        <a:ext cx="10449804" cy="608124"/>
      </dsp:txXfrm>
    </dsp:sp>
    <dsp:sp modelId="{6DDA8B8C-7F1D-4C26-B733-923A899DE51A}">
      <dsp:nvSpPr>
        <dsp:cNvPr id="0" name=""/>
        <dsp:cNvSpPr/>
      </dsp:nvSpPr>
      <dsp:spPr>
        <a:xfrm>
          <a:off x="0" y="705302"/>
          <a:ext cx="10515600" cy="1564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Identificare i processi inattivi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Salvare i loro dati sulla memoria temporanea 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Scaricamento 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Caricamento</a:t>
          </a:r>
          <a:endParaRPr lang="en-US" sz="2400" kern="1200" dirty="0"/>
        </a:p>
      </dsp:txBody>
      <dsp:txXfrm>
        <a:off x="0" y="705302"/>
        <a:ext cx="10515600" cy="1564920"/>
      </dsp:txXfrm>
    </dsp:sp>
    <dsp:sp modelId="{89CD7900-5079-4FDE-9722-09D8A56D55FE}">
      <dsp:nvSpPr>
        <dsp:cNvPr id="0" name=""/>
        <dsp:cNvSpPr/>
      </dsp:nvSpPr>
      <dsp:spPr>
        <a:xfrm>
          <a:off x="0" y="2270222"/>
          <a:ext cx="10515600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Caricamento dinamico </a:t>
          </a:r>
          <a:endParaRPr lang="en-US" sz="2800" kern="1200" dirty="0"/>
        </a:p>
      </dsp:txBody>
      <dsp:txXfrm>
        <a:off x="32898" y="2303120"/>
        <a:ext cx="10449804" cy="608124"/>
      </dsp:txXfrm>
    </dsp:sp>
    <dsp:sp modelId="{E4E945DD-255D-4E24-850F-8452A6FD81B9}">
      <dsp:nvSpPr>
        <dsp:cNvPr id="0" name=""/>
        <dsp:cNvSpPr/>
      </dsp:nvSpPr>
      <dsp:spPr>
        <a:xfrm>
          <a:off x="0" y="3047822"/>
          <a:ext cx="10515600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Overlay </a:t>
          </a:r>
          <a:endParaRPr lang="en-US" sz="2800" kern="1200" dirty="0"/>
        </a:p>
      </dsp:txBody>
      <dsp:txXfrm>
        <a:off x="32898" y="3080720"/>
        <a:ext cx="10449804" cy="608124"/>
      </dsp:txXfrm>
    </dsp:sp>
    <dsp:sp modelId="{79C1237A-970E-4693-A2C9-6D9FFD10326C}">
      <dsp:nvSpPr>
        <dsp:cNvPr id="0" name=""/>
        <dsp:cNvSpPr/>
      </dsp:nvSpPr>
      <dsp:spPr>
        <a:xfrm>
          <a:off x="0" y="3825422"/>
          <a:ext cx="10515600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Partizionamento </a:t>
          </a:r>
          <a:endParaRPr lang="en-US" sz="2800" kern="1200" dirty="0"/>
        </a:p>
      </dsp:txBody>
      <dsp:txXfrm>
        <a:off x="32898" y="3858320"/>
        <a:ext cx="10449804" cy="608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EF93D-809D-4A68-BBC0-E26E80FDB7B8}" type="datetimeFigureOut">
              <a:rPr lang="it-IT" smtClean="0"/>
              <a:t>17/02/2026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38303-157E-4474-B632-3C2541D897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2780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38303-157E-4474-B632-3C2541D8979B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9033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DFAB-CE0E-42F1-A45A-8DADD9111377}" type="datetime1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02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31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474C-9991-40BE-8F44-AB3D54106F5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51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8FAC-647F-4178-95BE-3A2629815FE2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27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8D14B-70D4-44A6-97F1-85A706CBC3A9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15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145D-35C0-4EF1-911A-800C82B2C830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31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1458D-9ED8-45EA-B40E-C0E089B842ED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520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05B1C-F5C5-4D04-A1C1-D5519B21C3BB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879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FA2DF-1ABB-48EF-A76D-5CACC47CECC1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4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266D9-636C-497D-8B12-4239FA542550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77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FD0A-30AF-42F7-9CB6-C7C11FA6545C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58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3B010ADD-1E9A-4711-BFAB-4990B1DFE7E8}" type="datetime1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4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F99A87B6-0764-47AD-BF24-B54A16F9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50E14B7-3770-407C-A359-030533E14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F5BFEC0-D7AC-4F30-9697-1A7804BE7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47A7E9-69C2-466A-8E0A-1E82502C7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7B64B2C-0074-40A5-AD7B-10234F367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4EAC4AF-90F7-4D5B-9D52-8B5CC855B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C772208-699E-460A-B31E-D49D3EFE3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9AB563-7EE7-4EB1-A6C7-E885E47748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A4ABF96-0400-4F13-B053-5AB9AB2902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E742EA4D-04B4-019C-1001-406E41F34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8165" y="1850948"/>
            <a:ext cx="5508064" cy="1802987"/>
          </a:xfrm>
        </p:spPr>
        <p:txBody>
          <a:bodyPr anchor="b">
            <a:normAutofit/>
          </a:bodyPr>
          <a:lstStyle/>
          <a:p>
            <a:pPr algn="l"/>
            <a:r>
              <a:rPr lang="it-IT" sz="5400" dirty="0">
                <a:solidFill>
                  <a:schemeClr val="tx1"/>
                </a:solidFill>
              </a:rPr>
              <a:t>La gestione delle memorie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930CAD4-7662-C390-67C4-367B08579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1332" y="3708572"/>
            <a:ext cx="4798446" cy="513365"/>
          </a:xfrm>
        </p:spPr>
        <p:txBody>
          <a:bodyPr anchor="t">
            <a:normAutofit/>
          </a:bodyPr>
          <a:lstStyle/>
          <a:p>
            <a:pPr algn="l"/>
            <a:r>
              <a:rPr lang="it-IT" sz="2200" dirty="0">
                <a:solidFill>
                  <a:schemeClr val="tx1"/>
                </a:solidFill>
              </a:rPr>
              <a:t>Nicola Nicolò 3i </a:t>
            </a:r>
            <a:r>
              <a:rPr lang="it-IT" sz="2200" dirty="0" err="1">
                <a:solidFill>
                  <a:schemeClr val="tx1"/>
                </a:solidFill>
              </a:rPr>
              <a:t>a.s.</a:t>
            </a:r>
            <a:r>
              <a:rPr lang="it-IT" sz="2200" dirty="0">
                <a:solidFill>
                  <a:schemeClr val="tx1"/>
                </a:solidFill>
              </a:rPr>
              <a:t> 2025/2026</a:t>
            </a:r>
          </a:p>
        </p:txBody>
      </p:sp>
      <p:pic>
        <p:nvPicPr>
          <p:cNvPr id="4" name="Picture 3" descr="Immagine che contiene arte, luce, schermata&#10;&#10;Il contenuto generato dall'IA potrebbe non essere corretto.">
            <a:extLst>
              <a:ext uri="{FF2B5EF4-FFF2-40B4-BE49-F238E27FC236}">
                <a16:creationId xmlns:a16="http://schemas.microsoft.com/office/drawing/2014/main" id="{B450941E-F1F4-636B-EC94-5455467F4A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77" r="22920"/>
          <a:stretch>
            <a:fillRect/>
          </a:stretch>
        </p:blipFill>
        <p:spPr>
          <a:xfrm>
            <a:off x="5996628" y="10"/>
            <a:ext cx="6195372" cy="6857990"/>
          </a:xfrm>
          <a:prstGeom prst="rect">
            <a:avLst/>
          </a:prstGeom>
        </p:spPr>
      </p:pic>
      <p:grpSp>
        <p:nvGrpSpPr>
          <p:cNvPr id="23" name="Cross">
            <a:extLst>
              <a:ext uri="{FF2B5EF4-FFF2-40B4-BE49-F238E27FC236}">
                <a16:creationId xmlns:a16="http://schemas.microsoft.com/office/drawing/2014/main" id="{5C0E6139-8A19-4905-87E2-E547D7B7F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37192" y="3369564"/>
            <a:ext cx="118872" cy="118872"/>
            <a:chOff x="1175347" y="3733800"/>
            <a:chExt cx="118872" cy="118872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C05FFBD-B86A-4BD3-A147-FA95CE03CF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B69F8B1-78FB-4562-8A0D-8D2963675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7" name="Bottom Right">
            <a:extLst>
              <a:ext uri="{FF2B5EF4-FFF2-40B4-BE49-F238E27FC236}">
                <a16:creationId xmlns:a16="http://schemas.microsoft.com/office/drawing/2014/main" id="{EE8A2E90-75F0-4F59-AE03-FE737F410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8" name="Graphic 157">
              <a:extLst>
                <a:ext uri="{FF2B5EF4-FFF2-40B4-BE49-F238E27FC236}">
                  <a16:creationId xmlns:a16="http://schemas.microsoft.com/office/drawing/2014/main" id="{291613E8-1172-4437-97E9-F15A29564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E1404A3-DA0A-451F-80F9-341A400102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D9F30DE-11BA-476B-B25D-CED39DBB6A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253755C4-9D54-4D38-856A-7D1D31BC4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2D176F7-5471-4C65-B496-F05544AF39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E3541E62-142A-4078-8B35-723AF8B137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B2037584-8C21-4B8F-9EC5-5F978F32E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18287BF-F368-4F91-A36C-A729B478EF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54A80ED-1507-4424-AE0D-E8B52DAC01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BA335C1-EAC7-5885-FD5B-F99A78C8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9314" y="6516833"/>
            <a:ext cx="2743200" cy="365125"/>
          </a:xfrm>
        </p:spPr>
        <p:txBody>
          <a:bodyPr/>
          <a:lstStyle/>
          <a:p>
            <a:fld id="{1DB5EED0-AC7D-49DF-88BF-1A3044D9AA97}" type="datetime1">
              <a:rPr lang="en-US" sz="2200" smtClean="0">
                <a:solidFill>
                  <a:schemeClr val="tx1"/>
                </a:solidFill>
              </a:rPr>
              <a:t>2/17/2026</a:t>
            </a:fld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838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1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5" name="Top left">
            <a:extLst>
              <a:ext uri="{FF2B5EF4-FFF2-40B4-BE49-F238E27FC236}">
                <a16:creationId xmlns:a16="http://schemas.microsoft.com/office/drawing/2014/main" id="{34B438D8-EF7C-445C-8B7F-953BEB1BC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FE087E2-E4B7-42FA-A441-7EDEE41B0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61B2EF2-665F-429A-9CFB-08C14FAC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B0B1C71-6C49-4F64-8859-9CC59D7D9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6BBF9FA-27D4-45DF-8D9C-623EA4106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F2F0D01-71CB-4693-A192-5BA045A5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740E1FB-ACD1-41FC-9828-9B5D2CAA7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2BABC85-DC43-42B8-8AAA-9198D7A62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22">
              <a:extLst>
                <a:ext uri="{FF2B5EF4-FFF2-40B4-BE49-F238E27FC236}">
                  <a16:creationId xmlns:a16="http://schemas.microsoft.com/office/drawing/2014/main" id="{F48F9955-240E-4180-81B8-5909B1A91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6167D798-7D25-C734-0E38-F855793C1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107" y="113074"/>
            <a:ext cx="3988369" cy="1243180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chemeClr val="tx1"/>
                </a:solidFill>
              </a:rPr>
              <a:t>Sommario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DC4E52-0FB8-32AA-B6EA-A818B04A5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396" y="1258251"/>
            <a:ext cx="3988112" cy="315768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 Tipi di memoria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Caricamento del programma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Rilocazione statica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Rilocazione dinamica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Binding e linking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Tecniche per ottimizzare l’uso della memoria </a:t>
            </a:r>
          </a:p>
        </p:txBody>
      </p:sp>
      <p:pic>
        <p:nvPicPr>
          <p:cNvPr id="14" name="Graphic 7" descr="Segno di spunta">
            <a:extLst>
              <a:ext uri="{FF2B5EF4-FFF2-40B4-BE49-F238E27FC236}">
                <a16:creationId xmlns:a16="http://schemas.microsoft.com/office/drawing/2014/main" id="{2F1BF58A-3508-A75F-EDCD-C77BEE386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8067" y="567942"/>
            <a:ext cx="5716862" cy="5716862"/>
          </a:xfrm>
          <a:prstGeom prst="rect">
            <a:avLst/>
          </a:prstGeo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865E799-AAED-35E7-EF02-F733295617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2/17/2026</a:t>
            </a:fld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5" name="Bottom Right">
            <a:extLst>
              <a:ext uri="{FF2B5EF4-FFF2-40B4-BE49-F238E27FC236}">
                <a16:creationId xmlns:a16="http://schemas.microsoft.com/office/drawing/2014/main" id="{284021E3-6F46-410C-BF43-B2DED7365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48AF179-3265-4A10-A62C-92B7E186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7" name="Graphic 157">
              <a:extLst>
                <a:ext uri="{FF2B5EF4-FFF2-40B4-BE49-F238E27FC236}">
                  <a16:creationId xmlns:a16="http://schemas.microsoft.com/office/drawing/2014/main" id="{30DF5C12-B34D-4E70-8FD0-D98069994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589785B-0300-4D1C-BEFB-DCA5AA045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7F41DF3E-3189-428F-B4FE-AACA35130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7C51D846-61EF-4EB5-BE03-65A572A2EA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C5417C86-AA6B-4AD4-BD75-694E8E07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51D5067E-85F6-4202-AFB5-41F9C9EA74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33">
                <a:extLst>
                  <a:ext uri="{FF2B5EF4-FFF2-40B4-BE49-F238E27FC236}">
                    <a16:creationId xmlns:a16="http://schemas.microsoft.com/office/drawing/2014/main" id="{A9598395-257E-4B18-949B-50F109866B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34">
                <a:extLst>
                  <a:ext uri="{FF2B5EF4-FFF2-40B4-BE49-F238E27FC236}">
                    <a16:creationId xmlns:a16="http://schemas.microsoft.com/office/drawing/2014/main" id="{39DDA522-37EB-48B3-9B62-748F75D36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9D8F012-98AD-4320-BA44-DE1CE4E4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199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6" name="Top left">
            <a:extLst>
              <a:ext uri="{FF2B5EF4-FFF2-40B4-BE49-F238E27FC236}">
                <a16:creationId xmlns:a16="http://schemas.microsoft.com/office/drawing/2014/main" id="{34B438D8-EF7C-445C-8B7F-953BEB1BC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FE087E2-E4B7-42FA-A441-7EDEE41B0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1B2EF2-665F-429A-9CFB-08C14FAC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B0B1C71-6C49-4F64-8859-9CC59D7D9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6BBF9FA-27D4-45DF-8D9C-623EA4106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F2F0D01-71CB-4693-A192-5BA045A5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740E1FB-ACD1-41FC-9828-9B5D2CAA7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2BABC85-DC43-42B8-8AAA-9198D7A62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48F9955-240E-4180-81B8-5909B1A91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3C22FCC4-26B1-66F5-F122-C4B67F46D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2491" y="60679"/>
            <a:ext cx="4897818" cy="1497661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Tipi di memoria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9317C7-065C-6999-7CE8-0081A92EC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721" y="1337665"/>
            <a:ext cx="3988112" cy="3157686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it-IT" sz="1800" dirty="0"/>
              <a:t>Nastro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/>
              <a:t>Disco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/>
              <a:t>Memoria principale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/>
              <a:t>Cache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/>
              <a:t>Registri </a:t>
            </a:r>
          </a:p>
        </p:txBody>
      </p:sp>
      <p:pic>
        <p:nvPicPr>
          <p:cNvPr id="9" name="Graphic 8" descr="PC1">
            <a:extLst>
              <a:ext uri="{FF2B5EF4-FFF2-40B4-BE49-F238E27FC236}">
                <a16:creationId xmlns:a16="http://schemas.microsoft.com/office/drawing/2014/main" id="{E472816F-7653-1FD7-C5C0-21EE9F8EE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8067" y="567942"/>
            <a:ext cx="5716862" cy="5716862"/>
          </a:xfrm>
          <a:prstGeom prst="rect">
            <a:avLst/>
          </a:prstGeo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28BF407-6710-FCD3-48BF-D2CDE63B94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2/17/2026</a:t>
            </a:fld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6" name="Bottom Right">
            <a:extLst>
              <a:ext uri="{FF2B5EF4-FFF2-40B4-BE49-F238E27FC236}">
                <a16:creationId xmlns:a16="http://schemas.microsoft.com/office/drawing/2014/main" id="{284021E3-6F46-410C-BF43-B2DED7365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48AF179-3265-4A10-A62C-92B7E186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8" name="Graphic 157">
              <a:extLst>
                <a:ext uri="{FF2B5EF4-FFF2-40B4-BE49-F238E27FC236}">
                  <a16:creationId xmlns:a16="http://schemas.microsoft.com/office/drawing/2014/main" id="{30DF5C12-B34D-4E70-8FD0-D98069994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589785B-0300-4D1C-BEFB-DCA5AA045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7F41DF3E-3189-428F-B4FE-AACA35130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C51D846-61EF-4EB5-BE03-65A572A2EA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5417C86-AA6B-4AD4-BD75-694E8E07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51D5067E-85F6-4202-AFB5-41F9C9EA74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A9598395-257E-4B18-949B-50F109866B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9DDA522-37EB-48B3-9B62-748F75D36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9D8F012-98AD-4320-BA44-DE1CE4E4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EC43CAE3-586D-5FA2-AEE7-3A79EF15BE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922206" cy="1922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202078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DE99DB-836E-5185-2379-DA768287B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95912"/>
            <a:ext cx="10515600" cy="1179411"/>
          </a:xfrm>
        </p:spPr>
        <p:txBody>
          <a:bodyPr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Caricamento del programma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07F59E-BC27-83AD-B3FA-8DD52C3A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2/17/2026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9" name="Segnaposto contenuto 8">
            <a:extLst>
              <a:ext uri="{FF2B5EF4-FFF2-40B4-BE49-F238E27FC236}">
                <a16:creationId xmlns:a16="http://schemas.microsoft.com/office/drawing/2014/main" id="{31B467A9-1F78-DD81-E426-05CE6E8EB2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9741777"/>
              </p:ext>
            </p:extLst>
          </p:nvPr>
        </p:nvGraphicFramePr>
        <p:xfrm>
          <a:off x="3432687" y="1497525"/>
          <a:ext cx="53266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626">
                  <a:extLst>
                    <a:ext uri="{9D8B030D-6E8A-4147-A177-3AD203B41FA5}">
                      <a16:colId xmlns:a16="http://schemas.microsoft.com/office/drawing/2014/main" val="34630350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Programmi caricati nella memoria centrale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964673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202DEE24-1CD1-90EF-57D9-D830DDDD7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971192"/>
              </p:ext>
            </p:extLst>
          </p:nvPr>
        </p:nvGraphicFramePr>
        <p:xfrm>
          <a:off x="3432687" y="1967384"/>
          <a:ext cx="532662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625">
                  <a:extLst>
                    <a:ext uri="{9D8B030D-6E8A-4147-A177-3AD203B41FA5}">
                      <a16:colId xmlns:a16="http://schemas.microsoft.com/office/drawing/2014/main" val="1906608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Coda di entrata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095776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E72B6AB1-0B19-1119-4704-112D40748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962937"/>
              </p:ext>
            </p:extLst>
          </p:nvPr>
        </p:nvGraphicFramePr>
        <p:xfrm>
          <a:off x="3432686" y="2452248"/>
          <a:ext cx="532662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625">
                  <a:extLst>
                    <a:ext uri="{9D8B030D-6E8A-4147-A177-3AD203B41FA5}">
                      <a16:colId xmlns:a16="http://schemas.microsoft.com/office/drawing/2014/main" val="2644006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Processi pronti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346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5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0 0.2148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C9EA0D-49D3-5F78-7FC3-FC9FEB323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518"/>
            <a:ext cx="10515600" cy="1140082"/>
          </a:xfrm>
        </p:spPr>
        <p:txBody>
          <a:bodyPr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Rilocazione statica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789ACB-4111-38C2-F04B-6A90A545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2/17/2026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C04BB43C-D546-AF41-E6AB-40CC5E780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116953"/>
              </p:ext>
            </p:extLst>
          </p:nvPr>
        </p:nvGraphicFramePr>
        <p:xfrm>
          <a:off x="1874680" y="1722598"/>
          <a:ext cx="282513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135">
                  <a:extLst>
                    <a:ext uri="{9D8B030D-6E8A-4147-A177-3AD203B41FA5}">
                      <a16:colId xmlns:a16="http://schemas.microsoft.com/office/drawing/2014/main" val="758815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a=5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172914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E2832D1D-9015-C4F2-E851-AD28EAFE0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471068"/>
              </p:ext>
            </p:extLst>
          </p:nvPr>
        </p:nvGraphicFramePr>
        <p:xfrm>
          <a:off x="1874683" y="3058160"/>
          <a:ext cx="282513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135">
                  <a:extLst>
                    <a:ext uri="{9D8B030D-6E8A-4147-A177-3AD203B41FA5}">
                      <a16:colId xmlns:a16="http://schemas.microsoft.com/office/drawing/2014/main" val="2256947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somma=</a:t>
                      </a:r>
                      <a:r>
                        <a:rPr lang="it-IT" dirty="0" err="1"/>
                        <a:t>a+b</a:t>
                      </a:r>
                      <a:r>
                        <a:rPr lang="it-IT" dirty="0"/>
                        <a:t>=123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23442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ACAF37D6-3CC8-93BE-D772-CAD97D12A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733547"/>
              </p:ext>
            </p:extLst>
          </p:nvPr>
        </p:nvGraphicFramePr>
        <p:xfrm>
          <a:off x="1874681" y="2138046"/>
          <a:ext cx="282513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135">
                  <a:extLst>
                    <a:ext uri="{9D8B030D-6E8A-4147-A177-3AD203B41FA5}">
                      <a16:colId xmlns:a16="http://schemas.microsoft.com/office/drawing/2014/main" val="2135577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b=7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101682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AAF76F08-D76B-2CF8-A35E-7C2F86184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029253"/>
              </p:ext>
            </p:extLst>
          </p:nvPr>
        </p:nvGraphicFramePr>
        <p:xfrm>
          <a:off x="1874682" y="2598103"/>
          <a:ext cx="282513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135">
                  <a:extLst>
                    <a:ext uri="{9D8B030D-6E8A-4147-A177-3AD203B41FA5}">
                      <a16:colId xmlns:a16="http://schemas.microsoft.com/office/drawing/2014/main" val="4069453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moltipl</a:t>
                      </a:r>
                      <a:r>
                        <a:rPr lang="it-IT" dirty="0"/>
                        <a:t>=a*b=35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951525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98A64F92-0197-1DF5-097E-5E0DBC4A4E42}"/>
              </a:ext>
            </a:extLst>
          </p:cNvPr>
          <p:cNvSpPr txBox="1"/>
          <p:nvPr/>
        </p:nvSpPr>
        <p:spPr>
          <a:xfrm>
            <a:off x="1065390" y="1700060"/>
            <a:ext cx="10764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#100                                                                                                                                                           0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B86A4A3-39B9-CA84-84E6-A8FF7FD5B4D9}"/>
              </a:ext>
            </a:extLst>
          </p:cNvPr>
          <p:cNvSpPr txBox="1"/>
          <p:nvPr/>
        </p:nvSpPr>
        <p:spPr>
          <a:xfrm>
            <a:off x="1065390" y="2101541"/>
            <a:ext cx="10828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#101                                                                                                                                                           1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681A33C-FDFE-AA9D-A933-C0E95FEFF050}"/>
              </a:ext>
            </a:extLst>
          </p:cNvPr>
          <p:cNvSpPr txBox="1"/>
          <p:nvPr/>
        </p:nvSpPr>
        <p:spPr>
          <a:xfrm>
            <a:off x="1065390" y="2510860"/>
            <a:ext cx="109704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#102                                                                                                                                                           2</a:t>
            </a:r>
          </a:p>
          <a:p>
            <a:endParaRPr lang="it-IT" dirty="0"/>
          </a:p>
          <a:p>
            <a:r>
              <a:rPr lang="it-IT" dirty="0"/>
              <a:t>       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28CA38E-E0B0-78AA-2B92-00DEAFDFA1C4}"/>
              </a:ext>
            </a:extLst>
          </p:cNvPr>
          <p:cNvSpPr txBox="1"/>
          <p:nvPr/>
        </p:nvSpPr>
        <p:spPr>
          <a:xfrm>
            <a:off x="1051722" y="2962922"/>
            <a:ext cx="10778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#103                                                                                                                                                           3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1841D90-A672-40BA-1640-C4C433A65AD4}"/>
              </a:ext>
            </a:extLst>
          </p:cNvPr>
          <p:cNvSpPr txBox="1"/>
          <p:nvPr/>
        </p:nvSpPr>
        <p:spPr>
          <a:xfrm>
            <a:off x="8160774" y="1722598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  <a:p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3351266-60F5-12EF-B66A-42E7F25D0695}"/>
              </a:ext>
            </a:extLst>
          </p:cNvPr>
          <p:cNvSpPr txBox="1"/>
          <p:nvPr/>
        </p:nvSpPr>
        <p:spPr>
          <a:xfrm>
            <a:off x="1845027" y="1251330"/>
            <a:ext cx="10225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Memoria fisica                                                                                                                indirizzi logici </a:t>
            </a:r>
          </a:p>
        </p:txBody>
      </p:sp>
    </p:spTree>
    <p:extLst>
      <p:ext uri="{BB962C8B-B14F-4D97-AF65-F5344CB8AC3E}">
        <p14:creationId xmlns:p14="http://schemas.microsoft.com/office/powerpoint/2010/main" val="141728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7.40741E-7 L 0.5336 -0.0057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680" y="-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2.59259E-6 L 0.5336 -0.0120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680" y="-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 -0.00718 L 0.5319 -0.0178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23" y="-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3.33333E-6 L 0.53112 -0.0127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49" y="-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305C30-5CFA-04B5-2B08-EA745D0F7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18175"/>
            <a:ext cx="10515600" cy="1049244"/>
          </a:xfrm>
        </p:spPr>
        <p:txBody>
          <a:bodyPr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Rilocazione dinamica 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988541B9-845C-AFD6-C478-2A7C64F8AE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2271646"/>
              </p:ext>
            </p:extLst>
          </p:nvPr>
        </p:nvGraphicFramePr>
        <p:xfrm>
          <a:off x="1429364" y="1567955"/>
          <a:ext cx="15608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871">
                  <a:extLst>
                    <a:ext uri="{9D8B030D-6E8A-4147-A177-3AD203B41FA5}">
                      <a16:colId xmlns:a16="http://schemas.microsoft.com/office/drawing/2014/main" val="3656116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238634"/>
                  </a:ext>
                </a:extLst>
              </a:tr>
            </a:tbl>
          </a:graphicData>
        </a:graphic>
      </p:graphicFrame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32C15E-0052-6919-3575-DACE66A55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2/17/2026</a:t>
            </a:fld>
            <a:endParaRPr 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893FAFDC-FD70-A1A5-B509-8D7EF926E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095709"/>
              </p:ext>
            </p:extLst>
          </p:nvPr>
        </p:nvGraphicFramePr>
        <p:xfrm>
          <a:off x="1429364" y="2080096"/>
          <a:ext cx="15608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871">
                  <a:extLst>
                    <a:ext uri="{9D8B030D-6E8A-4147-A177-3AD203B41FA5}">
                      <a16:colId xmlns:a16="http://schemas.microsoft.com/office/drawing/2014/main" val="1123344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a=5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443681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D565ED93-B76D-8554-3502-1E1A1C5AB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263230"/>
              </p:ext>
            </p:extLst>
          </p:nvPr>
        </p:nvGraphicFramePr>
        <p:xfrm>
          <a:off x="1429363" y="2568863"/>
          <a:ext cx="15608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871">
                  <a:extLst>
                    <a:ext uri="{9D8B030D-6E8A-4147-A177-3AD203B41FA5}">
                      <a16:colId xmlns:a16="http://schemas.microsoft.com/office/drawing/2014/main" val="317619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b=7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154137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9E3D803E-09C8-4771-A02D-D8E4C00B1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455969"/>
              </p:ext>
            </p:extLst>
          </p:nvPr>
        </p:nvGraphicFramePr>
        <p:xfrm>
          <a:off x="1429363" y="3055172"/>
          <a:ext cx="15608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871">
                  <a:extLst>
                    <a:ext uri="{9D8B030D-6E8A-4147-A177-3AD203B41FA5}">
                      <a16:colId xmlns:a16="http://schemas.microsoft.com/office/drawing/2014/main" val="2106330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somma=</a:t>
                      </a:r>
                      <a:r>
                        <a:rPr lang="it-IT" dirty="0" err="1"/>
                        <a:t>a+b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085912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CB10641E-7D0B-9CFB-7C08-3F0C6170E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057922"/>
              </p:ext>
            </p:extLst>
          </p:nvPr>
        </p:nvGraphicFramePr>
        <p:xfrm>
          <a:off x="1429362" y="3547458"/>
          <a:ext cx="15608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871">
                  <a:extLst>
                    <a:ext uri="{9D8B030D-6E8A-4147-A177-3AD203B41FA5}">
                      <a16:colId xmlns:a16="http://schemas.microsoft.com/office/drawing/2014/main" val="1175750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moltipl</a:t>
                      </a:r>
                      <a:r>
                        <a:rPr lang="it-IT" dirty="0"/>
                        <a:t>=a*b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368092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C6D0F3A2-DF52-D0EE-033D-626ECE0F2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493904"/>
              </p:ext>
            </p:extLst>
          </p:nvPr>
        </p:nvGraphicFramePr>
        <p:xfrm>
          <a:off x="1429361" y="4059599"/>
          <a:ext cx="15608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871">
                  <a:extLst>
                    <a:ext uri="{9D8B030D-6E8A-4147-A177-3AD203B41FA5}">
                      <a16:colId xmlns:a16="http://schemas.microsoft.com/office/drawing/2014/main" val="19862319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371283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88562FC-2977-57AC-4B3D-FF60E9735565}"/>
              </a:ext>
            </a:extLst>
          </p:cNvPr>
          <p:cNvSpPr txBox="1"/>
          <p:nvPr/>
        </p:nvSpPr>
        <p:spPr>
          <a:xfrm>
            <a:off x="635177" y="1570388"/>
            <a:ext cx="100928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#234                                                                                                                                       0</a:t>
            </a:r>
            <a:r>
              <a:rPr lang="it-IT" dirty="0">
                <a:sym typeface="Wingdings" panose="05000000000000000000" pitchFamily="2" charset="2"/>
              </a:rPr>
              <a:t>235</a:t>
            </a:r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BC1C555-36A4-0A33-5F89-63A2ECEA5995}"/>
              </a:ext>
            </a:extLst>
          </p:cNvPr>
          <p:cNvSpPr txBox="1"/>
          <p:nvPr/>
        </p:nvSpPr>
        <p:spPr>
          <a:xfrm>
            <a:off x="635178" y="2031128"/>
            <a:ext cx="10835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#235                                                                                                                                       1</a:t>
            </a:r>
            <a:r>
              <a:rPr lang="it-IT" dirty="0">
                <a:sym typeface="Wingdings" panose="05000000000000000000" pitchFamily="2" charset="2"/>
              </a:rPr>
              <a:t>236</a:t>
            </a:r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2426395-1831-D5B3-24E0-43D6C685D370}"/>
              </a:ext>
            </a:extLst>
          </p:cNvPr>
          <p:cNvSpPr txBox="1"/>
          <p:nvPr/>
        </p:nvSpPr>
        <p:spPr>
          <a:xfrm>
            <a:off x="646013" y="2599213"/>
            <a:ext cx="11055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#236                                                                                                                                       2</a:t>
            </a:r>
            <a:r>
              <a:rPr lang="it-IT" dirty="0">
                <a:sym typeface="Wingdings" panose="05000000000000000000" pitchFamily="2" charset="2"/>
              </a:rPr>
              <a:t>237</a:t>
            </a: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2FD03E9-82B0-4459-FCB1-A059791A7D26}"/>
              </a:ext>
            </a:extLst>
          </p:cNvPr>
          <p:cNvSpPr txBox="1"/>
          <p:nvPr/>
        </p:nvSpPr>
        <p:spPr>
          <a:xfrm>
            <a:off x="596077" y="3105694"/>
            <a:ext cx="11055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#237                                                                                                                                        3</a:t>
            </a:r>
            <a:r>
              <a:rPr lang="it-IT" dirty="0">
                <a:sym typeface="Wingdings" panose="05000000000000000000" pitchFamily="2" charset="2"/>
              </a:rPr>
              <a:t>238</a:t>
            </a:r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608676D8-C05D-642E-B70E-B9C9CEE254BE}"/>
              </a:ext>
            </a:extLst>
          </p:cNvPr>
          <p:cNvSpPr txBox="1"/>
          <p:nvPr/>
        </p:nvSpPr>
        <p:spPr>
          <a:xfrm>
            <a:off x="635178" y="3546773"/>
            <a:ext cx="1020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#238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1E2E0A5-AADD-2B15-BFBD-831FF5B146CB}"/>
              </a:ext>
            </a:extLst>
          </p:cNvPr>
          <p:cNvSpPr txBox="1"/>
          <p:nvPr/>
        </p:nvSpPr>
        <p:spPr>
          <a:xfrm>
            <a:off x="646013" y="4059599"/>
            <a:ext cx="7339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#239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E0FBF41-35ED-EF28-66E0-360F6C3A4763}"/>
              </a:ext>
            </a:extLst>
          </p:cNvPr>
          <p:cNvSpPr txBox="1"/>
          <p:nvPr/>
        </p:nvSpPr>
        <p:spPr>
          <a:xfrm>
            <a:off x="1379972" y="1238865"/>
            <a:ext cx="987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Memoria fisica                                                                                                           indirizzi logici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C25B36AF-EE55-86D8-07BD-6F52B3AC2078}"/>
              </a:ext>
            </a:extLst>
          </p:cNvPr>
          <p:cNvCxnSpPr>
            <a:cxnSpLocks/>
          </p:cNvCxnSpPr>
          <p:nvPr/>
        </p:nvCxnSpPr>
        <p:spPr>
          <a:xfrm>
            <a:off x="3106994" y="2222090"/>
            <a:ext cx="4744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67DE5B3-42A3-A257-F740-DEB663DE657E}"/>
              </a:ext>
            </a:extLst>
          </p:cNvPr>
          <p:cNvSpPr txBox="1"/>
          <p:nvPr/>
        </p:nvSpPr>
        <p:spPr>
          <a:xfrm>
            <a:off x="3581400" y="2030040"/>
            <a:ext cx="16081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Registro base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 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37E3F763-268B-8219-B8FC-63A80B6D78DA}"/>
              </a:ext>
            </a:extLst>
          </p:cNvPr>
          <p:cNvCxnSpPr>
            <a:cxnSpLocks/>
          </p:cNvCxnSpPr>
          <p:nvPr/>
        </p:nvCxnSpPr>
        <p:spPr>
          <a:xfrm>
            <a:off x="3106994" y="3731439"/>
            <a:ext cx="4744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E8C890F1-194E-07CC-7D67-534693007BAE}"/>
              </a:ext>
            </a:extLst>
          </p:cNvPr>
          <p:cNvSpPr txBox="1"/>
          <p:nvPr/>
        </p:nvSpPr>
        <p:spPr>
          <a:xfrm>
            <a:off x="3581398" y="3563272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Registro limite </a:t>
            </a:r>
          </a:p>
        </p:txBody>
      </p:sp>
    </p:spTree>
    <p:extLst>
      <p:ext uri="{BB962C8B-B14F-4D97-AF65-F5344CB8AC3E}">
        <p14:creationId xmlns:p14="http://schemas.microsoft.com/office/powerpoint/2010/main" val="4003510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4.07407E-6 L 0.45586 -0.0766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86" y="-3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3.7037E-7 L 0.45586 -0.0879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86" y="-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3.7037E-6 L 0.4582 -0.0847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04" y="-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2.96296E-6 L 0.4599 -0.0865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95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2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5A855E-4574-43D8-80D4-75CDA217A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Binding e linking</a:t>
            </a:r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8DFA333D-22F6-4555-C90F-8DEB341D62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46794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3F96D5-72BA-A4CA-EFC6-4649D1093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2/17/2026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839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39A285-63BB-0036-FC96-157EFD507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60500"/>
          </a:xfrm>
        </p:spPr>
        <p:txBody>
          <a:bodyPr>
            <a:normAutofit/>
          </a:bodyPr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Tecniche per migliorare l’uso della memoria</a:t>
            </a:r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4242203B-98E3-5B17-EE98-7F6956B60D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4401291"/>
              </p:ext>
            </p:extLst>
          </p:nvPr>
        </p:nvGraphicFramePr>
        <p:xfrm>
          <a:off x="838200" y="1825625"/>
          <a:ext cx="10515600" cy="4530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CE2921-526C-FF8B-9700-DBAB13A7D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2/17/2026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78570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81BC67A1-175E-439E-85E2-88911C119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A7B82C-30F1-42B4-BE36-3DB42DD51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8" name="Top Left">
            <a:extLst>
              <a:ext uri="{FF2B5EF4-FFF2-40B4-BE49-F238E27FC236}">
                <a16:creationId xmlns:a16="http://schemas.microsoft.com/office/drawing/2014/main" id="{019E22E7-A14F-465E-A704-1E81AFD8D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6"/>
            <a:ext cx="4853749" cy="5127923"/>
            <a:chOff x="0" y="-3086"/>
            <a:chExt cx="4853749" cy="5127923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EA2AE61-06D9-484D-8DD1-BACA157CCA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54C1B16-3C93-4003-88AD-F74DAD18C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110962" y="150592"/>
              <a:ext cx="5085197" cy="4844224"/>
            </a:xfrm>
            <a:custGeom>
              <a:avLst/>
              <a:gdLst>
                <a:gd name="connsiteX0" fmla="*/ 425663 w 5085197"/>
                <a:gd name="connsiteY0" fmla="*/ 0 h 4844224"/>
                <a:gd name="connsiteX1" fmla="*/ 277263 w 5085197"/>
                <a:gd name="connsiteY1" fmla="*/ 200882 h 4844224"/>
                <a:gd name="connsiteX2" fmla="*/ 155629 w 5085197"/>
                <a:gd name="connsiteY2" fmla="*/ 472154 h 4844224"/>
                <a:gd name="connsiteX3" fmla="*/ 55998 w 5085197"/>
                <a:gd name="connsiteY3" fmla="*/ 785336 h 4844224"/>
                <a:gd name="connsiteX4" fmla="*/ 6182 w 5085197"/>
                <a:gd name="connsiteY4" fmla="*/ 1154335 h 4844224"/>
                <a:gd name="connsiteX5" fmla="*/ 6182 w 5085197"/>
                <a:gd name="connsiteY5" fmla="*/ 1577245 h 4844224"/>
                <a:gd name="connsiteX6" fmla="*/ 59998 w 5085197"/>
                <a:gd name="connsiteY6" fmla="*/ 1960245 h 4844224"/>
                <a:gd name="connsiteX7" fmla="*/ 187633 w 5085197"/>
                <a:gd name="connsiteY7" fmla="*/ 2261426 h 4844224"/>
                <a:gd name="connsiteX8" fmla="*/ 365084 w 5085197"/>
                <a:gd name="connsiteY8" fmla="*/ 2474881 h 4844224"/>
                <a:gd name="connsiteX9" fmla="*/ 642261 w 5085197"/>
                <a:gd name="connsiteY9" fmla="*/ 2658428 h 4844224"/>
                <a:gd name="connsiteX10" fmla="*/ 965254 w 5085197"/>
                <a:gd name="connsiteY10" fmla="*/ 2770156 h 4844224"/>
                <a:gd name="connsiteX11" fmla="*/ 1312155 w 5085197"/>
                <a:gd name="connsiteY11" fmla="*/ 2812066 h 4844224"/>
                <a:gd name="connsiteX12" fmla="*/ 1493606 w 5085197"/>
                <a:gd name="connsiteY12" fmla="*/ 2877884 h 4844224"/>
                <a:gd name="connsiteX13" fmla="*/ 1700965 w 5085197"/>
                <a:gd name="connsiteY13" fmla="*/ 3085338 h 4844224"/>
                <a:gd name="connsiteX14" fmla="*/ 1856508 w 5085197"/>
                <a:gd name="connsiteY14" fmla="*/ 3320701 h 4844224"/>
                <a:gd name="connsiteX15" fmla="*/ 1968141 w 5085197"/>
                <a:gd name="connsiteY15" fmla="*/ 3460337 h 4844224"/>
                <a:gd name="connsiteX16" fmla="*/ 2147593 w 5085197"/>
                <a:gd name="connsiteY16" fmla="*/ 3544157 h 4844224"/>
                <a:gd name="connsiteX17" fmla="*/ 2492493 w 5085197"/>
                <a:gd name="connsiteY17" fmla="*/ 3544157 h 4844224"/>
                <a:gd name="connsiteX18" fmla="*/ 2729760 w 5085197"/>
                <a:gd name="connsiteY18" fmla="*/ 3544157 h 4844224"/>
                <a:gd name="connsiteX19" fmla="*/ 2865301 w 5085197"/>
                <a:gd name="connsiteY19" fmla="*/ 3627978 h 4844224"/>
                <a:gd name="connsiteX20" fmla="*/ 2984935 w 5085197"/>
                <a:gd name="connsiteY20" fmla="*/ 3773615 h 4844224"/>
                <a:gd name="connsiteX21" fmla="*/ 3126477 w 5085197"/>
                <a:gd name="connsiteY21" fmla="*/ 3995071 h 4844224"/>
                <a:gd name="connsiteX22" fmla="*/ 3293926 w 5085197"/>
                <a:gd name="connsiteY22" fmla="*/ 4348163 h 4844224"/>
                <a:gd name="connsiteX23" fmla="*/ 3445469 w 5085197"/>
                <a:gd name="connsiteY23" fmla="*/ 4623435 h 4844224"/>
                <a:gd name="connsiteX24" fmla="*/ 3549196 w 5085197"/>
                <a:gd name="connsiteY24" fmla="*/ 4727163 h 4844224"/>
                <a:gd name="connsiteX25" fmla="*/ 3953913 w 5085197"/>
                <a:gd name="connsiteY25" fmla="*/ 4773073 h 4844224"/>
                <a:gd name="connsiteX26" fmla="*/ 4406542 w 5085197"/>
                <a:gd name="connsiteY26" fmla="*/ 4729163 h 4844224"/>
                <a:gd name="connsiteX27" fmla="*/ 4573991 w 5085197"/>
                <a:gd name="connsiteY27" fmla="*/ 4709256 h 4844224"/>
                <a:gd name="connsiteX28" fmla="*/ 5085198 w 5085197"/>
                <a:gd name="connsiteY28" fmla="*/ 4844225 h 484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085197" h="4844224">
                  <a:moveTo>
                    <a:pt x="425663" y="0"/>
                  </a:moveTo>
                  <a:cubicBezTo>
                    <a:pt x="425663" y="0"/>
                    <a:pt x="309172" y="142875"/>
                    <a:pt x="277263" y="200882"/>
                  </a:cubicBezTo>
                  <a:cubicBezTo>
                    <a:pt x="229448" y="287846"/>
                    <a:pt x="191253" y="379571"/>
                    <a:pt x="155629" y="472154"/>
                  </a:cubicBezTo>
                  <a:cubicBezTo>
                    <a:pt x="116291" y="574548"/>
                    <a:pt x="80953" y="678561"/>
                    <a:pt x="55998" y="785336"/>
                  </a:cubicBezTo>
                  <a:cubicBezTo>
                    <a:pt x="27804" y="906399"/>
                    <a:pt x="13707" y="1030224"/>
                    <a:pt x="6182" y="1154335"/>
                  </a:cubicBezTo>
                  <a:cubicBezTo>
                    <a:pt x="-2391" y="1295114"/>
                    <a:pt x="-1724" y="1436370"/>
                    <a:pt x="6182" y="1577245"/>
                  </a:cubicBezTo>
                  <a:cubicBezTo>
                    <a:pt x="13421" y="1706309"/>
                    <a:pt x="26851" y="1835372"/>
                    <a:pt x="59998" y="1960245"/>
                  </a:cubicBezTo>
                  <a:cubicBezTo>
                    <a:pt x="88097" y="2066258"/>
                    <a:pt x="130007" y="2168176"/>
                    <a:pt x="187633" y="2261426"/>
                  </a:cubicBezTo>
                  <a:cubicBezTo>
                    <a:pt x="236496" y="2340578"/>
                    <a:pt x="296028" y="2412587"/>
                    <a:pt x="365084" y="2474881"/>
                  </a:cubicBezTo>
                  <a:cubicBezTo>
                    <a:pt x="447761" y="2549366"/>
                    <a:pt x="542439" y="2609088"/>
                    <a:pt x="642261" y="2658428"/>
                  </a:cubicBezTo>
                  <a:cubicBezTo>
                    <a:pt x="744941" y="2709196"/>
                    <a:pt x="852573" y="2749963"/>
                    <a:pt x="965254" y="2770156"/>
                  </a:cubicBezTo>
                  <a:cubicBezTo>
                    <a:pt x="1080030" y="2790635"/>
                    <a:pt x="1197664" y="2789778"/>
                    <a:pt x="1312155" y="2812066"/>
                  </a:cubicBezTo>
                  <a:cubicBezTo>
                    <a:pt x="1375877" y="2824448"/>
                    <a:pt x="1437980" y="2844641"/>
                    <a:pt x="1493606" y="2877884"/>
                  </a:cubicBezTo>
                  <a:cubicBezTo>
                    <a:pt x="1578283" y="2928366"/>
                    <a:pt x="1643053" y="3005138"/>
                    <a:pt x="1700965" y="3085338"/>
                  </a:cubicBezTo>
                  <a:cubicBezTo>
                    <a:pt x="1756020" y="3161538"/>
                    <a:pt x="1805645" y="3241548"/>
                    <a:pt x="1856508" y="3320701"/>
                  </a:cubicBezTo>
                  <a:cubicBezTo>
                    <a:pt x="1888893" y="3371183"/>
                    <a:pt x="1922707" y="3421380"/>
                    <a:pt x="1968141" y="3460337"/>
                  </a:cubicBezTo>
                  <a:cubicBezTo>
                    <a:pt x="2019005" y="3503962"/>
                    <a:pt x="2082060" y="3529679"/>
                    <a:pt x="2147593" y="3544157"/>
                  </a:cubicBezTo>
                  <a:cubicBezTo>
                    <a:pt x="2260559" y="3569018"/>
                    <a:pt x="2377526" y="3558445"/>
                    <a:pt x="2492493" y="3544157"/>
                  </a:cubicBezTo>
                  <a:cubicBezTo>
                    <a:pt x="2572122" y="3534251"/>
                    <a:pt x="2653370" y="3521012"/>
                    <a:pt x="2729760" y="3544157"/>
                  </a:cubicBezTo>
                  <a:cubicBezTo>
                    <a:pt x="2781291" y="3559778"/>
                    <a:pt x="2826249" y="3590735"/>
                    <a:pt x="2865301" y="3627978"/>
                  </a:cubicBezTo>
                  <a:cubicBezTo>
                    <a:pt x="2910831" y="3671411"/>
                    <a:pt x="2948550" y="3722180"/>
                    <a:pt x="2984935" y="3773615"/>
                  </a:cubicBezTo>
                  <a:cubicBezTo>
                    <a:pt x="3035608" y="3845147"/>
                    <a:pt x="3084471" y="3918109"/>
                    <a:pt x="3126477" y="3995071"/>
                  </a:cubicBezTo>
                  <a:cubicBezTo>
                    <a:pt x="3188961" y="4109371"/>
                    <a:pt x="3239729" y="4229576"/>
                    <a:pt x="3293926" y="4348163"/>
                  </a:cubicBezTo>
                  <a:cubicBezTo>
                    <a:pt x="3337646" y="4443698"/>
                    <a:pt x="3384318" y="4538187"/>
                    <a:pt x="3445469" y="4623435"/>
                  </a:cubicBezTo>
                  <a:cubicBezTo>
                    <a:pt x="3474330" y="4663631"/>
                    <a:pt x="3507858" y="4700207"/>
                    <a:pt x="3549196" y="4727163"/>
                  </a:cubicBezTo>
                  <a:cubicBezTo>
                    <a:pt x="3665401" y="4802886"/>
                    <a:pt x="3813896" y="4783931"/>
                    <a:pt x="3953913" y="4773073"/>
                  </a:cubicBezTo>
                  <a:cubicBezTo>
                    <a:pt x="4105170" y="4761262"/>
                    <a:pt x="4256904" y="4753928"/>
                    <a:pt x="4406542" y="4729163"/>
                  </a:cubicBezTo>
                  <a:cubicBezTo>
                    <a:pt x="4462168" y="4720019"/>
                    <a:pt x="4517698" y="4709256"/>
                    <a:pt x="4573991" y="4709256"/>
                  </a:cubicBezTo>
                  <a:cubicBezTo>
                    <a:pt x="4675813" y="4709065"/>
                    <a:pt x="4891841" y="4844225"/>
                    <a:pt x="5085198" y="4844225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E65E8AD-ED51-4874-AABA-DDA0C1597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170994" y="210625"/>
              <a:ext cx="5010476" cy="4649438"/>
            </a:xfrm>
            <a:custGeom>
              <a:avLst/>
              <a:gdLst>
                <a:gd name="connsiteX0" fmla="*/ 454193 w 5010476"/>
                <a:gd name="connsiteY0" fmla="*/ 0 h 4649438"/>
                <a:gd name="connsiteX1" fmla="*/ 352085 w 5010476"/>
                <a:gd name="connsiteY1" fmla="*/ 92869 h 4649438"/>
                <a:gd name="connsiteX2" fmla="*/ 242452 w 5010476"/>
                <a:gd name="connsiteY2" fmla="*/ 260414 h 4649438"/>
                <a:gd name="connsiteX3" fmla="*/ 130819 w 5010476"/>
                <a:gd name="connsiteY3" fmla="*/ 535686 h 4649438"/>
                <a:gd name="connsiteX4" fmla="*/ 57000 w 5010476"/>
                <a:gd name="connsiteY4" fmla="*/ 761143 h 4649438"/>
                <a:gd name="connsiteX5" fmla="*/ 3184 w 5010476"/>
                <a:gd name="connsiteY5" fmla="*/ 1140143 h 4649438"/>
                <a:gd name="connsiteX6" fmla="*/ 3184 w 5010476"/>
                <a:gd name="connsiteY6" fmla="*/ 1439704 h 4649438"/>
                <a:gd name="connsiteX7" fmla="*/ 60524 w 5010476"/>
                <a:gd name="connsiteY7" fmla="*/ 1905953 h 4649438"/>
                <a:gd name="connsiteX8" fmla="*/ 213686 w 5010476"/>
                <a:gd name="connsiteY8" fmla="*/ 2269808 h 4649438"/>
                <a:gd name="connsiteX9" fmla="*/ 373325 w 5010476"/>
                <a:gd name="connsiteY9" fmla="*/ 2455926 h 4649438"/>
                <a:gd name="connsiteX10" fmla="*/ 644502 w 5010476"/>
                <a:gd name="connsiteY10" fmla="*/ 2625662 h 4649438"/>
                <a:gd name="connsiteX11" fmla="*/ 902915 w 5010476"/>
                <a:gd name="connsiteY11" fmla="*/ 2697195 h 4649438"/>
                <a:gd name="connsiteX12" fmla="*/ 1224860 w 5010476"/>
                <a:gd name="connsiteY12" fmla="*/ 2719102 h 4649438"/>
                <a:gd name="connsiteX13" fmla="*/ 1430315 w 5010476"/>
                <a:gd name="connsiteY13" fmla="*/ 2731008 h 4649438"/>
                <a:gd name="connsiteX14" fmla="*/ 1652914 w 5010476"/>
                <a:gd name="connsiteY14" fmla="*/ 2852642 h 4649438"/>
                <a:gd name="connsiteX15" fmla="*/ 1739306 w 5010476"/>
                <a:gd name="connsiteY15" fmla="*/ 2985611 h 4649438"/>
                <a:gd name="connsiteX16" fmla="*/ 1848938 w 5010476"/>
                <a:gd name="connsiteY16" fmla="*/ 3155156 h 4649438"/>
                <a:gd name="connsiteX17" fmla="*/ 2015054 w 5010476"/>
                <a:gd name="connsiteY17" fmla="*/ 3294793 h 4649438"/>
                <a:gd name="connsiteX18" fmla="*/ 2231082 w 5010476"/>
                <a:gd name="connsiteY18" fmla="*/ 3336322 h 4649438"/>
                <a:gd name="connsiteX19" fmla="*/ 2427106 w 5010476"/>
                <a:gd name="connsiteY19" fmla="*/ 3278124 h 4649438"/>
                <a:gd name="connsiteX20" fmla="*/ 2531786 w 5010476"/>
                <a:gd name="connsiteY20" fmla="*/ 3151823 h 4649438"/>
                <a:gd name="connsiteX21" fmla="*/ 2520165 w 5010476"/>
                <a:gd name="connsiteY21" fmla="*/ 2907411 h 4649438"/>
                <a:gd name="connsiteX22" fmla="*/ 2481970 w 5010476"/>
                <a:gd name="connsiteY22" fmla="*/ 2648045 h 4649438"/>
                <a:gd name="connsiteX23" fmla="*/ 2458729 w 5010476"/>
                <a:gd name="connsiteY23" fmla="*/ 2513362 h 4649438"/>
                <a:gd name="connsiteX24" fmla="*/ 2458729 w 5010476"/>
                <a:gd name="connsiteY24" fmla="*/ 2408587 h 4649438"/>
                <a:gd name="connsiteX25" fmla="*/ 2581697 w 5010476"/>
                <a:gd name="connsiteY25" fmla="*/ 2310479 h 4649438"/>
                <a:gd name="connsiteX26" fmla="*/ 2762767 w 5010476"/>
                <a:gd name="connsiteY26" fmla="*/ 2325434 h 4649438"/>
                <a:gd name="connsiteX27" fmla="*/ 2872400 w 5010476"/>
                <a:gd name="connsiteY27" fmla="*/ 2410206 h 4649438"/>
                <a:gd name="connsiteX28" fmla="*/ 2925549 w 5010476"/>
                <a:gd name="connsiteY28" fmla="*/ 2637949 h 4649438"/>
                <a:gd name="connsiteX29" fmla="*/ 2820869 w 5010476"/>
                <a:gd name="connsiteY29" fmla="*/ 2968752 h 4649438"/>
                <a:gd name="connsiteX30" fmla="*/ 2789342 w 5010476"/>
                <a:gd name="connsiteY30" fmla="*/ 3194876 h 4649438"/>
                <a:gd name="connsiteX31" fmla="*/ 2889069 w 5010476"/>
                <a:gd name="connsiteY31" fmla="*/ 3447574 h 4649438"/>
                <a:gd name="connsiteX32" fmla="*/ 3070139 w 5010476"/>
                <a:gd name="connsiteY32" fmla="*/ 3783330 h 4649438"/>
                <a:gd name="connsiteX33" fmla="*/ 3181486 w 5010476"/>
                <a:gd name="connsiteY33" fmla="*/ 4014407 h 4649438"/>
                <a:gd name="connsiteX34" fmla="*/ 3351888 w 5010476"/>
                <a:gd name="connsiteY34" fmla="*/ 4312539 h 4649438"/>
                <a:gd name="connsiteX35" fmla="*/ 3512194 w 5010476"/>
                <a:gd name="connsiteY35" fmla="*/ 4504087 h 4649438"/>
                <a:gd name="connsiteX36" fmla="*/ 3670119 w 5010476"/>
                <a:gd name="connsiteY36" fmla="*/ 4595051 h 4649438"/>
                <a:gd name="connsiteX37" fmla="*/ 3909386 w 5010476"/>
                <a:gd name="connsiteY37" fmla="*/ 4623816 h 4649438"/>
                <a:gd name="connsiteX38" fmla="*/ 4136653 w 5010476"/>
                <a:gd name="connsiteY38" fmla="*/ 4623816 h 4649438"/>
                <a:gd name="connsiteX39" fmla="*/ 4435071 w 5010476"/>
                <a:gd name="connsiteY39" fmla="*/ 4599432 h 4649438"/>
                <a:gd name="connsiteX40" fmla="*/ 4562992 w 5010476"/>
                <a:gd name="connsiteY40" fmla="*/ 4599432 h 4649438"/>
                <a:gd name="connsiteX41" fmla="*/ 5010477 w 5010476"/>
                <a:gd name="connsiteY41" fmla="*/ 4649439 h 464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010476" h="4649438">
                  <a:moveTo>
                    <a:pt x="454193" y="0"/>
                  </a:moveTo>
                  <a:cubicBezTo>
                    <a:pt x="448478" y="9811"/>
                    <a:pt x="357800" y="83153"/>
                    <a:pt x="352085" y="92869"/>
                  </a:cubicBezTo>
                  <a:cubicBezTo>
                    <a:pt x="318271" y="150495"/>
                    <a:pt x="275694" y="202597"/>
                    <a:pt x="242452" y="260414"/>
                  </a:cubicBezTo>
                  <a:cubicBezTo>
                    <a:pt x="192922" y="346424"/>
                    <a:pt x="162632" y="441484"/>
                    <a:pt x="130819" y="535686"/>
                  </a:cubicBezTo>
                  <a:cubicBezTo>
                    <a:pt x="105482" y="610648"/>
                    <a:pt x="77574" y="684752"/>
                    <a:pt x="57000" y="761143"/>
                  </a:cubicBezTo>
                  <a:cubicBezTo>
                    <a:pt x="23853" y="884682"/>
                    <a:pt x="8994" y="1012222"/>
                    <a:pt x="3184" y="1140143"/>
                  </a:cubicBezTo>
                  <a:cubicBezTo>
                    <a:pt x="-1388" y="1239964"/>
                    <a:pt x="-721" y="1339882"/>
                    <a:pt x="3184" y="1439704"/>
                  </a:cubicBezTo>
                  <a:cubicBezTo>
                    <a:pt x="9280" y="1596676"/>
                    <a:pt x="22805" y="1753553"/>
                    <a:pt x="60524" y="1905953"/>
                  </a:cubicBezTo>
                  <a:cubicBezTo>
                    <a:pt x="92433" y="2034635"/>
                    <a:pt x="141106" y="2158937"/>
                    <a:pt x="213686" y="2269808"/>
                  </a:cubicBezTo>
                  <a:cubicBezTo>
                    <a:pt x="258644" y="2338483"/>
                    <a:pt x="312080" y="2401253"/>
                    <a:pt x="373325" y="2455926"/>
                  </a:cubicBezTo>
                  <a:cubicBezTo>
                    <a:pt x="453431" y="2527459"/>
                    <a:pt x="545252" y="2584514"/>
                    <a:pt x="644502" y="2625662"/>
                  </a:cubicBezTo>
                  <a:cubicBezTo>
                    <a:pt x="727370" y="2660047"/>
                    <a:pt x="814428" y="2683002"/>
                    <a:pt x="902915" y="2697195"/>
                  </a:cubicBezTo>
                  <a:cubicBezTo>
                    <a:pt x="1009310" y="2714244"/>
                    <a:pt x="1117133" y="2718911"/>
                    <a:pt x="1224860" y="2719102"/>
                  </a:cubicBezTo>
                  <a:cubicBezTo>
                    <a:pt x="1293726" y="2719292"/>
                    <a:pt x="1362878" y="2717673"/>
                    <a:pt x="1430315" y="2731008"/>
                  </a:cubicBezTo>
                  <a:cubicBezTo>
                    <a:pt x="1515563" y="2747867"/>
                    <a:pt x="1595383" y="2787872"/>
                    <a:pt x="1652914" y="2852642"/>
                  </a:cubicBezTo>
                  <a:cubicBezTo>
                    <a:pt x="1688061" y="2892266"/>
                    <a:pt x="1713398" y="2939320"/>
                    <a:pt x="1739306" y="2985611"/>
                  </a:cubicBezTo>
                  <a:cubicBezTo>
                    <a:pt x="1772167" y="3044476"/>
                    <a:pt x="1806743" y="3102578"/>
                    <a:pt x="1848938" y="3155156"/>
                  </a:cubicBezTo>
                  <a:cubicBezTo>
                    <a:pt x="1894754" y="3212306"/>
                    <a:pt x="1949427" y="3262503"/>
                    <a:pt x="2015054" y="3294793"/>
                  </a:cubicBezTo>
                  <a:cubicBezTo>
                    <a:pt x="2081825" y="3327749"/>
                    <a:pt x="2156596" y="3340037"/>
                    <a:pt x="2231082" y="3336322"/>
                  </a:cubicBezTo>
                  <a:cubicBezTo>
                    <a:pt x="2300423" y="3332893"/>
                    <a:pt x="2368813" y="3315557"/>
                    <a:pt x="2427106" y="3278124"/>
                  </a:cubicBezTo>
                  <a:cubicBezTo>
                    <a:pt x="2474541" y="3247644"/>
                    <a:pt x="2513403" y="3204877"/>
                    <a:pt x="2531786" y="3151823"/>
                  </a:cubicBezTo>
                  <a:cubicBezTo>
                    <a:pt x="2558837" y="3073622"/>
                    <a:pt x="2535691" y="2989707"/>
                    <a:pt x="2520165" y="2907411"/>
                  </a:cubicBezTo>
                  <a:cubicBezTo>
                    <a:pt x="2503973" y="2821496"/>
                    <a:pt x="2495781" y="2734342"/>
                    <a:pt x="2481970" y="2648045"/>
                  </a:cubicBezTo>
                  <a:cubicBezTo>
                    <a:pt x="2474731" y="2603087"/>
                    <a:pt x="2466159" y="2558320"/>
                    <a:pt x="2458729" y="2513362"/>
                  </a:cubicBezTo>
                  <a:cubicBezTo>
                    <a:pt x="2452919" y="2478310"/>
                    <a:pt x="2447870" y="2442305"/>
                    <a:pt x="2458729" y="2408587"/>
                  </a:cubicBezTo>
                  <a:cubicBezTo>
                    <a:pt x="2475779" y="2355628"/>
                    <a:pt x="2527119" y="2324481"/>
                    <a:pt x="2581697" y="2310479"/>
                  </a:cubicBezTo>
                  <a:cubicBezTo>
                    <a:pt x="2641990" y="2295049"/>
                    <a:pt x="2705617" y="2300954"/>
                    <a:pt x="2762767" y="2325434"/>
                  </a:cubicBezTo>
                  <a:cubicBezTo>
                    <a:pt x="2806011" y="2343912"/>
                    <a:pt x="2844206" y="2372582"/>
                    <a:pt x="2872400" y="2410206"/>
                  </a:cubicBezTo>
                  <a:cubicBezTo>
                    <a:pt x="2920787" y="2474595"/>
                    <a:pt x="2933931" y="2557463"/>
                    <a:pt x="2925549" y="2637949"/>
                  </a:cubicBezTo>
                  <a:cubicBezTo>
                    <a:pt x="2913548" y="2753392"/>
                    <a:pt x="2857636" y="2858262"/>
                    <a:pt x="2820869" y="2968752"/>
                  </a:cubicBezTo>
                  <a:cubicBezTo>
                    <a:pt x="2796486" y="3041904"/>
                    <a:pt x="2780388" y="3118390"/>
                    <a:pt x="2789342" y="3194876"/>
                  </a:cubicBezTo>
                  <a:cubicBezTo>
                    <a:pt x="2799914" y="3285554"/>
                    <a:pt x="2844587" y="3367373"/>
                    <a:pt x="2889069" y="3447574"/>
                  </a:cubicBezTo>
                  <a:cubicBezTo>
                    <a:pt x="2950695" y="3558826"/>
                    <a:pt x="3013560" y="3669506"/>
                    <a:pt x="3070139" y="3783330"/>
                  </a:cubicBezTo>
                  <a:cubicBezTo>
                    <a:pt x="3108239" y="3859911"/>
                    <a:pt x="3143481" y="3937826"/>
                    <a:pt x="3181486" y="4014407"/>
                  </a:cubicBezTo>
                  <a:cubicBezTo>
                    <a:pt x="3232445" y="4116991"/>
                    <a:pt x="3288452" y="4217099"/>
                    <a:pt x="3351888" y="4312539"/>
                  </a:cubicBezTo>
                  <a:cubicBezTo>
                    <a:pt x="3398180" y="4382262"/>
                    <a:pt x="3448567" y="4449795"/>
                    <a:pt x="3512194" y="4504087"/>
                  </a:cubicBezTo>
                  <a:cubicBezTo>
                    <a:pt x="3558867" y="4543901"/>
                    <a:pt x="3611826" y="4575906"/>
                    <a:pt x="3670119" y="4595051"/>
                  </a:cubicBezTo>
                  <a:cubicBezTo>
                    <a:pt x="3746795" y="4620292"/>
                    <a:pt x="3828519" y="4621911"/>
                    <a:pt x="3909386" y="4623816"/>
                  </a:cubicBezTo>
                  <a:cubicBezTo>
                    <a:pt x="3985205" y="4625531"/>
                    <a:pt x="4061025" y="4627436"/>
                    <a:pt x="4136653" y="4623816"/>
                  </a:cubicBezTo>
                  <a:cubicBezTo>
                    <a:pt x="4236380" y="4619054"/>
                    <a:pt x="4335345" y="4605052"/>
                    <a:pt x="4435071" y="4599432"/>
                  </a:cubicBezTo>
                  <a:cubicBezTo>
                    <a:pt x="4477648" y="4597051"/>
                    <a:pt x="4520415" y="4596194"/>
                    <a:pt x="4562992" y="4599432"/>
                  </a:cubicBezTo>
                  <a:cubicBezTo>
                    <a:pt x="4649765" y="4606005"/>
                    <a:pt x="4925799" y="4629150"/>
                    <a:pt x="5010477" y="4649439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8E5C306-3C29-4BD3-97E1-DCA86FF3E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181127" y="220663"/>
              <a:ext cx="4933777" cy="4552473"/>
            </a:xfrm>
            <a:custGeom>
              <a:avLst/>
              <a:gdLst>
                <a:gd name="connsiteX0" fmla="*/ 4933778 w 4933777"/>
                <a:gd name="connsiteY0" fmla="*/ 4552474 h 4552473"/>
                <a:gd name="connsiteX1" fmla="*/ 4020997 w 4933777"/>
                <a:gd name="connsiteY1" fmla="*/ 4493324 h 4552473"/>
                <a:gd name="connsiteX2" fmla="*/ 3777538 w 4933777"/>
                <a:gd name="connsiteY2" fmla="*/ 4468273 h 4552473"/>
                <a:gd name="connsiteX3" fmla="*/ 3411207 w 4933777"/>
                <a:gd name="connsiteY3" fmla="*/ 4277868 h 4552473"/>
                <a:gd name="connsiteX4" fmla="*/ 3215944 w 4933777"/>
                <a:gd name="connsiteY4" fmla="*/ 3958971 h 4552473"/>
                <a:gd name="connsiteX5" fmla="*/ 3056400 w 4933777"/>
                <a:gd name="connsiteY5" fmla="*/ 3618548 h 4552473"/>
                <a:gd name="connsiteX6" fmla="*/ 2963341 w 4933777"/>
                <a:gd name="connsiteY6" fmla="*/ 3314319 h 4552473"/>
                <a:gd name="connsiteX7" fmla="*/ 3029825 w 4933777"/>
                <a:gd name="connsiteY7" fmla="*/ 2870454 h 4552473"/>
                <a:gd name="connsiteX8" fmla="*/ 3094595 w 4933777"/>
                <a:gd name="connsiteY8" fmla="*/ 2449830 h 4552473"/>
                <a:gd name="connsiteX9" fmla="*/ 2979915 w 4933777"/>
                <a:gd name="connsiteY9" fmla="*/ 2245328 h 4552473"/>
                <a:gd name="connsiteX10" fmla="*/ 2843707 w 4933777"/>
                <a:gd name="connsiteY10" fmla="*/ 2162175 h 4552473"/>
                <a:gd name="connsiteX11" fmla="*/ 2529668 w 4933777"/>
                <a:gd name="connsiteY11" fmla="*/ 2080736 h 4552473"/>
                <a:gd name="connsiteX12" fmla="*/ 2336977 w 4933777"/>
                <a:gd name="connsiteY12" fmla="*/ 2125599 h 4552473"/>
                <a:gd name="connsiteX13" fmla="*/ 2044559 w 4933777"/>
                <a:gd name="connsiteY13" fmla="*/ 2271903 h 4552473"/>
                <a:gd name="connsiteX14" fmla="*/ 2007317 w 4933777"/>
                <a:gd name="connsiteY14" fmla="*/ 2312099 h 4552473"/>
                <a:gd name="connsiteX15" fmla="*/ 1999030 w 4933777"/>
                <a:gd name="connsiteY15" fmla="*/ 2371916 h 4552473"/>
                <a:gd name="connsiteX16" fmla="*/ 2129427 w 4933777"/>
                <a:gd name="connsiteY16" fmla="*/ 2502408 h 4552473"/>
                <a:gd name="connsiteX17" fmla="*/ 2226582 w 4933777"/>
                <a:gd name="connsiteY17" fmla="*/ 2627948 h 4552473"/>
                <a:gd name="connsiteX18" fmla="*/ 2273064 w 4933777"/>
                <a:gd name="connsiteY18" fmla="*/ 2782538 h 4552473"/>
                <a:gd name="connsiteX19" fmla="*/ 2203246 w 4933777"/>
                <a:gd name="connsiteY19" fmla="*/ 2993612 h 4552473"/>
                <a:gd name="connsiteX20" fmla="*/ 2115140 w 4933777"/>
                <a:gd name="connsiteY20" fmla="*/ 3048476 h 4552473"/>
                <a:gd name="connsiteX21" fmla="*/ 1952262 w 4933777"/>
                <a:gd name="connsiteY21" fmla="*/ 3025235 h 4552473"/>
                <a:gd name="connsiteX22" fmla="*/ 1801100 w 4933777"/>
                <a:gd name="connsiteY22" fmla="*/ 2888933 h 4552473"/>
                <a:gd name="connsiteX23" fmla="*/ 1722995 w 4933777"/>
                <a:gd name="connsiteY23" fmla="*/ 2689479 h 4552473"/>
                <a:gd name="connsiteX24" fmla="*/ 1653177 w 4933777"/>
                <a:gd name="connsiteY24" fmla="*/ 2574798 h 4552473"/>
                <a:gd name="connsiteX25" fmla="*/ 1500301 w 4933777"/>
                <a:gd name="connsiteY25" fmla="*/ 2531555 h 4552473"/>
                <a:gd name="connsiteX26" fmla="*/ 1364093 w 4933777"/>
                <a:gd name="connsiteY26" fmla="*/ 2583085 h 4552473"/>
                <a:gd name="connsiteX27" fmla="*/ 1191310 w 4933777"/>
                <a:gd name="connsiteY27" fmla="*/ 2618041 h 4552473"/>
                <a:gd name="connsiteX28" fmla="*/ 759351 w 4933777"/>
                <a:gd name="connsiteY28" fmla="*/ 2618041 h 4552473"/>
                <a:gd name="connsiteX29" fmla="*/ 506843 w 4933777"/>
                <a:gd name="connsiteY29" fmla="*/ 2521649 h 4552473"/>
                <a:gd name="connsiteX30" fmla="*/ 290816 w 4933777"/>
                <a:gd name="connsiteY30" fmla="*/ 2343817 h 4552473"/>
                <a:gd name="connsiteX31" fmla="*/ 126320 w 4933777"/>
                <a:gd name="connsiteY31" fmla="*/ 2062925 h 4552473"/>
                <a:gd name="connsiteX32" fmla="*/ 24021 w 4933777"/>
                <a:gd name="connsiteY32" fmla="*/ 1594295 h 4552473"/>
                <a:gd name="connsiteX33" fmla="*/ 1066 w 4933777"/>
                <a:gd name="connsiteY33" fmla="*/ 1140428 h 4552473"/>
                <a:gd name="connsiteX34" fmla="*/ 87172 w 4933777"/>
                <a:gd name="connsiteY34" fmla="*/ 617601 h 4552473"/>
                <a:gd name="connsiteX35" fmla="*/ 256526 w 4933777"/>
                <a:gd name="connsiteY35" fmla="*/ 249936 h 4552473"/>
                <a:gd name="connsiteX36" fmla="*/ 461504 w 4933777"/>
                <a:gd name="connsiteY36" fmla="*/ 0 h 4552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933777" h="4552473">
                  <a:moveTo>
                    <a:pt x="4933778" y="4552474"/>
                  </a:moveTo>
                  <a:cubicBezTo>
                    <a:pt x="4747183" y="4533519"/>
                    <a:pt x="4208735" y="4496562"/>
                    <a:pt x="4020997" y="4493324"/>
                  </a:cubicBezTo>
                  <a:cubicBezTo>
                    <a:pt x="3939273" y="4491895"/>
                    <a:pt x="3857548" y="4485323"/>
                    <a:pt x="3777538" y="4468273"/>
                  </a:cubicBezTo>
                  <a:cubicBezTo>
                    <a:pt x="3639807" y="4438936"/>
                    <a:pt x="3509028" y="4378738"/>
                    <a:pt x="3411207" y="4277868"/>
                  </a:cubicBezTo>
                  <a:cubicBezTo>
                    <a:pt x="3323958" y="4187857"/>
                    <a:pt x="3270236" y="4072414"/>
                    <a:pt x="3215944" y="3958971"/>
                  </a:cubicBezTo>
                  <a:cubicBezTo>
                    <a:pt x="3161842" y="3845909"/>
                    <a:pt x="3106407" y="3733419"/>
                    <a:pt x="3056400" y="3618548"/>
                  </a:cubicBezTo>
                  <a:cubicBezTo>
                    <a:pt x="3013728" y="3520631"/>
                    <a:pt x="2975152" y="3420237"/>
                    <a:pt x="2963341" y="3314319"/>
                  </a:cubicBezTo>
                  <a:cubicBezTo>
                    <a:pt x="2946672" y="3164205"/>
                    <a:pt x="2985249" y="3015329"/>
                    <a:pt x="3029825" y="2870454"/>
                  </a:cubicBezTo>
                  <a:cubicBezTo>
                    <a:pt x="3072498" y="2731865"/>
                    <a:pt x="3122790" y="2590895"/>
                    <a:pt x="3094595" y="2449830"/>
                  </a:cubicBezTo>
                  <a:cubicBezTo>
                    <a:pt x="3078879" y="2371154"/>
                    <a:pt x="3040112" y="2298383"/>
                    <a:pt x="2979915" y="2245328"/>
                  </a:cubicBezTo>
                  <a:cubicBezTo>
                    <a:pt x="2939814" y="2209991"/>
                    <a:pt x="2892094" y="2185035"/>
                    <a:pt x="2843707" y="2162175"/>
                  </a:cubicBezTo>
                  <a:cubicBezTo>
                    <a:pt x="2744075" y="2115312"/>
                    <a:pt x="2639110" y="2075212"/>
                    <a:pt x="2529668" y="2080736"/>
                  </a:cubicBezTo>
                  <a:cubicBezTo>
                    <a:pt x="2463469" y="2084070"/>
                    <a:pt x="2399651" y="2103882"/>
                    <a:pt x="2336977" y="2125599"/>
                  </a:cubicBezTo>
                  <a:cubicBezTo>
                    <a:pt x="2233059" y="2161604"/>
                    <a:pt x="2130094" y="2203133"/>
                    <a:pt x="2044559" y="2271903"/>
                  </a:cubicBezTo>
                  <a:cubicBezTo>
                    <a:pt x="2030177" y="2283524"/>
                    <a:pt x="2016175" y="2295906"/>
                    <a:pt x="2007317" y="2312099"/>
                  </a:cubicBezTo>
                  <a:cubicBezTo>
                    <a:pt x="1997315" y="2330291"/>
                    <a:pt x="1994934" y="2351532"/>
                    <a:pt x="1999030" y="2371916"/>
                  </a:cubicBezTo>
                  <a:cubicBezTo>
                    <a:pt x="2011508" y="2434019"/>
                    <a:pt x="2079040" y="2461165"/>
                    <a:pt x="2129427" y="2502408"/>
                  </a:cubicBezTo>
                  <a:cubicBezTo>
                    <a:pt x="2170766" y="2536222"/>
                    <a:pt x="2202103" y="2580418"/>
                    <a:pt x="2226582" y="2627948"/>
                  </a:cubicBezTo>
                  <a:cubicBezTo>
                    <a:pt x="2251538" y="2676335"/>
                    <a:pt x="2269254" y="2728341"/>
                    <a:pt x="2273064" y="2782538"/>
                  </a:cubicBezTo>
                  <a:cubicBezTo>
                    <a:pt x="2278589" y="2859786"/>
                    <a:pt x="2256395" y="2937605"/>
                    <a:pt x="2203246" y="2993612"/>
                  </a:cubicBezTo>
                  <a:cubicBezTo>
                    <a:pt x="2178957" y="3019235"/>
                    <a:pt x="2149144" y="3039047"/>
                    <a:pt x="2115140" y="3048476"/>
                  </a:cubicBezTo>
                  <a:cubicBezTo>
                    <a:pt x="2060752" y="3063526"/>
                    <a:pt x="2003507" y="3049905"/>
                    <a:pt x="1952262" y="3025235"/>
                  </a:cubicBezTo>
                  <a:cubicBezTo>
                    <a:pt x="1889873" y="2995136"/>
                    <a:pt x="1836724" y="2948369"/>
                    <a:pt x="1801100" y="2888933"/>
                  </a:cubicBezTo>
                  <a:cubicBezTo>
                    <a:pt x="1764239" y="2827591"/>
                    <a:pt x="1748237" y="2756630"/>
                    <a:pt x="1722995" y="2689479"/>
                  </a:cubicBezTo>
                  <a:cubicBezTo>
                    <a:pt x="1706993" y="2646903"/>
                    <a:pt x="1686896" y="2605088"/>
                    <a:pt x="1653177" y="2574798"/>
                  </a:cubicBezTo>
                  <a:cubicBezTo>
                    <a:pt x="1611839" y="2537555"/>
                    <a:pt x="1555260" y="2522315"/>
                    <a:pt x="1500301" y="2531555"/>
                  </a:cubicBezTo>
                  <a:cubicBezTo>
                    <a:pt x="1452295" y="2539651"/>
                    <a:pt x="1409718" y="2565749"/>
                    <a:pt x="1364093" y="2583085"/>
                  </a:cubicBezTo>
                  <a:cubicBezTo>
                    <a:pt x="1308944" y="2603945"/>
                    <a:pt x="1249984" y="2611374"/>
                    <a:pt x="1191310" y="2618041"/>
                  </a:cubicBezTo>
                  <a:cubicBezTo>
                    <a:pt x="1047197" y="2634424"/>
                    <a:pt x="901274" y="2646236"/>
                    <a:pt x="759351" y="2618041"/>
                  </a:cubicBezTo>
                  <a:cubicBezTo>
                    <a:pt x="670388" y="2600325"/>
                    <a:pt x="585329" y="2567083"/>
                    <a:pt x="506843" y="2521649"/>
                  </a:cubicBezTo>
                  <a:cubicBezTo>
                    <a:pt x="425595" y="2474595"/>
                    <a:pt x="352253" y="2414778"/>
                    <a:pt x="290816" y="2343817"/>
                  </a:cubicBezTo>
                  <a:cubicBezTo>
                    <a:pt x="219284" y="2261140"/>
                    <a:pt x="165753" y="2164937"/>
                    <a:pt x="126320" y="2062925"/>
                  </a:cubicBezTo>
                  <a:cubicBezTo>
                    <a:pt x="68503" y="1913192"/>
                    <a:pt x="42500" y="1753838"/>
                    <a:pt x="24021" y="1594295"/>
                  </a:cubicBezTo>
                  <a:cubicBezTo>
                    <a:pt x="6590" y="1443609"/>
                    <a:pt x="-3411" y="1292066"/>
                    <a:pt x="1066" y="1140428"/>
                  </a:cubicBezTo>
                  <a:cubicBezTo>
                    <a:pt x="6305" y="962882"/>
                    <a:pt x="31927" y="786289"/>
                    <a:pt x="87172" y="617601"/>
                  </a:cubicBezTo>
                  <a:cubicBezTo>
                    <a:pt x="129272" y="489014"/>
                    <a:pt x="190423" y="367951"/>
                    <a:pt x="256526" y="249936"/>
                  </a:cubicBezTo>
                  <a:cubicBezTo>
                    <a:pt x="281577" y="205645"/>
                    <a:pt x="431786" y="41243"/>
                    <a:pt x="46150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B2BA2F3-A842-4EA4-8CB8-FD66BD1CE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211647" y="267756"/>
              <a:ext cx="4844417" cy="4402074"/>
            </a:xfrm>
            <a:custGeom>
              <a:avLst/>
              <a:gdLst>
                <a:gd name="connsiteX0" fmla="*/ 486254 w 4844417"/>
                <a:gd name="connsiteY0" fmla="*/ 0 h 4402074"/>
                <a:gd name="connsiteX1" fmla="*/ 223364 w 4844417"/>
                <a:gd name="connsiteY1" fmla="*/ 286226 h 4402074"/>
                <a:gd name="connsiteX2" fmla="*/ 67821 w 4844417"/>
                <a:gd name="connsiteY2" fmla="*/ 699135 h 4402074"/>
                <a:gd name="connsiteX3" fmla="*/ 3 w 4844417"/>
                <a:gd name="connsiteY3" fmla="*/ 1273683 h 4402074"/>
                <a:gd name="connsiteX4" fmla="*/ 135543 w 4844417"/>
                <a:gd name="connsiteY4" fmla="*/ 2031683 h 4402074"/>
                <a:gd name="connsiteX5" fmla="*/ 297088 w 4844417"/>
                <a:gd name="connsiteY5" fmla="*/ 2312956 h 4402074"/>
                <a:gd name="connsiteX6" fmla="*/ 582171 w 4844417"/>
                <a:gd name="connsiteY6" fmla="*/ 2518410 h 4402074"/>
                <a:gd name="connsiteX7" fmla="*/ 972982 w 4844417"/>
                <a:gd name="connsiteY7" fmla="*/ 2518410 h 4402074"/>
                <a:gd name="connsiteX8" fmla="*/ 1389700 w 4844417"/>
                <a:gd name="connsiteY8" fmla="*/ 2350484 h 4402074"/>
                <a:gd name="connsiteX9" fmla="*/ 1665544 w 4844417"/>
                <a:gd name="connsiteY9" fmla="*/ 2204180 h 4402074"/>
                <a:gd name="connsiteX10" fmla="*/ 2180656 w 4844417"/>
                <a:gd name="connsiteY10" fmla="*/ 1966436 h 4402074"/>
                <a:gd name="connsiteX11" fmla="*/ 2499649 w 4844417"/>
                <a:gd name="connsiteY11" fmla="*/ 1926527 h 4402074"/>
                <a:gd name="connsiteX12" fmla="*/ 2867695 w 4844417"/>
                <a:gd name="connsiteY12" fmla="*/ 2041303 h 4402074"/>
                <a:gd name="connsiteX13" fmla="*/ 3100295 w 4844417"/>
                <a:gd name="connsiteY13" fmla="*/ 2147602 h 4402074"/>
                <a:gd name="connsiteX14" fmla="*/ 3275174 w 4844417"/>
                <a:gd name="connsiteY14" fmla="*/ 2370582 h 4402074"/>
                <a:gd name="connsiteX15" fmla="*/ 3246123 w 4844417"/>
                <a:gd name="connsiteY15" fmla="*/ 2631948 h 4402074"/>
                <a:gd name="connsiteX16" fmla="*/ 3102581 w 4844417"/>
                <a:gd name="connsiteY16" fmla="*/ 2947892 h 4402074"/>
                <a:gd name="connsiteX17" fmla="*/ 3070958 w 4844417"/>
                <a:gd name="connsiteY17" fmla="*/ 3462052 h 4402074"/>
                <a:gd name="connsiteX18" fmla="*/ 3194402 w 4844417"/>
                <a:gd name="connsiteY18" fmla="*/ 3792379 h 4402074"/>
                <a:gd name="connsiteX19" fmla="*/ 3329371 w 4844417"/>
                <a:gd name="connsiteY19" fmla="*/ 4048030 h 4402074"/>
                <a:gd name="connsiteX20" fmla="*/ 3539017 w 4844417"/>
                <a:gd name="connsiteY20" fmla="*/ 4257771 h 4402074"/>
                <a:gd name="connsiteX21" fmla="*/ 3911254 w 4844417"/>
                <a:gd name="connsiteY21" fmla="*/ 4353592 h 4402074"/>
                <a:gd name="connsiteX22" fmla="*/ 4272632 w 4844417"/>
                <a:gd name="connsiteY22" fmla="*/ 4353592 h 4402074"/>
                <a:gd name="connsiteX23" fmla="*/ 4528760 w 4844417"/>
                <a:gd name="connsiteY23" fmla="*/ 4368832 h 4402074"/>
                <a:gd name="connsiteX24" fmla="*/ 4844418 w 4844417"/>
                <a:gd name="connsiteY24" fmla="*/ 4402074 h 4402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844417" h="4402074">
                  <a:moveTo>
                    <a:pt x="486254" y="0"/>
                  </a:moveTo>
                  <a:cubicBezTo>
                    <a:pt x="486254" y="0"/>
                    <a:pt x="289182" y="178689"/>
                    <a:pt x="223364" y="286226"/>
                  </a:cubicBezTo>
                  <a:cubicBezTo>
                    <a:pt x="146116" y="412337"/>
                    <a:pt x="101825" y="555022"/>
                    <a:pt x="67821" y="699135"/>
                  </a:cubicBezTo>
                  <a:cubicBezTo>
                    <a:pt x="23434" y="887540"/>
                    <a:pt x="289" y="1080135"/>
                    <a:pt x="3" y="1273683"/>
                  </a:cubicBezTo>
                  <a:cubicBezTo>
                    <a:pt x="-378" y="1532668"/>
                    <a:pt x="38865" y="1791748"/>
                    <a:pt x="135543" y="2031683"/>
                  </a:cubicBezTo>
                  <a:cubicBezTo>
                    <a:pt x="176215" y="2132648"/>
                    <a:pt x="227650" y="2229231"/>
                    <a:pt x="297088" y="2312956"/>
                  </a:cubicBezTo>
                  <a:cubicBezTo>
                    <a:pt x="373383" y="2404967"/>
                    <a:pt x="469014" y="2480882"/>
                    <a:pt x="582171" y="2518410"/>
                  </a:cubicBezTo>
                  <a:cubicBezTo>
                    <a:pt x="708091" y="2560130"/>
                    <a:pt x="843727" y="2550605"/>
                    <a:pt x="972982" y="2518410"/>
                  </a:cubicBezTo>
                  <a:cubicBezTo>
                    <a:pt x="1118714" y="2482120"/>
                    <a:pt x="1255874" y="2419160"/>
                    <a:pt x="1389700" y="2350484"/>
                  </a:cubicBezTo>
                  <a:cubicBezTo>
                    <a:pt x="1482283" y="2302955"/>
                    <a:pt x="1574104" y="2253996"/>
                    <a:pt x="1665544" y="2204180"/>
                  </a:cubicBezTo>
                  <a:cubicBezTo>
                    <a:pt x="1832137" y="2113407"/>
                    <a:pt x="1999586" y="2022348"/>
                    <a:pt x="2180656" y="1966436"/>
                  </a:cubicBezTo>
                  <a:cubicBezTo>
                    <a:pt x="2284288" y="1934432"/>
                    <a:pt x="2392016" y="1915478"/>
                    <a:pt x="2499649" y="1926527"/>
                  </a:cubicBezTo>
                  <a:cubicBezTo>
                    <a:pt x="2627950" y="1939671"/>
                    <a:pt x="2747108" y="1994535"/>
                    <a:pt x="2867695" y="2041303"/>
                  </a:cubicBezTo>
                  <a:cubicBezTo>
                    <a:pt x="2947514" y="2072259"/>
                    <a:pt x="3028667" y="2100929"/>
                    <a:pt x="3100295" y="2147602"/>
                  </a:cubicBezTo>
                  <a:cubicBezTo>
                    <a:pt x="3182401" y="2201037"/>
                    <a:pt x="3250980" y="2276189"/>
                    <a:pt x="3275174" y="2370582"/>
                  </a:cubicBezTo>
                  <a:cubicBezTo>
                    <a:pt x="3297367" y="2457450"/>
                    <a:pt x="3278508" y="2547747"/>
                    <a:pt x="3246123" y="2631948"/>
                  </a:cubicBezTo>
                  <a:cubicBezTo>
                    <a:pt x="3204403" y="2740057"/>
                    <a:pt x="3142872" y="2839307"/>
                    <a:pt x="3102581" y="2947892"/>
                  </a:cubicBezTo>
                  <a:cubicBezTo>
                    <a:pt x="3041621" y="3112103"/>
                    <a:pt x="3032668" y="3291173"/>
                    <a:pt x="3070958" y="3462052"/>
                  </a:cubicBezTo>
                  <a:cubicBezTo>
                    <a:pt x="3096771" y="3577019"/>
                    <a:pt x="3145063" y="3685223"/>
                    <a:pt x="3194402" y="3792379"/>
                  </a:cubicBezTo>
                  <a:cubicBezTo>
                    <a:pt x="3234788" y="3880104"/>
                    <a:pt x="3276127" y="3967639"/>
                    <a:pt x="3329371" y="4048030"/>
                  </a:cubicBezTo>
                  <a:cubicBezTo>
                    <a:pt x="3384712" y="4131564"/>
                    <a:pt x="3453196" y="4206335"/>
                    <a:pt x="3539017" y="4257771"/>
                  </a:cubicBezTo>
                  <a:cubicBezTo>
                    <a:pt x="3650364" y="4324541"/>
                    <a:pt x="3781142" y="4346924"/>
                    <a:pt x="3911254" y="4353592"/>
                  </a:cubicBezTo>
                  <a:cubicBezTo>
                    <a:pt x="4031554" y="4359783"/>
                    <a:pt x="4152141" y="4351878"/>
                    <a:pt x="4272632" y="4353592"/>
                  </a:cubicBezTo>
                  <a:cubicBezTo>
                    <a:pt x="4358167" y="4354830"/>
                    <a:pt x="4443511" y="4361593"/>
                    <a:pt x="4528760" y="4368832"/>
                  </a:cubicBezTo>
                  <a:cubicBezTo>
                    <a:pt x="4634201" y="4377785"/>
                    <a:pt x="4739738" y="4386644"/>
                    <a:pt x="4844418" y="4402074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1968F54-9FAB-433B-B990-0552F58E04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722281" y="1625540"/>
              <a:ext cx="3915933" cy="2452322"/>
            </a:xfrm>
            <a:custGeom>
              <a:avLst/>
              <a:gdLst>
                <a:gd name="connsiteX0" fmla="*/ 540651 w 3915933"/>
                <a:gd name="connsiteY0" fmla="*/ 0 h 2452322"/>
                <a:gd name="connsiteX1" fmla="*/ 235470 w 3915933"/>
                <a:gd name="connsiteY1" fmla="*/ 274320 h 2452322"/>
                <a:gd name="connsiteX2" fmla="*/ 103929 w 3915933"/>
                <a:gd name="connsiteY2" fmla="*/ 537496 h 2452322"/>
                <a:gd name="connsiteX3" fmla="*/ 2869 w 3915933"/>
                <a:gd name="connsiteY3" fmla="*/ 998792 h 2452322"/>
                <a:gd name="connsiteX4" fmla="*/ 59638 w 3915933"/>
                <a:gd name="connsiteY4" fmla="*/ 1582007 h 2452322"/>
                <a:gd name="connsiteX5" fmla="*/ 139934 w 3915933"/>
                <a:gd name="connsiteY5" fmla="*/ 1897856 h 2452322"/>
                <a:gd name="connsiteX6" fmla="*/ 258996 w 3915933"/>
                <a:gd name="connsiteY6" fmla="*/ 2195703 h 2452322"/>
                <a:gd name="connsiteX7" fmla="*/ 495788 w 3915933"/>
                <a:gd name="connsiteY7" fmla="*/ 2417350 h 2452322"/>
                <a:gd name="connsiteX8" fmla="*/ 627328 w 3915933"/>
                <a:gd name="connsiteY8" fmla="*/ 2450592 h 2452322"/>
                <a:gd name="connsiteX9" fmla="*/ 1170063 w 3915933"/>
                <a:gd name="connsiteY9" fmla="*/ 2249710 h 2452322"/>
                <a:gd name="connsiteX10" fmla="*/ 1352847 w 3915933"/>
                <a:gd name="connsiteY10" fmla="*/ 2102834 h 2452322"/>
                <a:gd name="connsiteX11" fmla="*/ 1978735 w 3915933"/>
                <a:gd name="connsiteY11" fmla="*/ 1834134 h 2452322"/>
                <a:gd name="connsiteX12" fmla="*/ 2306872 w 3915933"/>
                <a:gd name="connsiteY12" fmla="*/ 1789843 h 2452322"/>
                <a:gd name="connsiteX13" fmla="*/ 2731972 w 3915933"/>
                <a:gd name="connsiteY13" fmla="*/ 1870234 h 2452322"/>
                <a:gd name="connsiteX14" fmla="*/ 3172313 w 3915933"/>
                <a:gd name="connsiteY14" fmla="*/ 2021205 h 2452322"/>
                <a:gd name="connsiteX15" fmla="*/ 3573887 w 3915933"/>
                <a:gd name="connsiteY15" fmla="*/ 2010156 h 2452322"/>
                <a:gd name="connsiteX16" fmla="*/ 3860494 w 3915933"/>
                <a:gd name="connsiteY16" fmla="*/ 1867472 h 2452322"/>
                <a:gd name="connsiteX17" fmla="*/ 3913072 w 3915933"/>
                <a:gd name="connsiteY17" fmla="*/ 1652778 h 2452322"/>
                <a:gd name="connsiteX18" fmla="*/ 3681805 w 3915933"/>
                <a:gd name="connsiteY18" fmla="*/ 1295400 h 2452322"/>
                <a:gd name="connsiteX19" fmla="*/ 3029533 w 3915933"/>
                <a:gd name="connsiteY19" fmla="*/ 812197 h 2452322"/>
                <a:gd name="connsiteX20" fmla="*/ 2789789 w 3915933"/>
                <a:gd name="connsiteY20" fmla="*/ 668941 h 2452322"/>
                <a:gd name="connsiteX21" fmla="*/ 2510135 w 3915933"/>
                <a:gd name="connsiteY21" fmla="*/ 498539 h 2452322"/>
                <a:gd name="connsiteX22" fmla="*/ 2281630 w 3915933"/>
                <a:gd name="connsiteY22" fmla="*/ 355854 h 2452322"/>
                <a:gd name="connsiteX23" fmla="*/ 2002357 w 3915933"/>
                <a:gd name="connsiteY23" fmla="*/ 161544 h 2452322"/>
                <a:gd name="connsiteX24" fmla="*/ 1726037 w 3915933"/>
                <a:gd name="connsiteY24" fmla="*/ 0 h 2452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915933" h="2452322">
                  <a:moveTo>
                    <a:pt x="540651" y="0"/>
                  </a:moveTo>
                  <a:cubicBezTo>
                    <a:pt x="540651" y="0"/>
                    <a:pt x="298906" y="176213"/>
                    <a:pt x="235470" y="274320"/>
                  </a:cubicBezTo>
                  <a:cubicBezTo>
                    <a:pt x="182130" y="356997"/>
                    <a:pt x="139172" y="445675"/>
                    <a:pt x="103929" y="537496"/>
                  </a:cubicBezTo>
                  <a:cubicBezTo>
                    <a:pt x="47160" y="685324"/>
                    <a:pt x="12585" y="840772"/>
                    <a:pt x="2869" y="998792"/>
                  </a:cubicBezTo>
                  <a:cubicBezTo>
                    <a:pt x="-9228" y="1194530"/>
                    <a:pt x="18300" y="1390079"/>
                    <a:pt x="59638" y="1582007"/>
                  </a:cubicBezTo>
                  <a:cubicBezTo>
                    <a:pt x="82498" y="1688211"/>
                    <a:pt x="110121" y="1793367"/>
                    <a:pt x="139934" y="1897856"/>
                  </a:cubicBezTo>
                  <a:cubicBezTo>
                    <a:pt x="169461" y="2001393"/>
                    <a:pt x="202894" y="2104073"/>
                    <a:pt x="258996" y="2195703"/>
                  </a:cubicBezTo>
                  <a:cubicBezTo>
                    <a:pt x="316623" y="2289810"/>
                    <a:pt x="395585" y="2371725"/>
                    <a:pt x="495788" y="2417350"/>
                  </a:cubicBezTo>
                  <a:cubicBezTo>
                    <a:pt x="537317" y="2436305"/>
                    <a:pt x="581799" y="2446973"/>
                    <a:pt x="627328" y="2450592"/>
                  </a:cubicBezTo>
                  <a:cubicBezTo>
                    <a:pt x="824686" y="2466404"/>
                    <a:pt x="1012233" y="2371820"/>
                    <a:pt x="1170063" y="2249710"/>
                  </a:cubicBezTo>
                  <a:cubicBezTo>
                    <a:pt x="1231975" y="2201894"/>
                    <a:pt x="1290554" y="2150174"/>
                    <a:pt x="1352847" y="2102834"/>
                  </a:cubicBezTo>
                  <a:cubicBezTo>
                    <a:pt x="1535346" y="1964246"/>
                    <a:pt x="1755564" y="1887760"/>
                    <a:pt x="1978735" y="1834134"/>
                  </a:cubicBezTo>
                  <a:cubicBezTo>
                    <a:pt x="2086558" y="1808226"/>
                    <a:pt x="2196096" y="1789462"/>
                    <a:pt x="2306872" y="1789843"/>
                  </a:cubicBezTo>
                  <a:cubicBezTo>
                    <a:pt x="2451842" y="1790319"/>
                    <a:pt x="2594812" y="1822514"/>
                    <a:pt x="2731972" y="1870234"/>
                  </a:cubicBezTo>
                  <a:cubicBezTo>
                    <a:pt x="2879038" y="1921383"/>
                    <a:pt x="3019627" y="1991963"/>
                    <a:pt x="3172313" y="2021205"/>
                  </a:cubicBezTo>
                  <a:cubicBezTo>
                    <a:pt x="3305091" y="2046732"/>
                    <a:pt x="3441204" y="2037017"/>
                    <a:pt x="3573887" y="2010156"/>
                  </a:cubicBezTo>
                  <a:cubicBezTo>
                    <a:pt x="3682567" y="1988153"/>
                    <a:pt x="3793724" y="1954435"/>
                    <a:pt x="3860494" y="1867472"/>
                  </a:cubicBezTo>
                  <a:cubicBezTo>
                    <a:pt x="3907167" y="1806607"/>
                    <a:pt x="3923073" y="1728978"/>
                    <a:pt x="3913072" y="1652778"/>
                  </a:cubicBezTo>
                  <a:cubicBezTo>
                    <a:pt x="3894118" y="1508570"/>
                    <a:pt x="3788866" y="1396079"/>
                    <a:pt x="3681805" y="1295400"/>
                  </a:cubicBezTo>
                  <a:cubicBezTo>
                    <a:pt x="3484162" y="1109472"/>
                    <a:pt x="3261277" y="953548"/>
                    <a:pt x="3029533" y="812197"/>
                  </a:cubicBezTo>
                  <a:cubicBezTo>
                    <a:pt x="2949999" y="763715"/>
                    <a:pt x="2869704" y="716661"/>
                    <a:pt x="2789789" y="668941"/>
                  </a:cubicBezTo>
                  <a:cubicBezTo>
                    <a:pt x="2696063" y="612934"/>
                    <a:pt x="2603289" y="555403"/>
                    <a:pt x="2510135" y="498539"/>
                  </a:cubicBezTo>
                  <a:cubicBezTo>
                    <a:pt x="2433459" y="451771"/>
                    <a:pt x="2356592" y="405384"/>
                    <a:pt x="2281630" y="355854"/>
                  </a:cubicBezTo>
                  <a:cubicBezTo>
                    <a:pt x="2187047" y="293370"/>
                    <a:pt x="2095988" y="225457"/>
                    <a:pt x="2002357" y="161544"/>
                  </a:cubicBezTo>
                  <a:cubicBezTo>
                    <a:pt x="1892439" y="86487"/>
                    <a:pt x="1726037" y="0"/>
                    <a:pt x="1726037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890D7E4-2E90-4189-AA14-2693B94739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0" y="511531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D53848D-8416-4C24-A2D1-CB2D5EF4B1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0" y="511531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5C6ABEA-3701-4591-9F7A-DF96C707B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0" y="511531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BABF3D0-6D14-430A-8648-AA359FF6D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450974" y="2432177"/>
              <a:ext cx="2567851" cy="1647045"/>
            </a:xfrm>
            <a:custGeom>
              <a:avLst/>
              <a:gdLst>
                <a:gd name="connsiteX0" fmla="*/ 630083 w 2567851"/>
                <a:gd name="connsiteY0" fmla="*/ 95 h 1647045"/>
                <a:gd name="connsiteX1" fmla="*/ 124686 w 2567851"/>
                <a:gd name="connsiteY1" fmla="*/ 410718 h 1647045"/>
                <a:gd name="connsiteX2" fmla="*/ 26674 w 2567851"/>
                <a:gd name="connsiteY2" fmla="*/ 689991 h 1647045"/>
                <a:gd name="connsiteX3" fmla="*/ 1718 w 2567851"/>
                <a:gd name="connsiteY3" fmla="*/ 974217 h 1647045"/>
                <a:gd name="connsiteX4" fmla="*/ 56582 w 2567851"/>
                <a:gd name="connsiteY4" fmla="*/ 1208627 h 1647045"/>
                <a:gd name="connsiteX5" fmla="*/ 212792 w 2567851"/>
                <a:gd name="connsiteY5" fmla="*/ 1443038 h 1647045"/>
                <a:gd name="connsiteX6" fmla="*/ 385576 w 2567851"/>
                <a:gd name="connsiteY6" fmla="*/ 1590961 h 1647045"/>
                <a:gd name="connsiteX7" fmla="*/ 528451 w 2567851"/>
                <a:gd name="connsiteY7" fmla="*/ 1645825 h 1647045"/>
                <a:gd name="connsiteX8" fmla="*/ 739430 w 2567851"/>
                <a:gd name="connsiteY8" fmla="*/ 1604296 h 1647045"/>
                <a:gd name="connsiteX9" fmla="*/ 1023560 w 2567851"/>
                <a:gd name="connsiteY9" fmla="*/ 1517809 h 1647045"/>
                <a:gd name="connsiteX10" fmla="*/ 1384082 w 2567851"/>
                <a:gd name="connsiteY10" fmla="*/ 1394841 h 1647045"/>
                <a:gd name="connsiteX11" fmla="*/ 1872619 w 2567851"/>
                <a:gd name="connsiteY11" fmla="*/ 1318355 h 1647045"/>
                <a:gd name="connsiteX12" fmla="*/ 2169989 w 2567851"/>
                <a:gd name="connsiteY12" fmla="*/ 1359884 h 1647045"/>
                <a:gd name="connsiteX13" fmla="*/ 2331152 w 2567851"/>
                <a:gd name="connsiteY13" fmla="*/ 1359884 h 1647045"/>
                <a:gd name="connsiteX14" fmla="*/ 2500602 w 2567851"/>
                <a:gd name="connsiteY14" fmla="*/ 1351598 h 1647045"/>
                <a:gd name="connsiteX15" fmla="*/ 2557085 w 2567851"/>
                <a:gd name="connsiteY15" fmla="*/ 1316641 h 1647045"/>
                <a:gd name="connsiteX16" fmla="*/ 2533844 w 2567851"/>
                <a:gd name="connsiteY16" fmla="*/ 1195292 h 1647045"/>
                <a:gd name="connsiteX17" fmla="*/ 2312864 w 2567851"/>
                <a:gd name="connsiteY17" fmla="*/ 1005745 h 1647045"/>
                <a:gd name="connsiteX18" fmla="*/ 1980537 w 2567851"/>
                <a:gd name="connsiteY18" fmla="*/ 763048 h 1647045"/>
                <a:gd name="connsiteX19" fmla="*/ 1706408 w 2567851"/>
                <a:gd name="connsiteY19" fmla="*/ 548640 h 1647045"/>
                <a:gd name="connsiteX20" fmla="*/ 1422372 w 2567851"/>
                <a:gd name="connsiteY20" fmla="*/ 328803 h 1647045"/>
                <a:gd name="connsiteX21" fmla="*/ 960695 w 2567851"/>
                <a:gd name="connsiteY21" fmla="*/ 0 h 164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67851" h="1647045">
                  <a:moveTo>
                    <a:pt x="630083" y="95"/>
                  </a:moveTo>
                  <a:cubicBezTo>
                    <a:pt x="431201" y="60008"/>
                    <a:pt x="185837" y="291751"/>
                    <a:pt x="124686" y="410718"/>
                  </a:cubicBezTo>
                  <a:cubicBezTo>
                    <a:pt x="79442" y="498920"/>
                    <a:pt x="47438" y="593027"/>
                    <a:pt x="26674" y="689991"/>
                  </a:cubicBezTo>
                  <a:cubicBezTo>
                    <a:pt x="6576" y="783431"/>
                    <a:pt x="-4473" y="878967"/>
                    <a:pt x="1718" y="974217"/>
                  </a:cubicBezTo>
                  <a:cubicBezTo>
                    <a:pt x="7052" y="1054894"/>
                    <a:pt x="24674" y="1134332"/>
                    <a:pt x="56582" y="1208627"/>
                  </a:cubicBezTo>
                  <a:cubicBezTo>
                    <a:pt x="93825" y="1295495"/>
                    <a:pt x="148975" y="1373219"/>
                    <a:pt x="212792" y="1443038"/>
                  </a:cubicBezTo>
                  <a:cubicBezTo>
                    <a:pt x="264227" y="1499330"/>
                    <a:pt x="320996" y="1550575"/>
                    <a:pt x="385576" y="1590961"/>
                  </a:cubicBezTo>
                  <a:cubicBezTo>
                    <a:pt x="429486" y="1618393"/>
                    <a:pt x="477111" y="1640681"/>
                    <a:pt x="528451" y="1645825"/>
                  </a:cubicBezTo>
                  <a:cubicBezTo>
                    <a:pt x="600460" y="1653064"/>
                    <a:pt x="670278" y="1626680"/>
                    <a:pt x="739430" y="1604296"/>
                  </a:cubicBezTo>
                  <a:cubicBezTo>
                    <a:pt x="833632" y="1573721"/>
                    <a:pt x="929453" y="1548479"/>
                    <a:pt x="1023560" y="1517809"/>
                  </a:cubicBezTo>
                  <a:cubicBezTo>
                    <a:pt x="1144337" y="1478471"/>
                    <a:pt x="1262924" y="1432846"/>
                    <a:pt x="1384082" y="1394841"/>
                  </a:cubicBezTo>
                  <a:cubicBezTo>
                    <a:pt x="1542959" y="1345025"/>
                    <a:pt x="1707074" y="1305497"/>
                    <a:pt x="1872619" y="1318355"/>
                  </a:cubicBezTo>
                  <a:cubicBezTo>
                    <a:pt x="1972536" y="1326071"/>
                    <a:pt x="2070072" y="1353312"/>
                    <a:pt x="2169989" y="1359884"/>
                  </a:cubicBezTo>
                  <a:cubicBezTo>
                    <a:pt x="2223615" y="1363409"/>
                    <a:pt x="2277431" y="1359503"/>
                    <a:pt x="2331152" y="1359884"/>
                  </a:cubicBezTo>
                  <a:cubicBezTo>
                    <a:pt x="2388112" y="1360265"/>
                    <a:pt x="2445738" y="1366076"/>
                    <a:pt x="2500602" y="1351598"/>
                  </a:cubicBezTo>
                  <a:cubicBezTo>
                    <a:pt x="2522986" y="1345692"/>
                    <a:pt x="2544322" y="1335691"/>
                    <a:pt x="2557085" y="1316641"/>
                  </a:cubicBezTo>
                  <a:cubicBezTo>
                    <a:pt x="2581850" y="1279874"/>
                    <a:pt x="2559562" y="1233202"/>
                    <a:pt x="2533844" y="1195292"/>
                  </a:cubicBezTo>
                  <a:cubicBezTo>
                    <a:pt x="2478790" y="1114330"/>
                    <a:pt x="2394208" y="1060990"/>
                    <a:pt x="2312864" y="1005745"/>
                  </a:cubicBezTo>
                  <a:cubicBezTo>
                    <a:pt x="2199326" y="928688"/>
                    <a:pt x="2089027" y="847058"/>
                    <a:pt x="1980537" y="763048"/>
                  </a:cubicBezTo>
                  <a:cubicBezTo>
                    <a:pt x="1888811" y="691991"/>
                    <a:pt x="1796514" y="621697"/>
                    <a:pt x="1706408" y="548640"/>
                  </a:cubicBezTo>
                  <a:cubicBezTo>
                    <a:pt x="1554865" y="425672"/>
                    <a:pt x="1572105" y="453866"/>
                    <a:pt x="1422372" y="328803"/>
                  </a:cubicBezTo>
                  <a:cubicBezTo>
                    <a:pt x="1381224" y="294418"/>
                    <a:pt x="1009749" y="21146"/>
                    <a:pt x="96069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C04F5C9-F7C6-4B5D-AA5A-252D9DDBA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205503" y="1886195"/>
              <a:ext cx="1676495" cy="1223010"/>
            </a:xfrm>
            <a:custGeom>
              <a:avLst/>
              <a:gdLst>
                <a:gd name="connsiteX0" fmla="*/ 1676495 w 1676495"/>
                <a:gd name="connsiteY0" fmla="*/ 1223010 h 1223010"/>
                <a:gd name="connsiteX1" fmla="*/ 1421702 w 1676495"/>
                <a:gd name="connsiteY1" fmla="*/ 1000697 h 1223010"/>
                <a:gd name="connsiteX2" fmla="*/ 1024604 w 1676495"/>
                <a:gd name="connsiteY2" fmla="*/ 744665 h 1223010"/>
                <a:gd name="connsiteX3" fmla="*/ 444722 w 1676495"/>
                <a:gd name="connsiteY3" fmla="*/ 345758 h 1223010"/>
                <a:gd name="connsiteX4" fmla="*/ 0 w 1676495"/>
                <a:gd name="connsiteY4" fmla="*/ 0 h 1223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95" h="1223010">
                  <a:moveTo>
                    <a:pt x="1676495" y="1223010"/>
                  </a:moveTo>
                  <a:cubicBezTo>
                    <a:pt x="1603724" y="1136428"/>
                    <a:pt x="1514094" y="1066229"/>
                    <a:pt x="1421702" y="1000697"/>
                  </a:cubicBezTo>
                  <a:cubicBezTo>
                    <a:pt x="1293209" y="909638"/>
                    <a:pt x="1158526" y="827627"/>
                    <a:pt x="1024604" y="744665"/>
                  </a:cubicBezTo>
                  <a:cubicBezTo>
                    <a:pt x="824770" y="620935"/>
                    <a:pt x="623792" y="497681"/>
                    <a:pt x="444722" y="345758"/>
                  </a:cubicBezTo>
                  <a:cubicBezTo>
                    <a:pt x="330517" y="248888"/>
                    <a:pt x="135731" y="61722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337B922-7D88-47CA-A9FD-0841B373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472196" y="2084568"/>
              <a:ext cx="3028800" cy="2065359"/>
            </a:xfrm>
            <a:custGeom>
              <a:avLst/>
              <a:gdLst>
                <a:gd name="connsiteX0" fmla="*/ 525127 w 3028800"/>
                <a:gd name="connsiteY0" fmla="*/ 0 h 2065359"/>
                <a:gd name="connsiteX1" fmla="*/ 256141 w 3028800"/>
                <a:gd name="connsiteY1" fmla="*/ 229648 h 2065359"/>
                <a:gd name="connsiteX2" fmla="*/ 115552 w 3028800"/>
                <a:gd name="connsiteY2" fmla="*/ 438531 h 2065359"/>
                <a:gd name="connsiteX3" fmla="*/ 29446 w 3028800"/>
                <a:gd name="connsiteY3" fmla="*/ 723424 h 2065359"/>
                <a:gd name="connsiteX4" fmla="*/ 776 w 3028800"/>
                <a:gd name="connsiteY4" fmla="*/ 1034606 h 2065359"/>
                <a:gd name="connsiteX5" fmla="*/ 48592 w 3028800"/>
                <a:gd name="connsiteY5" fmla="*/ 1288352 h 2065359"/>
                <a:gd name="connsiteX6" fmla="*/ 146699 w 3028800"/>
                <a:gd name="connsiteY6" fmla="*/ 1496568 h 2065359"/>
                <a:gd name="connsiteX7" fmla="*/ 254332 w 3028800"/>
                <a:gd name="connsiteY7" fmla="*/ 1721549 h 2065359"/>
                <a:gd name="connsiteX8" fmla="*/ 338056 w 3028800"/>
                <a:gd name="connsiteY8" fmla="*/ 1905857 h 2065359"/>
                <a:gd name="connsiteX9" fmla="*/ 407398 w 3028800"/>
                <a:gd name="connsiteY9" fmla="*/ 2008823 h 2065359"/>
                <a:gd name="connsiteX10" fmla="*/ 476740 w 3028800"/>
                <a:gd name="connsiteY10" fmla="*/ 2059114 h 2065359"/>
                <a:gd name="connsiteX11" fmla="*/ 596374 w 3028800"/>
                <a:gd name="connsiteY11" fmla="*/ 2047113 h 2065359"/>
                <a:gd name="connsiteX12" fmla="*/ 804496 w 3028800"/>
                <a:gd name="connsiteY12" fmla="*/ 1903476 h 2065359"/>
                <a:gd name="connsiteX13" fmla="*/ 1084435 w 3028800"/>
                <a:gd name="connsiteY13" fmla="*/ 1721549 h 2065359"/>
                <a:gd name="connsiteX14" fmla="*/ 1369138 w 3028800"/>
                <a:gd name="connsiteY14" fmla="*/ 1611439 h 2065359"/>
                <a:gd name="connsiteX15" fmla="*/ 1603643 w 3028800"/>
                <a:gd name="connsiteY15" fmla="*/ 1554004 h 2065359"/>
                <a:gd name="connsiteX16" fmla="*/ 1897966 w 3028800"/>
                <a:gd name="connsiteY16" fmla="*/ 1498949 h 2065359"/>
                <a:gd name="connsiteX17" fmla="*/ 2146759 w 3028800"/>
                <a:gd name="connsiteY17" fmla="*/ 1513332 h 2065359"/>
                <a:gd name="connsiteX18" fmla="*/ 2292682 w 3028800"/>
                <a:gd name="connsiteY18" fmla="*/ 1537240 h 2065359"/>
                <a:gd name="connsiteX19" fmla="*/ 2584623 w 3028800"/>
                <a:gd name="connsiteY19" fmla="*/ 1594676 h 2065359"/>
                <a:gd name="connsiteX20" fmla="*/ 2795126 w 3028800"/>
                <a:gd name="connsiteY20" fmla="*/ 1620964 h 2065359"/>
                <a:gd name="connsiteX21" fmla="*/ 2972005 w 3028800"/>
                <a:gd name="connsiteY21" fmla="*/ 1234631 h 206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28800" h="2065359">
                  <a:moveTo>
                    <a:pt x="525127" y="0"/>
                  </a:moveTo>
                  <a:cubicBezTo>
                    <a:pt x="525127" y="0"/>
                    <a:pt x="307386" y="172212"/>
                    <a:pt x="256141" y="229648"/>
                  </a:cubicBezTo>
                  <a:cubicBezTo>
                    <a:pt x="199944" y="292608"/>
                    <a:pt x="151843" y="362331"/>
                    <a:pt x="115552" y="438531"/>
                  </a:cubicBezTo>
                  <a:cubicBezTo>
                    <a:pt x="72785" y="528447"/>
                    <a:pt x="48115" y="625507"/>
                    <a:pt x="29446" y="723424"/>
                  </a:cubicBezTo>
                  <a:cubicBezTo>
                    <a:pt x="9825" y="826103"/>
                    <a:pt x="-3415" y="930212"/>
                    <a:pt x="776" y="1034606"/>
                  </a:cubicBezTo>
                  <a:cubicBezTo>
                    <a:pt x="4205" y="1121093"/>
                    <a:pt x="19159" y="1206913"/>
                    <a:pt x="48592" y="1288352"/>
                  </a:cubicBezTo>
                  <a:cubicBezTo>
                    <a:pt x="74785" y="1360551"/>
                    <a:pt x="111457" y="1428274"/>
                    <a:pt x="146699" y="1496568"/>
                  </a:cubicBezTo>
                  <a:cubicBezTo>
                    <a:pt x="184894" y="1570482"/>
                    <a:pt x="221185" y="1645349"/>
                    <a:pt x="254332" y="1721549"/>
                  </a:cubicBezTo>
                  <a:cubicBezTo>
                    <a:pt x="281287" y="1783461"/>
                    <a:pt x="306433" y="1846231"/>
                    <a:pt x="338056" y="1905857"/>
                  </a:cubicBezTo>
                  <a:cubicBezTo>
                    <a:pt x="357583" y="1942529"/>
                    <a:pt x="379776" y="1977866"/>
                    <a:pt x="407398" y="2008823"/>
                  </a:cubicBezTo>
                  <a:cubicBezTo>
                    <a:pt x="426829" y="2030539"/>
                    <a:pt x="449308" y="2049780"/>
                    <a:pt x="476740" y="2059114"/>
                  </a:cubicBezTo>
                  <a:cubicBezTo>
                    <a:pt x="515793" y="2072354"/>
                    <a:pt x="557893" y="2062734"/>
                    <a:pt x="596374" y="2047113"/>
                  </a:cubicBezTo>
                  <a:cubicBezTo>
                    <a:pt x="674860" y="2015300"/>
                    <a:pt x="738106" y="1956530"/>
                    <a:pt x="804496" y="1903476"/>
                  </a:cubicBezTo>
                  <a:cubicBezTo>
                    <a:pt x="891649" y="1833848"/>
                    <a:pt x="984804" y="1771841"/>
                    <a:pt x="1084435" y="1721549"/>
                  </a:cubicBezTo>
                  <a:cubicBezTo>
                    <a:pt x="1175494" y="1675638"/>
                    <a:pt x="1271030" y="1639348"/>
                    <a:pt x="1369138" y="1611439"/>
                  </a:cubicBezTo>
                  <a:cubicBezTo>
                    <a:pt x="1446576" y="1589437"/>
                    <a:pt x="1525252" y="1572387"/>
                    <a:pt x="1603643" y="1554004"/>
                  </a:cubicBezTo>
                  <a:cubicBezTo>
                    <a:pt x="1700989" y="1531049"/>
                    <a:pt x="1798144" y="1505141"/>
                    <a:pt x="1897966" y="1498949"/>
                  </a:cubicBezTo>
                  <a:cubicBezTo>
                    <a:pt x="1981119" y="1493711"/>
                    <a:pt x="2064272" y="1501521"/>
                    <a:pt x="2146759" y="1513332"/>
                  </a:cubicBezTo>
                  <a:cubicBezTo>
                    <a:pt x="2195527" y="1520285"/>
                    <a:pt x="2244200" y="1528382"/>
                    <a:pt x="2292682" y="1537240"/>
                  </a:cubicBezTo>
                  <a:cubicBezTo>
                    <a:pt x="2390218" y="1555147"/>
                    <a:pt x="2487563" y="1574102"/>
                    <a:pt x="2584623" y="1594676"/>
                  </a:cubicBezTo>
                  <a:cubicBezTo>
                    <a:pt x="2654251" y="1609439"/>
                    <a:pt x="2724260" y="1624393"/>
                    <a:pt x="2795126" y="1620964"/>
                  </a:cubicBezTo>
                  <a:cubicBezTo>
                    <a:pt x="2859991" y="1617821"/>
                    <a:pt x="3149551" y="1625918"/>
                    <a:pt x="2972005" y="123463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099EA02-8097-44CE-ABA3-D27A4AA00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47124" y="3225064"/>
              <a:ext cx="1161937" cy="1049976"/>
            </a:xfrm>
            <a:custGeom>
              <a:avLst/>
              <a:gdLst>
                <a:gd name="connsiteX0" fmla="*/ 279459 w 1161937"/>
                <a:gd name="connsiteY0" fmla="*/ 64453 h 1049976"/>
                <a:gd name="connsiteX1" fmla="*/ 99437 w 1161937"/>
                <a:gd name="connsiteY1" fmla="*/ 232093 h 1049976"/>
                <a:gd name="connsiteX2" fmla="*/ 2472 w 1161937"/>
                <a:gd name="connsiteY2" fmla="*/ 507746 h 1049976"/>
                <a:gd name="connsiteX3" fmla="*/ 17712 w 1161937"/>
                <a:gd name="connsiteY3" fmla="*/ 734917 h 1049976"/>
                <a:gd name="connsiteX4" fmla="*/ 85530 w 1161937"/>
                <a:gd name="connsiteY4" fmla="*/ 905320 h 1049976"/>
                <a:gd name="connsiteX5" fmla="*/ 388806 w 1161937"/>
                <a:gd name="connsiteY5" fmla="*/ 1048004 h 1049976"/>
                <a:gd name="connsiteX6" fmla="*/ 755709 w 1161937"/>
                <a:gd name="connsiteY6" fmla="*/ 984282 h 1049976"/>
                <a:gd name="connsiteX7" fmla="*/ 984214 w 1161937"/>
                <a:gd name="connsiteY7" fmla="*/ 856837 h 1049976"/>
                <a:gd name="connsiteX8" fmla="*/ 1144806 w 1161937"/>
                <a:gd name="connsiteY8" fmla="*/ 651859 h 1049976"/>
                <a:gd name="connsiteX9" fmla="*/ 1144806 w 1161937"/>
                <a:gd name="connsiteY9" fmla="*/ 435737 h 1049976"/>
                <a:gd name="connsiteX10" fmla="*/ 894203 w 1161937"/>
                <a:gd name="connsiteY10" fmla="*/ 110173 h 1049976"/>
                <a:gd name="connsiteX11" fmla="*/ 645219 w 1161937"/>
                <a:gd name="connsiteY11" fmla="*/ 11494 h 1049976"/>
                <a:gd name="connsiteX12" fmla="*/ 469102 w 1161937"/>
                <a:gd name="connsiteY12" fmla="*/ 3207 h 1049976"/>
                <a:gd name="connsiteX13" fmla="*/ 279459 w 1161937"/>
                <a:gd name="connsiteY13" fmla="*/ 64453 h 104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61937" h="1049976">
                  <a:moveTo>
                    <a:pt x="279459" y="64453"/>
                  </a:moveTo>
                  <a:cubicBezTo>
                    <a:pt x="206784" y="104934"/>
                    <a:pt x="145538" y="162751"/>
                    <a:pt x="99437" y="232093"/>
                  </a:cubicBezTo>
                  <a:cubicBezTo>
                    <a:pt x="44763" y="314389"/>
                    <a:pt x="10759" y="409258"/>
                    <a:pt x="2472" y="507746"/>
                  </a:cubicBezTo>
                  <a:cubicBezTo>
                    <a:pt x="-3909" y="583660"/>
                    <a:pt x="2377" y="660146"/>
                    <a:pt x="17712" y="734917"/>
                  </a:cubicBezTo>
                  <a:cubicBezTo>
                    <a:pt x="30190" y="795782"/>
                    <a:pt x="48002" y="855980"/>
                    <a:pt x="85530" y="905320"/>
                  </a:cubicBezTo>
                  <a:cubicBezTo>
                    <a:pt x="155730" y="997617"/>
                    <a:pt x="272030" y="1038955"/>
                    <a:pt x="388806" y="1048004"/>
                  </a:cubicBezTo>
                  <a:cubicBezTo>
                    <a:pt x="514251" y="1057720"/>
                    <a:pt x="638361" y="1030764"/>
                    <a:pt x="755709" y="984282"/>
                  </a:cubicBezTo>
                  <a:cubicBezTo>
                    <a:pt x="837339" y="951992"/>
                    <a:pt x="915444" y="911320"/>
                    <a:pt x="984214" y="856837"/>
                  </a:cubicBezTo>
                  <a:cubicBezTo>
                    <a:pt x="1053556" y="801878"/>
                    <a:pt x="1115659" y="735013"/>
                    <a:pt x="1144806" y="651859"/>
                  </a:cubicBezTo>
                  <a:cubicBezTo>
                    <a:pt x="1169285" y="581946"/>
                    <a:pt x="1165951" y="506984"/>
                    <a:pt x="1144806" y="435737"/>
                  </a:cubicBezTo>
                  <a:cubicBezTo>
                    <a:pt x="1104801" y="300673"/>
                    <a:pt x="1011837" y="187801"/>
                    <a:pt x="894203" y="110173"/>
                  </a:cubicBezTo>
                  <a:cubicBezTo>
                    <a:pt x="818860" y="60547"/>
                    <a:pt x="733897" y="28258"/>
                    <a:pt x="645219" y="11494"/>
                  </a:cubicBezTo>
                  <a:cubicBezTo>
                    <a:pt x="587117" y="540"/>
                    <a:pt x="527776" y="-3365"/>
                    <a:pt x="469102" y="3207"/>
                  </a:cubicBezTo>
                  <a:cubicBezTo>
                    <a:pt x="402522" y="10636"/>
                    <a:pt x="337943" y="31782"/>
                    <a:pt x="279459" y="64453"/>
                  </a:cubicBezTo>
                  <a:close/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7B9352D-F916-42DA-A39C-C6F0C72BB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72867" y="3402818"/>
              <a:ext cx="846327" cy="774726"/>
            </a:xfrm>
            <a:custGeom>
              <a:avLst/>
              <a:gdLst>
                <a:gd name="connsiteX0" fmla="*/ 223506 w 846327"/>
                <a:gd name="connsiteY0" fmla="*/ 47187 h 774726"/>
                <a:gd name="connsiteX1" fmla="*/ 29100 w 846327"/>
                <a:gd name="connsiteY1" fmla="*/ 283216 h 774726"/>
                <a:gd name="connsiteX2" fmla="*/ 29100 w 846327"/>
                <a:gd name="connsiteY2" fmla="*/ 589064 h 774726"/>
                <a:gd name="connsiteX3" fmla="*/ 155402 w 846327"/>
                <a:gd name="connsiteY3" fmla="*/ 735368 h 774726"/>
                <a:gd name="connsiteX4" fmla="*/ 402957 w 846327"/>
                <a:gd name="connsiteY4" fmla="*/ 770325 h 774726"/>
                <a:gd name="connsiteX5" fmla="*/ 638891 w 846327"/>
                <a:gd name="connsiteY5" fmla="*/ 698887 h 774726"/>
                <a:gd name="connsiteX6" fmla="*/ 818342 w 846327"/>
                <a:gd name="connsiteY6" fmla="*/ 519341 h 774726"/>
                <a:gd name="connsiteX7" fmla="*/ 844917 w 846327"/>
                <a:gd name="connsiteY7" fmla="*/ 356463 h 774726"/>
                <a:gd name="connsiteX8" fmla="*/ 675467 w 846327"/>
                <a:gd name="connsiteY8" fmla="*/ 70523 h 774726"/>
                <a:gd name="connsiteX9" fmla="*/ 343140 w 846327"/>
                <a:gd name="connsiteY9" fmla="*/ 7372 h 774726"/>
                <a:gd name="connsiteX10" fmla="*/ 223506 w 846327"/>
                <a:gd name="connsiteY10" fmla="*/ 47187 h 774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6327" h="774726">
                  <a:moveTo>
                    <a:pt x="223506" y="47187"/>
                  </a:moveTo>
                  <a:cubicBezTo>
                    <a:pt x="131304" y="97288"/>
                    <a:pt x="65391" y="184537"/>
                    <a:pt x="29100" y="283216"/>
                  </a:cubicBezTo>
                  <a:cubicBezTo>
                    <a:pt x="-7380" y="382467"/>
                    <a:pt x="-11952" y="491909"/>
                    <a:pt x="29100" y="589064"/>
                  </a:cubicBezTo>
                  <a:cubicBezTo>
                    <a:pt x="54913" y="650214"/>
                    <a:pt x="97585" y="703078"/>
                    <a:pt x="155402" y="735368"/>
                  </a:cubicBezTo>
                  <a:cubicBezTo>
                    <a:pt x="229697" y="776802"/>
                    <a:pt x="317898" y="779659"/>
                    <a:pt x="402957" y="770325"/>
                  </a:cubicBezTo>
                  <a:cubicBezTo>
                    <a:pt x="485538" y="761181"/>
                    <a:pt x="566120" y="738987"/>
                    <a:pt x="638891" y="698887"/>
                  </a:cubicBezTo>
                  <a:cubicBezTo>
                    <a:pt x="714900" y="656977"/>
                    <a:pt x="781956" y="597827"/>
                    <a:pt x="818342" y="519341"/>
                  </a:cubicBezTo>
                  <a:cubicBezTo>
                    <a:pt x="841964" y="468477"/>
                    <a:pt x="849870" y="412280"/>
                    <a:pt x="844917" y="356463"/>
                  </a:cubicBezTo>
                  <a:cubicBezTo>
                    <a:pt x="834630" y="240449"/>
                    <a:pt x="771955" y="135293"/>
                    <a:pt x="675467" y="70523"/>
                  </a:cubicBezTo>
                  <a:cubicBezTo>
                    <a:pt x="578788" y="5658"/>
                    <a:pt x="458392" y="-11868"/>
                    <a:pt x="343140" y="7372"/>
                  </a:cubicBezTo>
                  <a:cubicBezTo>
                    <a:pt x="301325" y="14325"/>
                    <a:pt x="260748" y="26994"/>
                    <a:pt x="223506" y="47187"/>
                  </a:cubicBezTo>
                  <a:close/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BECF786-5D3B-4D7B-941E-FE96E6478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435437" y="3593840"/>
              <a:ext cx="477596" cy="447528"/>
            </a:xfrm>
            <a:custGeom>
              <a:avLst/>
              <a:gdLst>
                <a:gd name="connsiteX0" fmla="*/ 88185 w 477596"/>
                <a:gd name="connsiteY0" fmla="*/ 75022 h 447528"/>
                <a:gd name="connsiteX1" fmla="*/ 79 w 477596"/>
                <a:gd name="connsiteY1" fmla="*/ 236280 h 447528"/>
                <a:gd name="connsiteX2" fmla="*/ 69897 w 477596"/>
                <a:gd name="connsiteY2" fmla="*/ 370964 h 447528"/>
                <a:gd name="connsiteX3" fmla="*/ 172958 w 477596"/>
                <a:gd name="connsiteY3" fmla="*/ 429162 h 447528"/>
                <a:gd name="connsiteX4" fmla="*/ 309165 w 477596"/>
                <a:gd name="connsiteY4" fmla="*/ 440782 h 447528"/>
                <a:gd name="connsiteX5" fmla="*/ 432990 w 477596"/>
                <a:gd name="connsiteY5" fmla="*/ 316957 h 447528"/>
                <a:gd name="connsiteX6" fmla="*/ 476996 w 477596"/>
                <a:gd name="connsiteY6" fmla="*/ 164843 h 447528"/>
                <a:gd name="connsiteX7" fmla="*/ 383937 w 477596"/>
                <a:gd name="connsiteY7" fmla="*/ 26826 h 447528"/>
                <a:gd name="connsiteX8" fmla="*/ 88185 w 477596"/>
                <a:gd name="connsiteY8" fmla="*/ 75022 h 447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7596" h="447528">
                  <a:moveTo>
                    <a:pt x="88185" y="75022"/>
                  </a:moveTo>
                  <a:cubicBezTo>
                    <a:pt x="37798" y="116361"/>
                    <a:pt x="-2016" y="171796"/>
                    <a:pt x="79" y="236280"/>
                  </a:cubicBezTo>
                  <a:cubicBezTo>
                    <a:pt x="1794" y="288763"/>
                    <a:pt x="30178" y="336103"/>
                    <a:pt x="69897" y="370964"/>
                  </a:cubicBezTo>
                  <a:cubicBezTo>
                    <a:pt x="99806" y="397253"/>
                    <a:pt x="135429" y="415636"/>
                    <a:pt x="172958" y="429162"/>
                  </a:cubicBezTo>
                  <a:cubicBezTo>
                    <a:pt x="217249" y="445068"/>
                    <a:pt x="264588" y="454784"/>
                    <a:pt x="309165" y="440782"/>
                  </a:cubicBezTo>
                  <a:cubicBezTo>
                    <a:pt x="366696" y="422780"/>
                    <a:pt x="403272" y="370297"/>
                    <a:pt x="432990" y="316957"/>
                  </a:cubicBezTo>
                  <a:cubicBezTo>
                    <a:pt x="459375" y="269618"/>
                    <a:pt x="481568" y="218469"/>
                    <a:pt x="476996" y="164843"/>
                  </a:cubicBezTo>
                  <a:cubicBezTo>
                    <a:pt x="472043" y="106169"/>
                    <a:pt x="435276" y="55972"/>
                    <a:pt x="383937" y="26826"/>
                  </a:cubicBezTo>
                  <a:cubicBezTo>
                    <a:pt x="289734" y="-26705"/>
                    <a:pt x="173244" y="5299"/>
                    <a:pt x="88185" y="75022"/>
                  </a:cubicBezTo>
                  <a:close/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19012F-4A59-4866-B2D1-60B1A896B6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785832" y="822034"/>
              <a:ext cx="2861881" cy="1271168"/>
            </a:xfrm>
            <a:custGeom>
              <a:avLst/>
              <a:gdLst>
                <a:gd name="connsiteX0" fmla="*/ 0 w 2861881"/>
                <a:gd name="connsiteY0" fmla="*/ 0 h 1271168"/>
                <a:gd name="connsiteX1" fmla="*/ 176879 w 2861881"/>
                <a:gd name="connsiteY1" fmla="*/ 115157 h 1271168"/>
                <a:gd name="connsiteX2" fmla="*/ 400812 w 2861881"/>
                <a:gd name="connsiteY2" fmla="*/ 277178 h 1271168"/>
                <a:gd name="connsiteX3" fmla="*/ 652367 w 2861881"/>
                <a:gd name="connsiteY3" fmla="*/ 421958 h 1271168"/>
                <a:gd name="connsiteX4" fmla="*/ 1110615 w 2861881"/>
                <a:gd name="connsiteY4" fmla="*/ 690848 h 1271168"/>
                <a:gd name="connsiteX5" fmla="*/ 1410843 w 2861881"/>
                <a:gd name="connsiteY5" fmla="*/ 830580 h 1271168"/>
                <a:gd name="connsiteX6" fmla="*/ 1585341 w 2861881"/>
                <a:gd name="connsiteY6" fmla="*/ 917067 h 1271168"/>
                <a:gd name="connsiteX7" fmla="*/ 1896047 w 2861881"/>
                <a:gd name="connsiteY7" fmla="*/ 1114901 h 1271168"/>
                <a:gd name="connsiteX8" fmla="*/ 2042255 w 2861881"/>
                <a:gd name="connsiteY8" fmla="*/ 1204627 h 1271168"/>
                <a:gd name="connsiteX9" fmla="*/ 2276570 w 2861881"/>
                <a:gd name="connsiteY9" fmla="*/ 1271111 h 1271168"/>
                <a:gd name="connsiteX10" fmla="*/ 2568988 w 2861881"/>
                <a:gd name="connsiteY10" fmla="*/ 1128141 h 1271168"/>
                <a:gd name="connsiteX11" fmla="*/ 2726817 w 2861881"/>
                <a:gd name="connsiteY11" fmla="*/ 882110 h 1271168"/>
                <a:gd name="connsiteX12" fmla="*/ 2861882 w 2861881"/>
                <a:gd name="connsiteY12" fmla="*/ 574929 h 127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61881" h="1271168">
                  <a:moveTo>
                    <a:pt x="0" y="0"/>
                  </a:moveTo>
                  <a:cubicBezTo>
                    <a:pt x="0" y="0"/>
                    <a:pt x="110680" y="67151"/>
                    <a:pt x="176879" y="115157"/>
                  </a:cubicBezTo>
                  <a:cubicBezTo>
                    <a:pt x="251555" y="169259"/>
                    <a:pt x="323564" y="226981"/>
                    <a:pt x="400812" y="277178"/>
                  </a:cubicBezTo>
                  <a:cubicBezTo>
                    <a:pt x="481965" y="329946"/>
                    <a:pt x="568166" y="374142"/>
                    <a:pt x="652367" y="421958"/>
                  </a:cubicBezTo>
                  <a:cubicBezTo>
                    <a:pt x="806387" y="509492"/>
                    <a:pt x="953167" y="609695"/>
                    <a:pt x="1110615" y="690848"/>
                  </a:cubicBezTo>
                  <a:cubicBezTo>
                    <a:pt x="1208723" y="741426"/>
                    <a:pt x="1310449" y="784670"/>
                    <a:pt x="1410843" y="830580"/>
                  </a:cubicBezTo>
                  <a:cubicBezTo>
                    <a:pt x="1469898" y="857631"/>
                    <a:pt x="1528477" y="885635"/>
                    <a:pt x="1585341" y="917067"/>
                  </a:cubicBezTo>
                  <a:cubicBezTo>
                    <a:pt x="1692878" y="976408"/>
                    <a:pt x="1794034" y="1046417"/>
                    <a:pt x="1896047" y="1114901"/>
                  </a:cubicBezTo>
                  <a:cubicBezTo>
                    <a:pt x="1943576" y="1146810"/>
                    <a:pt x="1991773" y="1177671"/>
                    <a:pt x="2042255" y="1204627"/>
                  </a:cubicBezTo>
                  <a:cubicBezTo>
                    <a:pt x="2115217" y="1243679"/>
                    <a:pt x="2194179" y="1272635"/>
                    <a:pt x="2276570" y="1271111"/>
                  </a:cubicBezTo>
                  <a:cubicBezTo>
                    <a:pt x="2388870" y="1269111"/>
                    <a:pt x="2490597" y="1209485"/>
                    <a:pt x="2568988" y="1128141"/>
                  </a:cubicBezTo>
                  <a:cubicBezTo>
                    <a:pt x="2637092" y="1057561"/>
                    <a:pt x="2686622" y="971836"/>
                    <a:pt x="2726817" y="882110"/>
                  </a:cubicBezTo>
                  <a:cubicBezTo>
                    <a:pt x="2772632" y="779907"/>
                    <a:pt x="2807208" y="672560"/>
                    <a:pt x="2861882" y="574929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A9DE6B4-5329-41C6-9FB0-2E88732A10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9044" y="900581"/>
              <a:ext cx="2636234" cy="919096"/>
            </a:xfrm>
            <a:custGeom>
              <a:avLst/>
              <a:gdLst>
                <a:gd name="connsiteX0" fmla="*/ 0 w 2636234"/>
                <a:gd name="connsiteY0" fmla="*/ 0 h 919096"/>
                <a:gd name="connsiteX1" fmla="*/ 417862 w 2636234"/>
                <a:gd name="connsiteY1" fmla="*/ 274415 h 919096"/>
                <a:gd name="connsiteX2" fmla="*/ 980218 w 2636234"/>
                <a:gd name="connsiteY2" fmla="*/ 607981 h 919096"/>
                <a:gd name="connsiteX3" fmla="*/ 1473137 w 2636234"/>
                <a:gd name="connsiteY3" fmla="*/ 792290 h 919096"/>
                <a:gd name="connsiteX4" fmla="*/ 1827276 w 2636234"/>
                <a:gd name="connsiteY4" fmla="*/ 914400 h 919096"/>
                <a:gd name="connsiteX5" fmla="*/ 2119218 w 2636234"/>
                <a:gd name="connsiteY5" fmla="*/ 847344 h 919096"/>
                <a:gd name="connsiteX6" fmla="*/ 2269998 w 2636234"/>
                <a:gd name="connsiteY6" fmla="*/ 610362 h 919096"/>
                <a:gd name="connsiteX7" fmla="*/ 2413540 w 2636234"/>
                <a:gd name="connsiteY7" fmla="*/ 361379 h 919096"/>
                <a:gd name="connsiteX8" fmla="*/ 2636235 w 2636234"/>
                <a:gd name="connsiteY8" fmla="*/ 66961 h 91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36234" h="919096">
                  <a:moveTo>
                    <a:pt x="0" y="0"/>
                  </a:moveTo>
                  <a:cubicBezTo>
                    <a:pt x="0" y="0"/>
                    <a:pt x="243745" y="162020"/>
                    <a:pt x="417862" y="274415"/>
                  </a:cubicBezTo>
                  <a:cubicBezTo>
                    <a:pt x="601409" y="392906"/>
                    <a:pt x="781145" y="518732"/>
                    <a:pt x="980218" y="607981"/>
                  </a:cubicBezTo>
                  <a:cubicBezTo>
                    <a:pt x="1140333" y="679799"/>
                    <a:pt x="1310545" y="726091"/>
                    <a:pt x="1473137" y="792290"/>
                  </a:cubicBezTo>
                  <a:cubicBezTo>
                    <a:pt x="1589532" y="839724"/>
                    <a:pt x="1702975" y="897922"/>
                    <a:pt x="1827276" y="914400"/>
                  </a:cubicBezTo>
                  <a:cubicBezTo>
                    <a:pt x="1930813" y="928116"/>
                    <a:pt x="2039208" y="913543"/>
                    <a:pt x="2119218" y="847344"/>
                  </a:cubicBezTo>
                  <a:cubicBezTo>
                    <a:pt x="2192084" y="786956"/>
                    <a:pt x="2228184" y="696087"/>
                    <a:pt x="2269998" y="610362"/>
                  </a:cubicBezTo>
                  <a:cubicBezTo>
                    <a:pt x="2312003" y="524161"/>
                    <a:pt x="2362867" y="442722"/>
                    <a:pt x="2413540" y="361379"/>
                  </a:cubicBezTo>
                  <a:cubicBezTo>
                    <a:pt x="2485835" y="245459"/>
                    <a:pt x="2514886" y="126873"/>
                    <a:pt x="2636235" y="6696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5B645CC-35E5-4026-A374-3213D0173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23810" y="1056703"/>
              <a:ext cx="2292381" cy="625711"/>
            </a:xfrm>
            <a:custGeom>
              <a:avLst/>
              <a:gdLst>
                <a:gd name="connsiteX0" fmla="*/ 0 w 2292381"/>
                <a:gd name="connsiteY0" fmla="*/ 0 h 625711"/>
                <a:gd name="connsiteX1" fmla="*/ 272415 w 2292381"/>
                <a:gd name="connsiteY1" fmla="*/ 181070 h 625711"/>
                <a:gd name="connsiteX2" fmla="*/ 651415 w 2292381"/>
                <a:gd name="connsiteY2" fmla="*/ 385000 h 625711"/>
                <a:gd name="connsiteX3" fmla="*/ 915543 w 2292381"/>
                <a:gd name="connsiteY3" fmla="*/ 514255 h 625711"/>
                <a:gd name="connsiteX4" fmla="*/ 1277302 w 2292381"/>
                <a:gd name="connsiteY4" fmla="*/ 606171 h 625711"/>
                <a:gd name="connsiteX5" fmla="*/ 1618964 w 2292381"/>
                <a:gd name="connsiteY5" fmla="*/ 606171 h 625711"/>
                <a:gd name="connsiteX6" fmla="*/ 1817084 w 2292381"/>
                <a:gd name="connsiteY6" fmla="*/ 485489 h 625711"/>
                <a:gd name="connsiteX7" fmla="*/ 1963483 w 2292381"/>
                <a:gd name="connsiteY7" fmla="*/ 313182 h 625711"/>
                <a:gd name="connsiteX8" fmla="*/ 2102739 w 2292381"/>
                <a:gd name="connsiteY8" fmla="*/ 173831 h 625711"/>
                <a:gd name="connsiteX9" fmla="*/ 2292382 w 2292381"/>
                <a:gd name="connsiteY9" fmla="*/ 0 h 62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92381" h="625711">
                  <a:moveTo>
                    <a:pt x="0" y="0"/>
                  </a:moveTo>
                  <a:cubicBezTo>
                    <a:pt x="0" y="0"/>
                    <a:pt x="152019" y="110776"/>
                    <a:pt x="272415" y="181070"/>
                  </a:cubicBezTo>
                  <a:cubicBezTo>
                    <a:pt x="396335" y="253460"/>
                    <a:pt x="524351" y="318325"/>
                    <a:pt x="651415" y="385000"/>
                  </a:cubicBezTo>
                  <a:cubicBezTo>
                    <a:pt x="738283" y="430625"/>
                    <a:pt x="824198" y="478536"/>
                    <a:pt x="915543" y="514255"/>
                  </a:cubicBezTo>
                  <a:cubicBezTo>
                    <a:pt x="1031748" y="559689"/>
                    <a:pt x="1154049" y="585788"/>
                    <a:pt x="1277302" y="606171"/>
                  </a:cubicBezTo>
                  <a:cubicBezTo>
                    <a:pt x="1391602" y="625031"/>
                    <a:pt x="1508379" y="638556"/>
                    <a:pt x="1618964" y="606171"/>
                  </a:cubicBezTo>
                  <a:cubicBezTo>
                    <a:pt x="1694307" y="584168"/>
                    <a:pt x="1760791" y="540258"/>
                    <a:pt x="1817084" y="485489"/>
                  </a:cubicBezTo>
                  <a:cubicBezTo>
                    <a:pt x="1871186" y="432911"/>
                    <a:pt x="1913287" y="369475"/>
                    <a:pt x="1963483" y="313182"/>
                  </a:cubicBezTo>
                  <a:cubicBezTo>
                    <a:pt x="2007203" y="264128"/>
                    <a:pt x="2055305" y="219361"/>
                    <a:pt x="2102739" y="173831"/>
                  </a:cubicBezTo>
                  <a:cubicBezTo>
                    <a:pt x="2170271" y="109347"/>
                    <a:pt x="2292382" y="0"/>
                    <a:pt x="22923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17ABE3A-3743-4935-8680-30474904B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712627" y="1178978"/>
              <a:ext cx="1865852" cy="421548"/>
            </a:xfrm>
            <a:custGeom>
              <a:avLst/>
              <a:gdLst>
                <a:gd name="connsiteX0" fmla="*/ 1865852 w 1865852"/>
                <a:gd name="connsiteY0" fmla="*/ 0 h 421548"/>
                <a:gd name="connsiteX1" fmla="*/ 1535049 w 1865852"/>
                <a:gd name="connsiteY1" fmla="*/ 258699 h 421548"/>
                <a:gd name="connsiteX2" fmla="*/ 1247965 w 1865852"/>
                <a:gd name="connsiteY2" fmla="*/ 408051 h 421548"/>
                <a:gd name="connsiteX3" fmla="*/ 955072 w 1865852"/>
                <a:gd name="connsiteY3" fmla="*/ 408051 h 421548"/>
                <a:gd name="connsiteX4" fmla="*/ 596170 w 1865852"/>
                <a:gd name="connsiteY4" fmla="*/ 336233 h 421548"/>
                <a:gd name="connsiteX5" fmla="*/ 283178 w 1865852"/>
                <a:gd name="connsiteY5" fmla="*/ 186881 h 421548"/>
                <a:gd name="connsiteX6" fmla="*/ 0 w 1865852"/>
                <a:gd name="connsiteY6" fmla="*/ 0 h 4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852" h="421548">
                  <a:moveTo>
                    <a:pt x="1865852" y="0"/>
                  </a:moveTo>
                  <a:cubicBezTo>
                    <a:pt x="1865852" y="0"/>
                    <a:pt x="1677543" y="155734"/>
                    <a:pt x="1535049" y="258699"/>
                  </a:cubicBezTo>
                  <a:cubicBezTo>
                    <a:pt x="1446752" y="322517"/>
                    <a:pt x="1353598" y="383096"/>
                    <a:pt x="1247965" y="408051"/>
                  </a:cubicBezTo>
                  <a:cubicBezTo>
                    <a:pt x="1152239" y="430625"/>
                    <a:pt x="1053084" y="420815"/>
                    <a:pt x="955072" y="408051"/>
                  </a:cubicBezTo>
                  <a:cubicBezTo>
                    <a:pt x="833723" y="392240"/>
                    <a:pt x="711803" y="376142"/>
                    <a:pt x="596170" y="336233"/>
                  </a:cubicBezTo>
                  <a:cubicBezTo>
                    <a:pt x="486728" y="298418"/>
                    <a:pt x="382714" y="246412"/>
                    <a:pt x="283178" y="186881"/>
                  </a:cubicBezTo>
                  <a:cubicBezTo>
                    <a:pt x="176117" y="122777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35BA021-8EE3-4AAC-886D-84BD02C5D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526140" y="1242712"/>
              <a:ext cx="1358265" cy="286935"/>
            </a:xfrm>
            <a:custGeom>
              <a:avLst/>
              <a:gdLst>
                <a:gd name="connsiteX0" fmla="*/ 0 w 1358265"/>
                <a:gd name="connsiteY0" fmla="*/ 11621 h 286935"/>
                <a:gd name="connsiteX1" fmla="*/ 200978 w 1358265"/>
                <a:gd name="connsiteY1" fmla="*/ 163830 h 286935"/>
                <a:gd name="connsiteX2" fmla="*/ 499586 w 1358265"/>
                <a:gd name="connsiteY2" fmla="*/ 258604 h 286935"/>
                <a:gd name="connsiteX3" fmla="*/ 780955 w 1358265"/>
                <a:gd name="connsiteY3" fmla="*/ 284417 h 286935"/>
                <a:gd name="connsiteX4" fmla="*/ 1027843 w 1358265"/>
                <a:gd name="connsiteY4" fmla="*/ 215456 h 286935"/>
                <a:gd name="connsiteX5" fmla="*/ 1358265 w 1358265"/>
                <a:gd name="connsiteY5" fmla="*/ 0 h 28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58265" h="286935">
                  <a:moveTo>
                    <a:pt x="0" y="11621"/>
                  </a:moveTo>
                  <a:cubicBezTo>
                    <a:pt x="0" y="11621"/>
                    <a:pt x="89249" y="104299"/>
                    <a:pt x="200978" y="163830"/>
                  </a:cubicBezTo>
                  <a:cubicBezTo>
                    <a:pt x="293465" y="213074"/>
                    <a:pt x="396812" y="237458"/>
                    <a:pt x="499586" y="258604"/>
                  </a:cubicBezTo>
                  <a:cubicBezTo>
                    <a:pt x="592360" y="277749"/>
                    <a:pt x="686753" y="293180"/>
                    <a:pt x="780955" y="284417"/>
                  </a:cubicBezTo>
                  <a:cubicBezTo>
                    <a:pt x="866585" y="276511"/>
                    <a:pt x="949166" y="250412"/>
                    <a:pt x="1027843" y="215456"/>
                  </a:cubicBezTo>
                  <a:cubicBezTo>
                    <a:pt x="1167860" y="153353"/>
                    <a:pt x="1358265" y="0"/>
                    <a:pt x="135826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74FDD7A-185B-4C48-925E-B353DDF0A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352309" y="1349964"/>
              <a:ext cx="890968" cy="167300"/>
            </a:xfrm>
            <a:custGeom>
              <a:avLst/>
              <a:gdLst>
                <a:gd name="connsiteX0" fmla="*/ 890968 w 890968"/>
                <a:gd name="connsiteY0" fmla="*/ 0 h 167300"/>
                <a:gd name="connsiteX1" fmla="*/ 657892 w 890968"/>
                <a:gd name="connsiteY1" fmla="*/ 143732 h 167300"/>
                <a:gd name="connsiteX2" fmla="*/ 408146 w 890968"/>
                <a:gd name="connsiteY2" fmla="*/ 160973 h 167300"/>
                <a:gd name="connsiteX3" fmla="*/ 0 w 890968"/>
                <a:gd name="connsiteY3" fmla="*/ 0 h 16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0968" h="167300">
                  <a:moveTo>
                    <a:pt x="890968" y="0"/>
                  </a:moveTo>
                  <a:cubicBezTo>
                    <a:pt x="890968" y="0"/>
                    <a:pt x="763714" y="110585"/>
                    <a:pt x="657892" y="143732"/>
                  </a:cubicBezTo>
                  <a:cubicBezTo>
                    <a:pt x="577405" y="168974"/>
                    <a:pt x="491871" y="172593"/>
                    <a:pt x="408146" y="160973"/>
                  </a:cubicBezTo>
                  <a:cubicBezTo>
                    <a:pt x="235077" y="13697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ECAF353-692D-4440-A095-A282E677A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886050" y="-679131"/>
              <a:ext cx="1677721" cy="3076193"/>
            </a:xfrm>
            <a:custGeom>
              <a:avLst/>
              <a:gdLst>
                <a:gd name="connsiteX0" fmla="*/ 1665434 w 1677721"/>
                <a:gd name="connsiteY0" fmla="*/ 3076194 h 3076193"/>
                <a:gd name="connsiteX1" fmla="*/ 1068693 w 1677721"/>
                <a:gd name="connsiteY1" fmla="*/ 3054382 h 3076193"/>
                <a:gd name="connsiteX2" fmla="*/ 852952 w 1677721"/>
                <a:gd name="connsiteY2" fmla="*/ 3054382 h 3076193"/>
                <a:gd name="connsiteX3" fmla="*/ 519481 w 1677721"/>
                <a:gd name="connsiteY3" fmla="*/ 3002471 h 3076193"/>
                <a:gd name="connsiteX4" fmla="*/ 400610 w 1677721"/>
                <a:gd name="connsiteY4" fmla="*/ 2945892 h 3076193"/>
                <a:gd name="connsiteX5" fmla="*/ 184868 w 1677721"/>
                <a:gd name="connsiteY5" fmla="*/ 2706910 h 3076193"/>
                <a:gd name="connsiteX6" fmla="*/ 59138 w 1677721"/>
                <a:gd name="connsiteY6" fmla="*/ 2451830 h 3076193"/>
                <a:gd name="connsiteX7" fmla="*/ 274 w 1677721"/>
                <a:gd name="connsiteY7" fmla="*/ 2128552 h 3076193"/>
                <a:gd name="connsiteX8" fmla="*/ 172200 w 1677721"/>
                <a:gd name="connsiteY8" fmla="*/ 1672590 h 3076193"/>
                <a:gd name="connsiteX9" fmla="*/ 446806 w 1677721"/>
                <a:gd name="connsiteY9" fmla="*/ 1445133 h 3076193"/>
                <a:gd name="connsiteX10" fmla="*/ 633686 w 1677721"/>
                <a:gd name="connsiteY10" fmla="*/ 1381601 h 3076193"/>
                <a:gd name="connsiteX11" fmla="*/ 840188 w 1677721"/>
                <a:gd name="connsiteY11" fmla="*/ 1260348 h 3076193"/>
                <a:gd name="connsiteX12" fmla="*/ 904768 w 1677721"/>
                <a:gd name="connsiteY12" fmla="*/ 1108615 h 3076193"/>
                <a:gd name="connsiteX13" fmla="*/ 926294 w 1677721"/>
                <a:gd name="connsiteY13" fmla="*/ 955453 h 3076193"/>
                <a:gd name="connsiteX14" fmla="*/ 912959 w 1677721"/>
                <a:gd name="connsiteY14" fmla="*/ 763905 h 3076193"/>
                <a:gd name="connsiteX15" fmla="*/ 949535 w 1677721"/>
                <a:gd name="connsiteY15" fmla="*/ 651320 h 3076193"/>
                <a:gd name="connsiteX16" fmla="*/ 1089934 w 1677721"/>
                <a:gd name="connsiteY16" fmla="*/ 510826 h 3076193"/>
                <a:gd name="connsiteX17" fmla="*/ 1324535 w 1677721"/>
                <a:gd name="connsiteY17" fmla="*/ 323278 h 3076193"/>
                <a:gd name="connsiteX18" fmla="*/ 1677721 w 1677721"/>
                <a:gd name="connsiteY18" fmla="*/ 0 h 307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77721" h="3076193">
                  <a:moveTo>
                    <a:pt x="1665434" y="3076194"/>
                  </a:moveTo>
                  <a:cubicBezTo>
                    <a:pt x="1494651" y="3069431"/>
                    <a:pt x="1239571" y="3053620"/>
                    <a:pt x="1068693" y="3054382"/>
                  </a:cubicBezTo>
                  <a:cubicBezTo>
                    <a:pt x="996779" y="3054668"/>
                    <a:pt x="924866" y="3056573"/>
                    <a:pt x="852952" y="3054382"/>
                  </a:cubicBezTo>
                  <a:cubicBezTo>
                    <a:pt x="739890" y="3050953"/>
                    <a:pt x="626638" y="3038380"/>
                    <a:pt x="519481" y="3002471"/>
                  </a:cubicBezTo>
                  <a:cubicBezTo>
                    <a:pt x="477667" y="2988469"/>
                    <a:pt x="437567" y="2969990"/>
                    <a:pt x="400610" y="2945892"/>
                  </a:cubicBezTo>
                  <a:cubicBezTo>
                    <a:pt x="309836" y="2886837"/>
                    <a:pt x="242876" y="2798731"/>
                    <a:pt x="184868" y="2706910"/>
                  </a:cubicBezTo>
                  <a:cubicBezTo>
                    <a:pt x="134005" y="2626519"/>
                    <a:pt x="91618" y="2541175"/>
                    <a:pt x="59138" y="2451830"/>
                  </a:cubicBezTo>
                  <a:cubicBezTo>
                    <a:pt x="21324" y="2347913"/>
                    <a:pt x="-2870" y="2238947"/>
                    <a:pt x="274" y="2128552"/>
                  </a:cubicBezTo>
                  <a:cubicBezTo>
                    <a:pt x="4941" y="1962531"/>
                    <a:pt x="71044" y="1804797"/>
                    <a:pt x="172200" y="1672590"/>
                  </a:cubicBezTo>
                  <a:cubicBezTo>
                    <a:pt x="245638" y="1576578"/>
                    <a:pt x="336220" y="1493615"/>
                    <a:pt x="446806" y="1445133"/>
                  </a:cubicBezTo>
                  <a:cubicBezTo>
                    <a:pt x="507099" y="1418749"/>
                    <a:pt x="571012" y="1401890"/>
                    <a:pt x="633686" y="1381601"/>
                  </a:cubicBezTo>
                  <a:cubicBezTo>
                    <a:pt x="711696" y="1356455"/>
                    <a:pt x="789992" y="1324356"/>
                    <a:pt x="840188" y="1260348"/>
                  </a:cubicBezTo>
                  <a:cubicBezTo>
                    <a:pt x="874478" y="1216724"/>
                    <a:pt x="891528" y="1162812"/>
                    <a:pt x="904768" y="1108615"/>
                  </a:cubicBezTo>
                  <a:cubicBezTo>
                    <a:pt x="917055" y="1058323"/>
                    <a:pt x="927152" y="1007174"/>
                    <a:pt x="926294" y="955453"/>
                  </a:cubicBezTo>
                  <a:cubicBezTo>
                    <a:pt x="925246" y="891159"/>
                    <a:pt x="907720" y="827913"/>
                    <a:pt x="912959" y="763905"/>
                  </a:cubicBezTo>
                  <a:cubicBezTo>
                    <a:pt x="916198" y="724090"/>
                    <a:pt x="928961" y="685610"/>
                    <a:pt x="949535" y="651320"/>
                  </a:cubicBezTo>
                  <a:cubicBezTo>
                    <a:pt x="983825" y="594170"/>
                    <a:pt x="1037737" y="552640"/>
                    <a:pt x="1089934" y="510826"/>
                  </a:cubicBezTo>
                  <a:cubicBezTo>
                    <a:pt x="1168039" y="448247"/>
                    <a:pt x="1245477" y="384619"/>
                    <a:pt x="1324535" y="323278"/>
                  </a:cubicBezTo>
                  <a:cubicBezTo>
                    <a:pt x="1423785" y="246221"/>
                    <a:pt x="1594854" y="94202"/>
                    <a:pt x="167772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A28F31-C1FD-4B00-8A52-48952AB44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065946" y="-514793"/>
              <a:ext cx="1468691" cy="2607257"/>
            </a:xfrm>
            <a:custGeom>
              <a:avLst/>
              <a:gdLst>
                <a:gd name="connsiteX0" fmla="*/ 1450689 w 1468691"/>
                <a:gd name="connsiteY0" fmla="*/ 2568321 h 2607257"/>
                <a:gd name="connsiteX1" fmla="*/ 1210183 w 1468691"/>
                <a:gd name="connsiteY1" fmla="*/ 2590609 h 2607257"/>
                <a:gd name="connsiteX2" fmla="*/ 905573 w 1468691"/>
                <a:gd name="connsiteY2" fmla="*/ 2606802 h 2607257"/>
                <a:gd name="connsiteX3" fmla="*/ 558292 w 1468691"/>
                <a:gd name="connsiteY3" fmla="*/ 2587181 h 2607257"/>
                <a:gd name="connsiteX4" fmla="*/ 467138 w 1468691"/>
                <a:gd name="connsiteY4" fmla="*/ 2568702 h 2607257"/>
                <a:gd name="connsiteX5" fmla="*/ 206343 w 1468691"/>
                <a:gd name="connsiteY5" fmla="*/ 2407063 h 2607257"/>
                <a:gd name="connsiteX6" fmla="*/ 78613 w 1468691"/>
                <a:gd name="connsiteY6" fmla="*/ 2211896 h 2607257"/>
                <a:gd name="connsiteX7" fmla="*/ 2032 w 1468691"/>
                <a:gd name="connsiteY7" fmla="*/ 1936623 h 2607257"/>
                <a:gd name="connsiteX8" fmla="*/ 21177 w 1468691"/>
                <a:gd name="connsiteY8" fmla="*/ 1749933 h 2607257"/>
                <a:gd name="connsiteX9" fmla="*/ 116903 w 1468691"/>
                <a:gd name="connsiteY9" fmla="*/ 1594295 h 2607257"/>
                <a:gd name="connsiteX10" fmla="*/ 241300 w 1468691"/>
                <a:gd name="connsiteY10" fmla="*/ 1512951 h 2607257"/>
                <a:gd name="connsiteX11" fmla="*/ 475805 w 1468691"/>
                <a:gd name="connsiteY11" fmla="*/ 1500949 h 2607257"/>
                <a:gd name="connsiteX12" fmla="*/ 664781 w 1468691"/>
                <a:gd name="connsiteY12" fmla="*/ 1541621 h 2607257"/>
                <a:gd name="connsiteX13" fmla="*/ 803560 w 1468691"/>
                <a:gd name="connsiteY13" fmla="*/ 1541621 h 2607257"/>
                <a:gd name="connsiteX14" fmla="*/ 942340 w 1468691"/>
                <a:gd name="connsiteY14" fmla="*/ 1429131 h 2607257"/>
                <a:gd name="connsiteX15" fmla="*/ 1018921 w 1468691"/>
                <a:gd name="connsiteY15" fmla="*/ 1163383 h 2607257"/>
                <a:gd name="connsiteX16" fmla="*/ 1061974 w 1468691"/>
                <a:gd name="connsiteY16" fmla="*/ 811530 h 2607257"/>
                <a:gd name="connsiteX17" fmla="*/ 1114647 w 1468691"/>
                <a:gd name="connsiteY17" fmla="*/ 574548 h 2607257"/>
                <a:gd name="connsiteX18" fmla="*/ 1243806 w 1468691"/>
                <a:gd name="connsiteY18" fmla="*/ 284893 h 2607257"/>
                <a:gd name="connsiteX19" fmla="*/ 1468691 w 1468691"/>
                <a:gd name="connsiteY19" fmla="*/ 0 h 2607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68691" h="2607257">
                  <a:moveTo>
                    <a:pt x="1450689" y="2568321"/>
                  </a:moveTo>
                  <a:cubicBezTo>
                    <a:pt x="1398682" y="2574989"/>
                    <a:pt x="1262570" y="2587752"/>
                    <a:pt x="1210183" y="2590609"/>
                  </a:cubicBezTo>
                  <a:cubicBezTo>
                    <a:pt x="1108646" y="2596134"/>
                    <a:pt x="1007205" y="2604707"/>
                    <a:pt x="905573" y="2606802"/>
                  </a:cubicBezTo>
                  <a:cubicBezTo>
                    <a:pt x="789464" y="2609088"/>
                    <a:pt x="673354" y="2602802"/>
                    <a:pt x="558292" y="2587181"/>
                  </a:cubicBezTo>
                  <a:cubicBezTo>
                    <a:pt x="527526" y="2582990"/>
                    <a:pt x="497046" y="2577274"/>
                    <a:pt x="467138" y="2568702"/>
                  </a:cubicBezTo>
                  <a:cubicBezTo>
                    <a:pt x="367220" y="2540222"/>
                    <a:pt x="277876" y="2482501"/>
                    <a:pt x="206343" y="2407063"/>
                  </a:cubicBezTo>
                  <a:cubicBezTo>
                    <a:pt x="152527" y="2350294"/>
                    <a:pt x="111379" y="2283047"/>
                    <a:pt x="78613" y="2211896"/>
                  </a:cubicBezTo>
                  <a:cubicBezTo>
                    <a:pt x="38513" y="2124742"/>
                    <a:pt x="9938" y="2032159"/>
                    <a:pt x="2032" y="1936623"/>
                  </a:cubicBezTo>
                  <a:cubicBezTo>
                    <a:pt x="-3207" y="1873567"/>
                    <a:pt x="1174" y="1809845"/>
                    <a:pt x="21177" y="1749933"/>
                  </a:cubicBezTo>
                  <a:cubicBezTo>
                    <a:pt x="40608" y="1691449"/>
                    <a:pt x="73469" y="1638109"/>
                    <a:pt x="116903" y="1594295"/>
                  </a:cubicBezTo>
                  <a:cubicBezTo>
                    <a:pt x="152241" y="1558576"/>
                    <a:pt x="194151" y="1530001"/>
                    <a:pt x="241300" y="1512951"/>
                  </a:cubicBezTo>
                  <a:cubicBezTo>
                    <a:pt x="315881" y="1485900"/>
                    <a:pt x="397224" y="1487519"/>
                    <a:pt x="475805" y="1500949"/>
                  </a:cubicBezTo>
                  <a:cubicBezTo>
                    <a:pt x="539337" y="1511808"/>
                    <a:pt x="601440" y="1529810"/>
                    <a:pt x="664781" y="1541621"/>
                  </a:cubicBezTo>
                  <a:cubicBezTo>
                    <a:pt x="710977" y="1550194"/>
                    <a:pt x="758412" y="1554194"/>
                    <a:pt x="803560" y="1541621"/>
                  </a:cubicBezTo>
                  <a:cubicBezTo>
                    <a:pt x="862711" y="1525143"/>
                    <a:pt x="909288" y="1481233"/>
                    <a:pt x="942340" y="1429131"/>
                  </a:cubicBezTo>
                  <a:cubicBezTo>
                    <a:pt x="992156" y="1350455"/>
                    <a:pt x="1006919" y="1256157"/>
                    <a:pt x="1018921" y="1163383"/>
                  </a:cubicBezTo>
                  <a:cubicBezTo>
                    <a:pt x="1034065" y="1046131"/>
                    <a:pt x="1043972" y="928306"/>
                    <a:pt x="1061974" y="811530"/>
                  </a:cubicBezTo>
                  <a:cubicBezTo>
                    <a:pt x="1074356" y="731425"/>
                    <a:pt x="1091120" y="652081"/>
                    <a:pt x="1114647" y="574548"/>
                  </a:cubicBezTo>
                  <a:cubicBezTo>
                    <a:pt x="1145413" y="472916"/>
                    <a:pt x="1187990" y="375094"/>
                    <a:pt x="1243806" y="284893"/>
                  </a:cubicBezTo>
                  <a:cubicBezTo>
                    <a:pt x="1307623" y="181832"/>
                    <a:pt x="1388396" y="90868"/>
                    <a:pt x="146869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1E3F6DD-B482-497A-843E-010612C85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248093" y="-430241"/>
              <a:ext cx="1175182" cy="2095685"/>
            </a:xfrm>
            <a:custGeom>
              <a:avLst/>
              <a:gdLst>
                <a:gd name="connsiteX0" fmla="*/ 1175183 w 1175182"/>
                <a:gd name="connsiteY0" fmla="*/ 1950434 h 2095685"/>
                <a:gd name="connsiteX1" fmla="*/ 696075 w 1175182"/>
                <a:gd name="connsiteY1" fmla="*/ 2077307 h 2095685"/>
                <a:gd name="connsiteX2" fmla="*/ 349175 w 1175182"/>
                <a:gd name="connsiteY2" fmla="*/ 2089309 h 2095685"/>
                <a:gd name="connsiteX3" fmla="*/ 73997 w 1175182"/>
                <a:gd name="connsiteY3" fmla="*/ 1987582 h 2095685"/>
                <a:gd name="connsiteX4" fmla="*/ 2179 w 1175182"/>
                <a:gd name="connsiteY4" fmla="*/ 1818037 h 2095685"/>
                <a:gd name="connsiteX5" fmla="*/ 18086 w 1175182"/>
                <a:gd name="connsiteY5" fmla="*/ 1694402 h 2095685"/>
                <a:gd name="connsiteX6" fmla="*/ 161627 w 1175182"/>
                <a:gd name="connsiteY6" fmla="*/ 1594676 h 2095685"/>
                <a:gd name="connsiteX7" fmla="*/ 384893 w 1175182"/>
                <a:gd name="connsiteY7" fmla="*/ 1664494 h 2095685"/>
                <a:gd name="connsiteX8" fmla="*/ 648069 w 1175182"/>
                <a:gd name="connsiteY8" fmla="*/ 1684401 h 2095685"/>
                <a:gd name="connsiteX9" fmla="*/ 831520 w 1175182"/>
                <a:gd name="connsiteY9" fmla="*/ 1550765 h 2095685"/>
                <a:gd name="connsiteX10" fmla="*/ 909245 w 1175182"/>
                <a:gd name="connsiteY10" fmla="*/ 1315402 h 2095685"/>
                <a:gd name="connsiteX11" fmla="*/ 975062 w 1175182"/>
                <a:gd name="connsiteY11" fmla="*/ 876586 h 2095685"/>
                <a:gd name="connsiteX12" fmla="*/ 989064 w 1175182"/>
                <a:gd name="connsiteY12" fmla="*/ 591312 h 2095685"/>
                <a:gd name="connsiteX13" fmla="*/ 1158514 w 1175182"/>
                <a:gd name="connsiteY13" fmla="*/ 0 h 2095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5182" h="2095685">
                  <a:moveTo>
                    <a:pt x="1175183" y="1950434"/>
                  </a:moveTo>
                  <a:cubicBezTo>
                    <a:pt x="1097554" y="1973485"/>
                    <a:pt x="775799" y="2063115"/>
                    <a:pt x="696075" y="2077307"/>
                  </a:cubicBezTo>
                  <a:cubicBezTo>
                    <a:pt x="581489" y="2097786"/>
                    <a:pt x="465094" y="2100167"/>
                    <a:pt x="349175" y="2089309"/>
                  </a:cubicBezTo>
                  <a:cubicBezTo>
                    <a:pt x="247638" y="2079784"/>
                    <a:pt x="142292" y="2061401"/>
                    <a:pt x="73997" y="1987582"/>
                  </a:cubicBezTo>
                  <a:cubicBezTo>
                    <a:pt x="31420" y="1941481"/>
                    <a:pt x="9513" y="1880616"/>
                    <a:pt x="2179" y="1818037"/>
                  </a:cubicBezTo>
                  <a:cubicBezTo>
                    <a:pt x="-2774" y="1775746"/>
                    <a:pt x="-12" y="1732693"/>
                    <a:pt x="18086" y="1694402"/>
                  </a:cubicBezTo>
                  <a:cubicBezTo>
                    <a:pt x="44755" y="1638110"/>
                    <a:pt x="99810" y="1600295"/>
                    <a:pt x="161627" y="1594676"/>
                  </a:cubicBezTo>
                  <a:cubicBezTo>
                    <a:pt x="240304" y="1587532"/>
                    <a:pt x="310312" y="1635633"/>
                    <a:pt x="384893" y="1664494"/>
                  </a:cubicBezTo>
                  <a:cubicBezTo>
                    <a:pt x="468904" y="1696974"/>
                    <a:pt x="561392" y="1708594"/>
                    <a:pt x="648069" y="1684401"/>
                  </a:cubicBezTo>
                  <a:cubicBezTo>
                    <a:pt x="723602" y="1663351"/>
                    <a:pt x="788563" y="1616488"/>
                    <a:pt x="831520" y="1550765"/>
                  </a:cubicBezTo>
                  <a:cubicBezTo>
                    <a:pt x="877050" y="1480947"/>
                    <a:pt x="893052" y="1397508"/>
                    <a:pt x="909245" y="1315402"/>
                  </a:cubicBezTo>
                  <a:cubicBezTo>
                    <a:pt x="938010" y="1170051"/>
                    <a:pt x="963156" y="1024128"/>
                    <a:pt x="975062" y="876586"/>
                  </a:cubicBezTo>
                  <a:cubicBezTo>
                    <a:pt x="982682" y="781717"/>
                    <a:pt x="981539" y="686276"/>
                    <a:pt x="989064" y="591312"/>
                  </a:cubicBezTo>
                  <a:cubicBezTo>
                    <a:pt x="998970" y="465296"/>
                    <a:pt x="981730" y="160211"/>
                    <a:pt x="115851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4" name="Bottom Right">
            <a:extLst>
              <a:ext uri="{FF2B5EF4-FFF2-40B4-BE49-F238E27FC236}">
                <a16:creationId xmlns:a16="http://schemas.microsoft.com/office/drawing/2014/main" id="{44F880E8-D890-4B32-8082-A3337BF3D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4961325-8EF4-4C7A-9833-FB20C4DD5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6" name="Graphic 157">
              <a:extLst>
                <a:ext uri="{FF2B5EF4-FFF2-40B4-BE49-F238E27FC236}">
                  <a16:creationId xmlns:a16="http://schemas.microsoft.com/office/drawing/2014/main" id="{AC3C1455-2522-4EFE-8D33-83807CF78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537D90C7-3836-4178-B926-44AA5E3B4E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5161F7E-ABD4-4A6E-864C-5ED1DD8B5D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44A5CB6-84AB-4A73-BB98-6D0482A909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8FCFD2D9-E87A-4C33-A158-63D4FFE093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62B6679-1B90-4CB1-AC3E-B8309C31B1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1C024DDF-6017-463E-82DC-5D51B97501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6AE97FA4-4E41-47AD-A123-2F6EA202B3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5DF185A-8061-4998-A019-A4FBA15F5D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BC98CB1E-A2BC-B535-8DDB-3794B683E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0" y="740211"/>
            <a:ext cx="7530685" cy="31638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Grazie per l’attenzione</a:t>
            </a:r>
          </a:p>
        </p:txBody>
      </p:sp>
      <p:grpSp>
        <p:nvGrpSpPr>
          <p:cNvPr id="76" name="Cross">
            <a:extLst>
              <a:ext uri="{FF2B5EF4-FFF2-40B4-BE49-F238E27FC236}">
                <a16:creationId xmlns:a16="http://schemas.microsoft.com/office/drawing/2014/main" id="{7EA2E9ED-9579-480C-8036-C3FE41274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28991" y="4031354"/>
            <a:ext cx="118872" cy="118872"/>
            <a:chOff x="1175347" y="3733800"/>
            <a:chExt cx="118872" cy="118872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6359521-A2E0-4F20-B7DA-9DA02BE49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D51D877-AAD8-42E5-8DD7-4BFECAE46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5D88455-43E8-DCED-41C5-320F42CE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97A145D-35C0-4EF1-911A-800C82B2C830}" type="datetime1">
              <a:rPr lang="en-US" smtClean="0"/>
              <a:pPr>
                <a:spcAft>
                  <a:spcPts val="600"/>
                </a:spcAft>
              </a:pPr>
              <a:t>2/17/2026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6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Sagona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222</Words>
  <Application>Microsoft Office PowerPoint</Application>
  <PresentationFormat>Widescreen</PresentationFormat>
  <Paragraphs>78</Paragraphs>
  <Slides>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6" baseType="lpstr">
      <vt:lpstr>Aptos</vt:lpstr>
      <vt:lpstr>Arial</vt:lpstr>
      <vt:lpstr>Avenir Next LT Pro</vt:lpstr>
      <vt:lpstr>AvenirNext LT Pro Medium</vt:lpstr>
      <vt:lpstr>Sagona Book</vt:lpstr>
      <vt:lpstr>Wingdings</vt:lpstr>
      <vt:lpstr>ExploreVTI</vt:lpstr>
      <vt:lpstr>La gestione delle memorie </vt:lpstr>
      <vt:lpstr>Sommario </vt:lpstr>
      <vt:lpstr>Tipi di memoria </vt:lpstr>
      <vt:lpstr>Caricamento del programma</vt:lpstr>
      <vt:lpstr>Rilocazione statica</vt:lpstr>
      <vt:lpstr>Rilocazione dinamica </vt:lpstr>
      <vt:lpstr>Binding e linking</vt:lpstr>
      <vt:lpstr>Tecniche per migliorare l’uso della memoria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 Nicola</dc:creator>
  <cp:lastModifiedBy>Nicola Nicola</cp:lastModifiedBy>
  <cp:revision>6</cp:revision>
  <dcterms:created xsi:type="dcterms:W3CDTF">2026-02-15T09:14:48Z</dcterms:created>
  <dcterms:modified xsi:type="dcterms:W3CDTF">2026-02-17T15:03:41Z</dcterms:modified>
</cp:coreProperties>
</file>