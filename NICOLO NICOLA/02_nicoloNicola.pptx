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5"/>
  </p:notesMasterIdLst>
  <p:sldIdLst>
    <p:sldId id="256" r:id="rId2"/>
    <p:sldId id="257" r:id="rId3"/>
    <p:sldId id="270" r:id="rId4"/>
    <p:sldId id="258" r:id="rId5"/>
    <p:sldId id="259" r:id="rId6"/>
    <p:sldId id="266" r:id="rId7"/>
    <p:sldId id="267" r:id="rId8"/>
    <p:sldId id="262" r:id="rId9"/>
    <p:sldId id="264" r:id="rId10"/>
    <p:sldId id="265" r:id="rId11"/>
    <p:sldId id="268" r:id="rId12"/>
    <p:sldId id="269" r:id="rId13"/>
    <p:sldId id="263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6779C4-B507-4352-ACE3-C45D809685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E28C55-8B10-47BB-A81D-44AEB6A259C4}">
      <dgm:prSet custT="1"/>
      <dgm:spPr/>
      <dgm:t>
        <a:bodyPr/>
        <a:lstStyle/>
        <a:p>
          <a:r>
            <a:rPr lang="it-IT" sz="2800" dirty="0"/>
            <a:t>Linking </a:t>
          </a:r>
          <a:r>
            <a:rPr lang="it-IT" sz="2800" dirty="0">
              <a:sym typeface="Wingdings" panose="05000000000000000000" pitchFamily="2" charset="2"/>
            </a:rPr>
            <a:t></a:t>
          </a:r>
          <a:r>
            <a:rPr lang="it-IT" sz="2800" dirty="0"/>
            <a:t> aggiunge al programma compilato le librerie </a:t>
          </a:r>
          <a:endParaRPr lang="en-US" sz="2800" dirty="0"/>
        </a:p>
      </dgm:t>
    </dgm:pt>
    <dgm:pt modelId="{00B36621-50DA-4DE5-ABD4-8DE2FEDD64C5}" type="parTrans" cxnId="{01A72B50-5D76-43B3-AF80-98902BAD79F2}">
      <dgm:prSet/>
      <dgm:spPr/>
      <dgm:t>
        <a:bodyPr/>
        <a:lstStyle/>
        <a:p>
          <a:endParaRPr lang="en-US"/>
        </a:p>
      </dgm:t>
    </dgm:pt>
    <dgm:pt modelId="{BA943548-31BA-485A-A1BA-45AC353698C6}" type="sibTrans" cxnId="{01A72B50-5D76-43B3-AF80-98902BAD79F2}">
      <dgm:prSet/>
      <dgm:spPr/>
      <dgm:t>
        <a:bodyPr/>
        <a:lstStyle/>
        <a:p>
          <a:endParaRPr lang="en-US"/>
        </a:p>
      </dgm:t>
    </dgm:pt>
    <dgm:pt modelId="{CD608AF3-AB0E-4511-803C-C5048EC94A91}">
      <dgm:prSet custT="1"/>
      <dgm:spPr/>
      <dgm:t>
        <a:bodyPr/>
        <a:lstStyle/>
        <a:p>
          <a:r>
            <a:rPr lang="it-IT" sz="2800" dirty="0"/>
            <a:t>Binding </a:t>
          </a:r>
          <a:r>
            <a:rPr lang="it-IT" sz="2800" dirty="0">
              <a:sym typeface="Wingdings" panose="05000000000000000000" pitchFamily="2" charset="2"/>
            </a:rPr>
            <a:t></a:t>
          </a:r>
          <a:r>
            <a:rPr lang="it-IT" sz="2800" dirty="0"/>
            <a:t> passaggio da indirizzo logico a fisico e può avvenire in tre momenti diversi </a:t>
          </a:r>
          <a:endParaRPr lang="en-US" sz="2800" dirty="0"/>
        </a:p>
      </dgm:t>
    </dgm:pt>
    <dgm:pt modelId="{69582B17-8E8D-4F1B-A82D-FCDF65CBBEE0}" type="parTrans" cxnId="{939EDE76-E3F3-447A-AE0A-594BBF85F498}">
      <dgm:prSet/>
      <dgm:spPr/>
      <dgm:t>
        <a:bodyPr/>
        <a:lstStyle/>
        <a:p>
          <a:endParaRPr lang="en-US"/>
        </a:p>
      </dgm:t>
    </dgm:pt>
    <dgm:pt modelId="{F292FE56-BD50-4C29-B977-7BEE32D782D0}" type="sibTrans" cxnId="{939EDE76-E3F3-447A-AE0A-594BBF85F498}">
      <dgm:prSet/>
      <dgm:spPr/>
      <dgm:t>
        <a:bodyPr/>
        <a:lstStyle/>
        <a:p>
          <a:endParaRPr lang="en-US"/>
        </a:p>
      </dgm:t>
    </dgm:pt>
    <dgm:pt modelId="{865A8B77-1009-4418-8DAD-08D54C20D43C}">
      <dgm:prSet custT="1"/>
      <dgm:spPr/>
      <dgm:t>
        <a:bodyPr/>
        <a:lstStyle/>
        <a:p>
          <a:r>
            <a:rPr lang="it-IT" sz="2400" dirty="0"/>
            <a:t>compilazione </a:t>
          </a:r>
          <a:endParaRPr lang="en-US" sz="2400" dirty="0"/>
        </a:p>
      </dgm:t>
    </dgm:pt>
    <dgm:pt modelId="{53F18FD2-2F15-4221-9353-DA8FE77DB44B}" type="parTrans" cxnId="{167EAF65-BE4A-478C-9A67-91C0EE426907}">
      <dgm:prSet/>
      <dgm:spPr/>
      <dgm:t>
        <a:bodyPr/>
        <a:lstStyle/>
        <a:p>
          <a:endParaRPr lang="en-US"/>
        </a:p>
      </dgm:t>
    </dgm:pt>
    <dgm:pt modelId="{3ADB26C0-F590-4F7A-B252-27D3D418CA30}" type="sibTrans" cxnId="{167EAF65-BE4A-478C-9A67-91C0EE426907}">
      <dgm:prSet/>
      <dgm:spPr/>
      <dgm:t>
        <a:bodyPr/>
        <a:lstStyle/>
        <a:p>
          <a:endParaRPr lang="en-US"/>
        </a:p>
      </dgm:t>
    </dgm:pt>
    <dgm:pt modelId="{07B666C9-2E3B-40A0-AE44-E4B24B867179}">
      <dgm:prSet custT="1"/>
      <dgm:spPr/>
      <dgm:t>
        <a:bodyPr/>
        <a:lstStyle/>
        <a:p>
          <a:r>
            <a:rPr lang="it-IT" sz="2400" dirty="0"/>
            <a:t>caricamento (rilocazione statica)</a:t>
          </a:r>
          <a:endParaRPr lang="en-US" sz="2400" dirty="0"/>
        </a:p>
      </dgm:t>
    </dgm:pt>
    <dgm:pt modelId="{4F48FB85-F2A3-46BF-8521-B141D83AC6F1}" type="parTrans" cxnId="{D0FD218A-B797-4CDA-BEC9-D08163F414A6}">
      <dgm:prSet/>
      <dgm:spPr/>
      <dgm:t>
        <a:bodyPr/>
        <a:lstStyle/>
        <a:p>
          <a:endParaRPr lang="en-US"/>
        </a:p>
      </dgm:t>
    </dgm:pt>
    <dgm:pt modelId="{C01075D8-17BA-446C-BCD4-C7258DFF0CC9}" type="sibTrans" cxnId="{D0FD218A-B797-4CDA-BEC9-D08163F414A6}">
      <dgm:prSet/>
      <dgm:spPr/>
      <dgm:t>
        <a:bodyPr/>
        <a:lstStyle/>
        <a:p>
          <a:endParaRPr lang="en-US"/>
        </a:p>
      </dgm:t>
    </dgm:pt>
    <dgm:pt modelId="{DC1B29B4-5D15-4DAA-A9D8-5ED631E35C1C}">
      <dgm:prSet custT="1"/>
      <dgm:spPr/>
      <dgm:t>
        <a:bodyPr/>
        <a:lstStyle/>
        <a:p>
          <a:r>
            <a:rPr lang="it-IT" sz="2400" dirty="0"/>
            <a:t>esecuzione (rilocazione dinamica)</a:t>
          </a:r>
          <a:endParaRPr lang="en-US" sz="2400" dirty="0"/>
        </a:p>
      </dgm:t>
    </dgm:pt>
    <dgm:pt modelId="{844BD0A6-6D9B-4E5D-A73B-8441A8EFF58C}" type="parTrans" cxnId="{209166E6-E93B-4FCD-83AA-AD50F6EFD3B7}">
      <dgm:prSet/>
      <dgm:spPr/>
      <dgm:t>
        <a:bodyPr/>
        <a:lstStyle/>
        <a:p>
          <a:endParaRPr lang="en-US"/>
        </a:p>
      </dgm:t>
    </dgm:pt>
    <dgm:pt modelId="{642A0F8D-5F48-48B8-8DB0-1A074E9B4AC3}" type="sibTrans" cxnId="{209166E6-E93B-4FCD-83AA-AD50F6EFD3B7}">
      <dgm:prSet/>
      <dgm:spPr/>
      <dgm:t>
        <a:bodyPr/>
        <a:lstStyle/>
        <a:p>
          <a:endParaRPr lang="en-US"/>
        </a:p>
      </dgm:t>
    </dgm:pt>
    <dgm:pt modelId="{5F57BA1E-2A5C-477D-ADF9-2F8407C10DA6}" type="pres">
      <dgm:prSet presAssocID="{606779C4-B507-4352-ACE3-C45D80968580}" presName="linear" presStyleCnt="0">
        <dgm:presLayoutVars>
          <dgm:animLvl val="lvl"/>
          <dgm:resizeHandles val="exact"/>
        </dgm:presLayoutVars>
      </dgm:prSet>
      <dgm:spPr/>
    </dgm:pt>
    <dgm:pt modelId="{1781C965-87A9-4DEF-8AD4-CDE53C141EEE}" type="pres">
      <dgm:prSet presAssocID="{1BE28C55-8B10-47BB-A81D-44AEB6A259C4}" presName="parentText" presStyleLbl="node1" presStyleIdx="0" presStyleCnt="2" custLinFactNeighborY="9228">
        <dgm:presLayoutVars>
          <dgm:chMax val="0"/>
          <dgm:bulletEnabled val="1"/>
        </dgm:presLayoutVars>
      </dgm:prSet>
      <dgm:spPr/>
    </dgm:pt>
    <dgm:pt modelId="{2CD0F4C7-8169-4087-A16F-F96DA4282E70}" type="pres">
      <dgm:prSet presAssocID="{BA943548-31BA-485A-A1BA-45AC353698C6}" presName="spacer" presStyleCnt="0"/>
      <dgm:spPr/>
    </dgm:pt>
    <dgm:pt modelId="{806B1A1E-EF10-40DA-B271-5B9711DB82F3}" type="pres">
      <dgm:prSet presAssocID="{CD608AF3-AB0E-4511-803C-C5048EC94A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C8874A-D7B4-4E3C-B262-6FA0F0BF86B8}" type="pres">
      <dgm:prSet presAssocID="{CD608AF3-AB0E-4511-803C-C5048EC94A9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19C1D0C-51EB-4551-AD53-C1C1DAAB3F57}" type="presOf" srcId="{865A8B77-1009-4418-8DAD-08D54C20D43C}" destId="{5FC8874A-D7B4-4E3C-B262-6FA0F0BF86B8}" srcOrd="0" destOrd="0" presId="urn:microsoft.com/office/officeart/2005/8/layout/vList2"/>
    <dgm:cxn modelId="{167EAF65-BE4A-478C-9A67-91C0EE426907}" srcId="{CD608AF3-AB0E-4511-803C-C5048EC94A91}" destId="{865A8B77-1009-4418-8DAD-08D54C20D43C}" srcOrd="0" destOrd="0" parTransId="{53F18FD2-2F15-4221-9353-DA8FE77DB44B}" sibTransId="{3ADB26C0-F590-4F7A-B252-27D3D418CA30}"/>
    <dgm:cxn modelId="{01A72B50-5D76-43B3-AF80-98902BAD79F2}" srcId="{606779C4-B507-4352-ACE3-C45D80968580}" destId="{1BE28C55-8B10-47BB-A81D-44AEB6A259C4}" srcOrd="0" destOrd="0" parTransId="{00B36621-50DA-4DE5-ABD4-8DE2FEDD64C5}" sibTransId="{BA943548-31BA-485A-A1BA-45AC353698C6}"/>
    <dgm:cxn modelId="{939EDE76-E3F3-447A-AE0A-594BBF85F498}" srcId="{606779C4-B507-4352-ACE3-C45D80968580}" destId="{CD608AF3-AB0E-4511-803C-C5048EC94A91}" srcOrd="1" destOrd="0" parTransId="{69582B17-8E8D-4F1B-A82D-FCDF65CBBEE0}" sibTransId="{F292FE56-BD50-4C29-B977-7BEE32D782D0}"/>
    <dgm:cxn modelId="{A39AB47F-B751-49B1-B3B1-3619318DCC81}" type="presOf" srcId="{606779C4-B507-4352-ACE3-C45D80968580}" destId="{5F57BA1E-2A5C-477D-ADF9-2F8407C10DA6}" srcOrd="0" destOrd="0" presId="urn:microsoft.com/office/officeart/2005/8/layout/vList2"/>
    <dgm:cxn modelId="{D0FD218A-B797-4CDA-BEC9-D08163F414A6}" srcId="{CD608AF3-AB0E-4511-803C-C5048EC94A91}" destId="{07B666C9-2E3B-40A0-AE44-E4B24B867179}" srcOrd="1" destOrd="0" parTransId="{4F48FB85-F2A3-46BF-8521-B141D83AC6F1}" sibTransId="{C01075D8-17BA-446C-BCD4-C7258DFF0CC9}"/>
    <dgm:cxn modelId="{4A4615AA-09E8-4766-9096-BD0C976B6358}" type="presOf" srcId="{1BE28C55-8B10-47BB-A81D-44AEB6A259C4}" destId="{1781C965-87A9-4DEF-8AD4-CDE53C141EEE}" srcOrd="0" destOrd="0" presId="urn:microsoft.com/office/officeart/2005/8/layout/vList2"/>
    <dgm:cxn modelId="{26A99CBC-E22E-449E-B6DA-7EC0E8AEC064}" type="presOf" srcId="{07B666C9-2E3B-40A0-AE44-E4B24B867179}" destId="{5FC8874A-D7B4-4E3C-B262-6FA0F0BF86B8}" srcOrd="0" destOrd="1" presId="urn:microsoft.com/office/officeart/2005/8/layout/vList2"/>
    <dgm:cxn modelId="{0E112BCE-21A8-4767-BACD-CA0A7A6B4D4F}" type="presOf" srcId="{CD608AF3-AB0E-4511-803C-C5048EC94A91}" destId="{806B1A1E-EF10-40DA-B271-5B9711DB82F3}" srcOrd="0" destOrd="0" presId="urn:microsoft.com/office/officeart/2005/8/layout/vList2"/>
    <dgm:cxn modelId="{92C6A2CE-BF1C-408D-A2AE-EA5981A219A3}" type="presOf" srcId="{DC1B29B4-5D15-4DAA-A9D8-5ED631E35C1C}" destId="{5FC8874A-D7B4-4E3C-B262-6FA0F0BF86B8}" srcOrd="0" destOrd="2" presId="urn:microsoft.com/office/officeart/2005/8/layout/vList2"/>
    <dgm:cxn modelId="{209166E6-E93B-4FCD-83AA-AD50F6EFD3B7}" srcId="{CD608AF3-AB0E-4511-803C-C5048EC94A91}" destId="{DC1B29B4-5D15-4DAA-A9D8-5ED631E35C1C}" srcOrd="2" destOrd="0" parTransId="{844BD0A6-6D9B-4E5D-A73B-8441A8EFF58C}" sibTransId="{642A0F8D-5F48-48B8-8DB0-1A074E9B4AC3}"/>
    <dgm:cxn modelId="{B2069BD8-0385-439C-AD24-9914C83666A0}" type="presParOf" srcId="{5F57BA1E-2A5C-477D-ADF9-2F8407C10DA6}" destId="{1781C965-87A9-4DEF-8AD4-CDE53C141EEE}" srcOrd="0" destOrd="0" presId="urn:microsoft.com/office/officeart/2005/8/layout/vList2"/>
    <dgm:cxn modelId="{7B4DAB3E-9CDE-4459-836F-39019CC42A80}" type="presParOf" srcId="{5F57BA1E-2A5C-477D-ADF9-2F8407C10DA6}" destId="{2CD0F4C7-8169-4087-A16F-F96DA4282E70}" srcOrd="1" destOrd="0" presId="urn:microsoft.com/office/officeart/2005/8/layout/vList2"/>
    <dgm:cxn modelId="{35A69B3D-2A8C-474F-9F66-025DC9645DB6}" type="presParOf" srcId="{5F57BA1E-2A5C-477D-ADF9-2F8407C10DA6}" destId="{806B1A1E-EF10-40DA-B271-5B9711DB82F3}" srcOrd="2" destOrd="0" presId="urn:microsoft.com/office/officeart/2005/8/layout/vList2"/>
    <dgm:cxn modelId="{EA83A195-03AF-4E8D-86E3-F6E20BFC7083}" type="presParOf" srcId="{5F57BA1E-2A5C-477D-ADF9-2F8407C10DA6}" destId="{5FC8874A-D7B4-4E3C-B262-6FA0F0BF86B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7F288-5BB6-4930-80B1-15FD221020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D80CE3-BC9D-4C02-A834-393595125CD2}">
      <dgm:prSet custT="1"/>
      <dgm:spPr/>
      <dgm:t>
        <a:bodyPr/>
        <a:lstStyle/>
        <a:p>
          <a:r>
            <a:rPr lang="it-IT" sz="2800" dirty="0"/>
            <a:t>Swapping composto da:</a:t>
          </a:r>
          <a:endParaRPr lang="en-US" sz="2800" dirty="0"/>
        </a:p>
      </dgm:t>
    </dgm:pt>
    <dgm:pt modelId="{6E168BCC-8E45-4378-8FB1-9063D2BA67EF}" type="parTrans" cxnId="{3C41F67F-3C02-4F80-812F-415F5C8CC369}">
      <dgm:prSet/>
      <dgm:spPr/>
      <dgm:t>
        <a:bodyPr/>
        <a:lstStyle/>
        <a:p>
          <a:endParaRPr lang="en-US"/>
        </a:p>
      </dgm:t>
    </dgm:pt>
    <dgm:pt modelId="{24B38031-CE47-48C0-A4D0-8EE4F4C4E7FC}" type="sibTrans" cxnId="{3C41F67F-3C02-4F80-812F-415F5C8CC369}">
      <dgm:prSet/>
      <dgm:spPr/>
      <dgm:t>
        <a:bodyPr/>
        <a:lstStyle/>
        <a:p>
          <a:endParaRPr lang="en-US"/>
        </a:p>
      </dgm:t>
    </dgm:pt>
    <dgm:pt modelId="{9C2EC279-6734-4278-95A4-F12EF6AF334F}">
      <dgm:prSet custT="1"/>
      <dgm:spPr/>
      <dgm:t>
        <a:bodyPr/>
        <a:lstStyle/>
        <a:p>
          <a:r>
            <a:rPr lang="it-IT" sz="2400" dirty="0"/>
            <a:t>Identificare i processi inattivi</a:t>
          </a:r>
          <a:endParaRPr lang="en-US" sz="2400" dirty="0"/>
        </a:p>
      </dgm:t>
    </dgm:pt>
    <dgm:pt modelId="{673E614F-8A79-43C7-B777-87CFD482601B}" type="parTrans" cxnId="{51800C45-5B1B-46D4-AA91-EC3775E2806A}">
      <dgm:prSet/>
      <dgm:spPr/>
      <dgm:t>
        <a:bodyPr/>
        <a:lstStyle/>
        <a:p>
          <a:endParaRPr lang="en-US"/>
        </a:p>
      </dgm:t>
    </dgm:pt>
    <dgm:pt modelId="{A4803594-6048-443A-87D1-BF1BB1FBB7D3}" type="sibTrans" cxnId="{51800C45-5B1B-46D4-AA91-EC3775E2806A}">
      <dgm:prSet/>
      <dgm:spPr/>
      <dgm:t>
        <a:bodyPr/>
        <a:lstStyle/>
        <a:p>
          <a:endParaRPr lang="en-US"/>
        </a:p>
      </dgm:t>
    </dgm:pt>
    <dgm:pt modelId="{D9B9F776-01CE-43E0-82D7-B7EE64643924}">
      <dgm:prSet custT="1"/>
      <dgm:spPr/>
      <dgm:t>
        <a:bodyPr/>
        <a:lstStyle/>
        <a:p>
          <a:r>
            <a:rPr lang="it-IT" sz="2400" dirty="0"/>
            <a:t>Salvare i loro dati sulla memoria temporanea </a:t>
          </a:r>
          <a:endParaRPr lang="en-US" sz="2400" dirty="0"/>
        </a:p>
      </dgm:t>
    </dgm:pt>
    <dgm:pt modelId="{13331A15-DE89-4D74-AE25-121B3B05998D}" type="parTrans" cxnId="{9A19D836-0CE5-4938-B22E-4B2E4E89537C}">
      <dgm:prSet/>
      <dgm:spPr/>
      <dgm:t>
        <a:bodyPr/>
        <a:lstStyle/>
        <a:p>
          <a:endParaRPr lang="en-US"/>
        </a:p>
      </dgm:t>
    </dgm:pt>
    <dgm:pt modelId="{D1B91E5B-BD22-474D-A463-A4ECC025D276}" type="sibTrans" cxnId="{9A19D836-0CE5-4938-B22E-4B2E4E89537C}">
      <dgm:prSet/>
      <dgm:spPr/>
      <dgm:t>
        <a:bodyPr/>
        <a:lstStyle/>
        <a:p>
          <a:endParaRPr lang="en-US"/>
        </a:p>
      </dgm:t>
    </dgm:pt>
    <dgm:pt modelId="{13A8883F-F297-4A28-9D31-31FBABE5C0FF}">
      <dgm:prSet custT="1"/>
      <dgm:spPr/>
      <dgm:t>
        <a:bodyPr/>
        <a:lstStyle/>
        <a:p>
          <a:r>
            <a:rPr lang="it-IT" sz="2400" dirty="0"/>
            <a:t>Scaricamento </a:t>
          </a:r>
          <a:endParaRPr lang="en-US" sz="2400" dirty="0"/>
        </a:p>
      </dgm:t>
    </dgm:pt>
    <dgm:pt modelId="{7689CE9F-50B7-4271-8671-3C6B4B061BEA}" type="parTrans" cxnId="{3BC174A4-BF62-46D2-9FC2-967681080BA5}">
      <dgm:prSet/>
      <dgm:spPr/>
      <dgm:t>
        <a:bodyPr/>
        <a:lstStyle/>
        <a:p>
          <a:endParaRPr lang="en-US"/>
        </a:p>
      </dgm:t>
    </dgm:pt>
    <dgm:pt modelId="{0F10057E-BC34-4821-A9D1-4D76318F0C14}" type="sibTrans" cxnId="{3BC174A4-BF62-46D2-9FC2-967681080BA5}">
      <dgm:prSet/>
      <dgm:spPr/>
      <dgm:t>
        <a:bodyPr/>
        <a:lstStyle/>
        <a:p>
          <a:endParaRPr lang="en-US"/>
        </a:p>
      </dgm:t>
    </dgm:pt>
    <dgm:pt modelId="{D50D0C30-A740-4172-96D9-27696AA7D506}">
      <dgm:prSet custT="1"/>
      <dgm:spPr/>
      <dgm:t>
        <a:bodyPr/>
        <a:lstStyle/>
        <a:p>
          <a:r>
            <a:rPr lang="it-IT" sz="2400" dirty="0"/>
            <a:t>Caricamento</a:t>
          </a:r>
          <a:endParaRPr lang="en-US" sz="2400" dirty="0"/>
        </a:p>
      </dgm:t>
    </dgm:pt>
    <dgm:pt modelId="{C2CB8DC1-125B-4511-8D31-4BCA17F8F53A}" type="parTrans" cxnId="{E8C87FF1-9EC1-4653-90D2-446B1F8A54A1}">
      <dgm:prSet/>
      <dgm:spPr/>
      <dgm:t>
        <a:bodyPr/>
        <a:lstStyle/>
        <a:p>
          <a:endParaRPr lang="en-US"/>
        </a:p>
      </dgm:t>
    </dgm:pt>
    <dgm:pt modelId="{7879EC44-9090-4347-8115-97693E3A6D6E}" type="sibTrans" cxnId="{E8C87FF1-9EC1-4653-90D2-446B1F8A54A1}">
      <dgm:prSet/>
      <dgm:spPr/>
      <dgm:t>
        <a:bodyPr/>
        <a:lstStyle/>
        <a:p>
          <a:endParaRPr lang="en-US"/>
        </a:p>
      </dgm:t>
    </dgm:pt>
    <dgm:pt modelId="{0E44CA8C-E204-4653-BF5D-8074BCC7A101}">
      <dgm:prSet custT="1"/>
      <dgm:spPr/>
      <dgm:t>
        <a:bodyPr/>
        <a:lstStyle/>
        <a:p>
          <a:r>
            <a:rPr lang="it-IT" sz="2800" dirty="0"/>
            <a:t>Caricamento dinamico </a:t>
          </a:r>
          <a:endParaRPr lang="en-US" sz="2800" dirty="0"/>
        </a:p>
      </dgm:t>
    </dgm:pt>
    <dgm:pt modelId="{56E5CEFE-E94B-4E4D-92AA-859E92625DA7}" type="parTrans" cxnId="{CE95B9B6-E2C8-43E4-82CD-A1B46AE5A181}">
      <dgm:prSet/>
      <dgm:spPr/>
      <dgm:t>
        <a:bodyPr/>
        <a:lstStyle/>
        <a:p>
          <a:endParaRPr lang="en-US"/>
        </a:p>
      </dgm:t>
    </dgm:pt>
    <dgm:pt modelId="{4E11B6F4-4660-46A8-8236-4F19235B2444}" type="sibTrans" cxnId="{CE95B9B6-E2C8-43E4-82CD-A1B46AE5A181}">
      <dgm:prSet/>
      <dgm:spPr/>
      <dgm:t>
        <a:bodyPr/>
        <a:lstStyle/>
        <a:p>
          <a:endParaRPr lang="en-US"/>
        </a:p>
      </dgm:t>
    </dgm:pt>
    <dgm:pt modelId="{F776A627-63E1-4BD1-9A21-BA64887D1687}">
      <dgm:prSet custT="1"/>
      <dgm:spPr/>
      <dgm:t>
        <a:bodyPr/>
        <a:lstStyle/>
        <a:p>
          <a:r>
            <a:rPr lang="it-IT" sz="2800" dirty="0"/>
            <a:t>Overlay </a:t>
          </a:r>
          <a:endParaRPr lang="en-US" sz="2800" dirty="0"/>
        </a:p>
      </dgm:t>
    </dgm:pt>
    <dgm:pt modelId="{E915AC0D-4B29-4700-83EF-8DBA716A61B3}" type="parTrans" cxnId="{09F6132C-6543-47A2-A2C7-33A01FEE8381}">
      <dgm:prSet/>
      <dgm:spPr/>
      <dgm:t>
        <a:bodyPr/>
        <a:lstStyle/>
        <a:p>
          <a:endParaRPr lang="en-US"/>
        </a:p>
      </dgm:t>
    </dgm:pt>
    <dgm:pt modelId="{E049A47F-FA62-4171-B6A2-603983FE7DD8}" type="sibTrans" cxnId="{09F6132C-6543-47A2-A2C7-33A01FEE8381}">
      <dgm:prSet/>
      <dgm:spPr/>
      <dgm:t>
        <a:bodyPr/>
        <a:lstStyle/>
        <a:p>
          <a:endParaRPr lang="en-US"/>
        </a:p>
      </dgm:t>
    </dgm:pt>
    <dgm:pt modelId="{F08B1B7B-2639-4694-92AB-B7B3F6DDE7AE}">
      <dgm:prSet custT="1"/>
      <dgm:spPr/>
      <dgm:t>
        <a:bodyPr/>
        <a:lstStyle/>
        <a:p>
          <a:r>
            <a:rPr lang="it-IT" sz="2800" dirty="0"/>
            <a:t>Partizionamento </a:t>
          </a:r>
          <a:endParaRPr lang="en-US" sz="2800" dirty="0"/>
        </a:p>
      </dgm:t>
    </dgm:pt>
    <dgm:pt modelId="{6527701D-434C-4552-887F-9ABFCE14B5A8}" type="parTrans" cxnId="{1E6052EA-F798-48A6-9D27-D3C7EB7A35B9}">
      <dgm:prSet/>
      <dgm:spPr/>
      <dgm:t>
        <a:bodyPr/>
        <a:lstStyle/>
        <a:p>
          <a:endParaRPr lang="en-US"/>
        </a:p>
      </dgm:t>
    </dgm:pt>
    <dgm:pt modelId="{5903C695-7168-42DB-A3B5-FD808C76A6BB}" type="sibTrans" cxnId="{1E6052EA-F798-48A6-9D27-D3C7EB7A35B9}">
      <dgm:prSet/>
      <dgm:spPr/>
      <dgm:t>
        <a:bodyPr/>
        <a:lstStyle/>
        <a:p>
          <a:endParaRPr lang="en-US"/>
        </a:p>
      </dgm:t>
    </dgm:pt>
    <dgm:pt modelId="{72157D10-D322-4933-AEE7-8AE13651A8BC}" type="pres">
      <dgm:prSet presAssocID="{FA87F288-5BB6-4930-80B1-15FD2210205F}" presName="linear" presStyleCnt="0">
        <dgm:presLayoutVars>
          <dgm:animLvl val="lvl"/>
          <dgm:resizeHandles val="exact"/>
        </dgm:presLayoutVars>
      </dgm:prSet>
      <dgm:spPr/>
    </dgm:pt>
    <dgm:pt modelId="{578683AB-EC6B-43B5-9D6C-067A24EAE6AF}" type="pres">
      <dgm:prSet presAssocID="{6FD80CE3-BC9D-4C02-A834-393595125C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DA8B8C-7F1D-4C26-B733-923A899DE51A}" type="pres">
      <dgm:prSet presAssocID="{6FD80CE3-BC9D-4C02-A834-393595125CD2}" presName="childText" presStyleLbl="revTx" presStyleIdx="0" presStyleCnt="1">
        <dgm:presLayoutVars>
          <dgm:bulletEnabled val="1"/>
        </dgm:presLayoutVars>
      </dgm:prSet>
      <dgm:spPr/>
    </dgm:pt>
    <dgm:pt modelId="{89CD7900-5079-4FDE-9722-09D8A56D55FE}" type="pres">
      <dgm:prSet presAssocID="{0E44CA8C-E204-4653-BF5D-8074BCC7A1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C72574-DEE8-43BA-85AD-34EC0B6B30DB}" type="pres">
      <dgm:prSet presAssocID="{4E11B6F4-4660-46A8-8236-4F19235B2444}" presName="spacer" presStyleCnt="0"/>
      <dgm:spPr/>
    </dgm:pt>
    <dgm:pt modelId="{E4E945DD-255D-4E24-850F-8452A6FD81B9}" type="pres">
      <dgm:prSet presAssocID="{F776A627-63E1-4BD1-9A21-BA64887D16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385C8E-8E16-4D66-B1E9-D2FE2D6E10B6}" type="pres">
      <dgm:prSet presAssocID="{E049A47F-FA62-4171-B6A2-603983FE7DD8}" presName="spacer" presStyleCnt="0"/>
      <dgm:spPr/>
    </dgm:pt>
    <dgm:pt modelId="{79C1237A-970E-4693-A2C9-6D9FFD10326C}" type="pres">
      <dgm:prSet presAssocID="{F08B1B7B-2639-4694-92AB-B7B3F6DDE7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73B91E-69D7-40A4-9F5D-237880F93316}" type="presOf" srcId="{FA87F288-5BB6-4930-80B1-15FD2210205F}" destId="{72157D10-D322-4933-AEE7-8AE13651A8BC}" srcOrd="0" destOrd="0" presId="urn:microsoft.com/office/officeart/2005/8/layout/vList2"/>
    <dgm:cxn modelId="{938B402B-F4BD-4146-9AE1-9318CCCDDCD6}" type="presOf" srcId="{6FD80CE3-BC9D-4C02-A834-393595125CD2}" destId="{578683AB-EC6B-43B5-9D6C-067A24EAE6AF}" srcOrd="0" destOrd="0" presId="urn:microsoft.com/office/officeart/2005/8/layout/vList2"/>
    <dgm:cxn modelId="{09F6132C-6543-47A2-A2C7-33A01FEE8381}" srcId="{FA87F288-5BB6-4930-80B1-15FD2210205F}" destId="{F776A627-63E1-4BD1-9A21-BA64887D1687}" srcOrd="2" destOrd="0" parTransId="{E915AC0D-4B29-4700-83EF-8DBA716A61B3}" sibTransId="{E049A47F-FA62-4171-B6A2-603983FE7DD8}"/>
    <dgm:cxn modelId="{7F39BB30-1493-48EB-9721-9CFD0EC0BCA5}" type="presOf" srcId="{D50D0C30-A740-4172-96D9-27696AA7D506}" destId="{6DDA8B8C-7F1D-4C26-B733-923A899DE51A}" srcOrd="0" destOrd="3" presId="urn:microsoft.com/office/officeart/2005/8/layout/vList2"/>
    <dgm:cxn modelId="{9A19D836-0CE5-4938-B22E-4B2E4E89537C}" srcId="{6FD80CE3-BC9D-4C02-A834-393595125CD2}" destId="{D9B9F776-01CE-43E0-82D7-B7EE64643924}" srcOrd="1" destOrd="0" parTransId="{13331A15-DE89-4D74-AE25-121B3B05998D}" sibTransId="{D1B91E5B-BD22-474D-A463-A4ECC025D276}"/>
    <dgm:cxn modelId="{F917CD64-0C05-4EC8-B574-F2013A22C327}" type="presOf" srcId="{13A8883F-F297-4A28-9D31-31FBABE5C0FF}" destId="{6DDA8B8C-7F1D-4C26-B733-923A899DE51A}" srcOrd="0" destOrd="2" presId="urn:microsoft.com/office/officeart/2005/8/layout/vList2"/>
    <dgm:cxn modelId="{51800C45-5B1B-46D4-AA91-EC3775E2806A}" srcId="{6FD80CE3-BC9D-4C02-A834-393595125CD2}" destId="{9C2EC279-6734-4278-95A4-F12EF6AF334F}" srcOrd="0" destOrd="0" parTransId="{673E614F-8A79-43C7-B777-87CFD482601B}" sibTransId="{A4803594-6048-443A-87D1-BF1BB1FBB7D3}"/>
    <dgm:cxn modelId="{3C41F67F-3C02-4F80-812F-415F5C8CC369}" srcId="{FA87F288-5BB6-4930-80B1-15FD2210205F}" destId="{6FD80CE3-BC9D-4C02-A834-393595125CD2}" srcOrd="0" destOrd="0" parTransId="{6E168BCC-8E45-4378-8FB1-9063D2BA67EF}" sibTransId="{24B38031-CE47-48C0-A4D0-8EE4F4C4E7FC}"/>
    <dgm:cxn modelId="{3BC174A4-BF62-46D2-9FC2-967681080BA5}" srcId="{6FD80CE3-BC9D-4C02-A834-393595125CD2}" destId="{13A8883F-F297-4A28-9D31-31FBABE5C0FF}" srcOrd="2" destOrd="0" parTransId="{7689CE9F-50B7-4271-8671-3C6B4B061BEA}" sibTransId="{0F10057E-BC34-4821-A9D1-4D76318F0C14}"/>
    <dgm:cxn modelId="{4302C0AD-F943-4C47-9DDF-918BFCDD7745}" type="presOf" srcId="{F776A627-63E1-4BD1-9A21-BA64887D1687}" destId="{E4E945DD-255D-4E24-850F-8452A6FD81B9}" srcOrd="0" destOrd="0" presId="urn:microsoft.com/office/officeart/2005/8/layout/vList2"/>
    <dgm:cxn modelId="{CE95B9B6-E2C8-43E4-82CD-A1B46AE5A181}" srcId="{FA87F288-5BB6-4930-80B1-15FD2210205F}" destId="{0E44CA8C-E204-4653-BF5D-8074BCC7A101}" srcOrd="1" destOrd="0" parTransId="{56E5CEFE-E94B-4E4D-92AA-859E92625DA7}" sibTransId="{4E11B6F4-4660-46A8-8236-4F19235B2444}"/>
    <dgm:cxn modelId="{FE01F7B6-5E79-45BA-823E-9834FBD0A9EE}" type="presOf" srcId="{9C2EC279-6734-4278-95A4-F12EF6AF334F}" destId="{6DDA8B8C-7F1D-4C26-B733-923A899DE51A}" srcOrd="0" destOrd="0" presId="urn:microsoft.com/office/officeart/2005/8/layout/vList2"/>
    <dgm:cxn modelId="{3CF071D7-231A-402A-9F76-D6494E0D9EDC}" type="presOf" srcId="{F08B1B7B-2639-4694-92AB-B7B3F6DDE7AE}" destId="{79C1237A-970E-4693-A2C9-6D9FFD10326C}" srcOrd="0" destOrd="0" presId="urn:microsoft.com/office/officeart/2005/8/layout/vList2"/>
    <dgm:cxn modelId="{D9681FD9-C655-4769-9D2B-39C6939D9DF1}" type="presOf" srcId="{0E44CA8C-E204-4653-BF5D-8074BCC7A101}" destId="{89CD7900-5079-4FDE-9722-09D8A56D55FE}" srcOrd="0" destOrd="0" presId="urn:microsoft.com/office/officeart/2005/8/layout/vList2"/>
    <dgm:cxn modelId="{8809A0E0-D7F1-427A-A1D0-8E5997729B01}" type="presOf" srcId="{D9B9F776-01CE-43E0-82D7-B7EE64643924}" destId="{6DDA8B8C-7F1D-4C26-B733-923A899DE51A}" srcOrd="0" destOrd="1" presId="urn:microsoft.com/office/officeart/2005/8/layout/vList2"/>
    <dgm:cxn modelId="{1E6052EA-F798-48A6-9D27-D3C7EB7A35B9}" srcId="{FA87F288-5BB6-4930-80B1-15FD2210205F}" destId="{F08B1B7B-2639-4694-92AB-B7B3F6DDE7AE}" srcOrd="3" destOrd="0" parTransId="{6527701D-434C-4552-887F-9ABFCE14B5A8}" sibTransId="{5903C695-7168-42DB-A3B5-FD808C76A6BB}"/>
    <dgm:cxn modelId="{E8C87FF1-9EC1-4653-90D2-446B1F8A54A1}" srcId="{6FD80CE3-BC9D-4C02-A834-393595125CD2}" destId="{D50D0C30-A740-4172-96D9-27696AA7D506}" srcOrd="3" destOrd="0" parTransId="{C2CB8DC1-125B-4511-8D31-4BCA17F8F53A}" sibTransId="{7879EC44-9090-4347-8115-97693E3A6D6E}"/>
    <dgm:cxn modelId="{62F3AA97-0040-468D-8875-4E69CBE3AD9E}" type="presParOf" srcId="{72157D10-D322-4933-AEE7-8AE13651A8BC}" destId="{578683AB-EC6B-43B5-9D6C-067A24EAE6AF}" srcOrd="0" destOrd="0" presId="urn:microsoft.com/office/officeart/2005/8/layout/vList2"/>
    <dgm:cxn modelId="{250C396E-D275-4E9A-842E-D60B17657125}" type="presParOf" srcId="{72157D10-D322-4933-AEE7-8AE13651A8BC}" destId="{6DDA8B8C-7F1D-4C26-B733-923A899DE51A}" srcOrd="1" destOrd="0" presId="urn:microsoft.com/office/officeart/2005/8/layout/vList2"/>
    <dgm:cxn modelId="{09340123-A2B6-4E3F-82D1-D53995E2DC33}" type="presParOf" srcId="{72157D10-D322-4933-AEE7-8AE13651A8BC}" destId="{89CD7900-5079-4FDE-9722-09D8A56D55FE}" srcOrd="2" destOrd="0" presId="urn:microsoft.com/office/officeart/2005/8/layout/vList2"/>
    <dgm:cxn modelId="{6DB5C815-9D2F-45DF-9085-F9680E0894D0}" type="presParOf" srcId="{72157D10-D322-4933-AEE7-8AE13651A8BC}" destId="{26C72574-DEE8-43BA-85AD-34EC0B6B30DB}" srcOrd="3" destOrd="0" presId="urn:microsoft.com/office/officeart/2005/8/layout/vList2"/>
    <dgm:cxn modelId="{C643A6BF-96E8-450C-96AB-72C369525B62}" type="presParOf" srcId="{72157D10-D322-4933-AEE7-8AE13651A8BC}" destId="{E4E945DD-255D-4E24-850F-8452A6FD81B9}" srcOrd="4" destOrd="0" presId="urn:microsoft.com/office/officeart/2005/8/layout/vList2"/>
    <dgm:cxn modelId="{9DF22F92-8CDC-427E-990E-4575DB93ED40}" type="presParOf" srcId="{72157D10-D322-4933-AEE7-8AE13651A8BC}" destId="{A1385C8E-8E16-4D66-B1E9-D2FE2D6E10B6}" srcOrd="5" destOrd="0" presId="urn:microsoft.com/office/officeart/2005/8/layout/vList2"/>
    <dgm:cxn modelId="{8D76944F-34D8-4D6B-B8C1-3EE049D0AF01}" type="presParOf" srcId="{72157D10-D322-4933-AEE7-8AE13651A8BC}" destId="{79C1237A-970E-4693-A2C9-6D9FFD1032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1C965-87A9-4DEF-8AD4-CDE53C141EEE}">
      <dsp:nvSpPr>
        <dsp:cNvPr id="0" name=""/>
        <dsp:cNvSpPr/>
      </dsp:nvSpPr>
      <dsp:spPr>
        <a:xfrm>
          <a:off x="0" y="293887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Linking </a:t>
          </a:r>
          <a:r>
            <a:rPr lang="it-IT" sz="2800" kern="1200" dirty="0">
              <a:sym typeface="Wingdings" panose="05000000000000000000" pitchFamily="2" charset="2"/>
            </a:rPr>
            <a:t></a:t>
          </a:r>
          <a:r>
            <a:rPr lang="it-IT" sz="2800" kern="1200" dirty="0"/>
            <a:t> aggiunge al programma compilato le librerie </a:t>
          </a:r>
          <a:endParaRPr lang="en-US" sz="2800" kern="1200" dirty="0"/>
        </a:p>
      </dsp:txBody>
      <dsp:txXfrm>
        <a:off x="59399" y="353286"/>
        <a:ext cx="10396802" cy="1098002"/>
      </dsp:txXfrm>
    </dsp:sp>
    <dsp:sp modelId="{806B1A1E-EF10-40DA-B271-5B9711DB82F3}">
      <dsp:nvSpPr>
        <dsp:cNvPr id="0" name=""/>
        <dsp:cNvSpPr/>
      </dsp:nvSpPr>
      <dsp:spPr>
        <a:xfrm>
          <a:off x="0" y="1680612"/>
          <a:ext cx="10515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Binding </a:t>
          </a:r>
          <a:r>
            <a:rPr lang="it-IT" sz="2800" kern="1200" dirty="0">
              <a:sym typeface="Wingdings" panose="05000000000000000000" pitchFamily="2" charset="2"/>
            </a:rPr>
            <a:t></a:t>
          </a:r>
          <a:r>
            <a:rPr lang="it-IT" sz="2800" kern="1200" dirty="0"/>
            <a:t> passaggio da indirizzo logico a fisico e può avvenire in tre momenti diversi </a:t>
          </a:r>
          <a:endParaRPr lang="en-US" sz="2800" kern="1200" dirty="0"/>
        </a:p>
      </dsp:txBody>
      <dsp:txXfrm>
        <a:off x="59399" y="1740011"/>
        <a:ext cx="10396802" cy="1098002"/>
      </dsp:txXfrm>
    </dsp:sp>
    <dsp:sp modelId="{5FC8874A-D7B4-4E3C-B262-6FA0F0BF86B8}">
      <dsp:nvSpPr>
        <dsp:cNvPr id="0" name=""/>
        <dsp:cNvSpPr/>
      </dsp:nvSpPr>
      <dsp:spPr>
        <a:xfrm>
          <a:off x="0" y="2897412"/>
          <a:ext cx="10515600" cy="117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compilazione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caricamento (rilocazione statica)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esecuzione (rilocazione dinamica)</a:t>
          </a:r>
          <a:endParaRPr lang="en-US" sz="2400" kern="1200" dirty="0"/>
        </a:p>
      </dsp:txBody>
      <dsp:txXfrm>
        <a:off x="0" y="2897412"/>
        <a:ext cx="10515600" cy="11773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683AB-EC6B-43B5-9D6C-067A24EAE6AF}">
      <dsp:nvSpPr>
        <dsp:cNvPr id="0" name=""/>
        <dsp:cNvSpPr/>
      </dsp:nvSpPr>
      <dsp:spPr>
        <a:xfrm>
          <a:off x="0" y="3138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Swapping composto da:</a:t>
          </a:r>
          <a:endParaRPr lang="en-US" sz="2800" kern="1200" dirty="0"/>
        </a:p>
      </dsp:txBody>
      <dsp:txXfrm>
        <a:off x="32898" y="64280"/>
        <a:ext cx="10449804" cy="608124"/>
      </dsp:txXfrm>
    </dsp:sp>
    <dsp:sp modelId="{6DDA8B8C-7F1D-4C26-B733-923A899DE51A}">
      <dsp:nvSpPr>
        <dsp:cNvPr id="0" name=""/>
        <dsp:cNvSpPr/>
      </dsp:nvSpPr>
      <dsp:spPr>
        <a:xfrm>
          <a:off x="0" y="705302"/>
          <a:ext cx="10515600" cy="156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Identificare i processi inattivi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Salvare i loro dati sulla memoria temporanea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Scaricamento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 dirty="0"/>
            <a:t>Caricamento</a:t>
          </a:r>
          <a:endParaRPr lang="en-US" sz="2400" kern="1200" dirty="0"/>
        </a:p>
      </dsp:txBody>
      <dsp:txXfrm>
        <a:off x="0" y="705302"/>
        <a:ext cx="10515600" cy="1564920"/>
      </dsp:txXfrm>
    </dsp:sp>
    <dsp:sp modelId="{89CD7900-5079-4FDE-9722-09D8A56D55FE}">
      <dsp:nvSpPr>
        <dsp:cNvPr id="0" name=""/>
        <dsp:cNvSpPr/>
      </dsp:nvSpPr>
      <dsp:spPr>
        <a:xfrm>
          <a:off x="0" y="22702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Caricamento dinamico </a:t>
          </a:r>
          <a:endParaRPr lang="en-US" sz="2800" kern="1200" dirty="0"/>
        </a:p>
      </dsp:txBody>
      <dsp:txXfrm>
        <a:off x="32898" y="2303120"/>
        <a:ext cx="10449804" cy="608124"/>
      </dsp:txXfrm>
    </dsp:sp>
    <dsp:sp modelId="{E4E945DD-255D-4E24-850F-8452A6FD81B9}">
      <dsp:nvSpPr>
        <dsp:cNvPr id="0" name=""/>
        <dsp:cNvSpPr/>
      </dsp:nvSpPr>
      <dsp:spPr>
        <a:xfrm>
          <a:off x="0" y="30478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Overlay </a:t>
          </a:r>
          <a:endParaRPr lang="en-US" sz="2800" kern="1200" dirty="0"/>
        </a:p>
      </dsp:txBody>
      <dsp:txXfrm>
        <a:off x="32898" y="3080720"/>
        <a:ext cx="10449804" cy="608124"/>
      </dsp:txXfrm>
    </dsp:sp>
    <dsp:sp modelId="{79C1237A-970E-4693-A2C9-6D9FFD10326C}">
      <dsp:nvSpPr>
        <dsp:cNvPr id="0" name=""/>
        <dsp:cNvSpPr/>
      </dsp:nvSpPr>
      <dsp:spPr>
        <a:xfrm>
          <a:off x="0" y="3825422"/>
          <a:ext cx="10515600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Partizionamento </a:t>
          </a:r>
          <a:endParaRPr lang="en-US" sz="2800" kern="1200" dirty="0"/>
        </a:p>
      </dsp:txBody>
      <dsp:txXfrm>
        <a:off x="32898" y="3858320"/>
        <a:ext cx="10449804" cy="608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F93D-809D-4A68-BBC0-E26E80FDB7B8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38303-157E-4474-B632-3C2541D897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278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38303-157E-4474-B632-3C2541D8979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03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DFAB-CE0E-42F1-A45A-8DADD9111377}" type="datetime1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0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474C-9991-40BE-8F44-AB3D54106F5D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5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8FAC-647F-4178-95BE-3A2629815FE2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D14B-70D4-44A6-97F1-85A706CBC3A9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1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145D-35C0-4EF1-911A-800C82B2C830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3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458D-9ED8-45EA-B40E-C0E089B842ED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05B1C-F5C5-4D04-A1C1-D5519B21C3BB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7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A2DF-1ABB-48EF-A76D-5CACC47CECC1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4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266D9-636C-497D-8B12-4239FA54255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7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FD0A-30AF-42F7-9CB6-C7C11FA6545C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3B010ADD-1E9A-4711-BFAB-4990B1DFE7E8}" type="datetime1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99A87B6-0764-47AD-BF24-B54A16F9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50E14B7-3770-407C-A359-030533E14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5BFEC0-D7AC-4F30-9697-1A7804BE7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47A7E9-69C2-466A-8E0A-1E82502C7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B64B2C-0074-40A5-AD7B-10234F367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EAC4AF-90F7-4D5B-9D52-8B5CC855B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772208-699E-460A-B31E-D49D3EFE3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9AB563-7EE7-4EB1-A6C7-E885E4774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4ABF96-0400-4F13-B053-5AB9AB290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742EA4D-04B4-019C-1001-406E41F34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165" y="1850948"/>
            <a:ext cx="5508064" cy="1802987"/>
          </a:xfrm>
        </p:spPr>
        <p:txBody>
          <a:bodyPr anchor="b">
            <a:normAutofit/>
          </a:bodyPr>
          <a:lstStyle/>
          <a:p>
            <a:pPr algn="l"/>
            <a:r>
              <a:rPr lang="it-IT" sz="5400" dirty="0">
                <a:solidFill>
                  <a:schemeClr val="tx1"/>
                </a:solidFill>
              </a:rPr>
              <a:t>La gestione delle memorie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30CAD4-7662-C390-67C4-367B08579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332" y="3708572"/>
            <a:ext cx="4798446" cy="513365"/>
          </a:xfrm>
        </p:spPr>
        <p:txBody>
          <a:bodyPr anchor="t">
            <a:normAutofit/>
          </a:bodyPr>
          <a:lstStyle/>
          <a:p>
            <a:pPr algn="l"/>
            <a:r>
              <a:rPr lang="it-IT" sz="2200" dirty="0">
                <a:solidFill>
                  <a:schemeClr val="tx1"/>
                </a:solidFill>
              </a:rPr>
              <a:t>Nicola Nicolò 3i </a:t>
            </a:r>
            <a:r>
              <a:rPr lang="it-IT" sz="2200" dirty="0" err="1">
                <a:solidFill>
                  <a:schemeClr val="tx1"/>
                </a:solidFill>
              </a:rPr>
              <a:t>a.s.</a:t>
            </a:r>
            <a:r>
              <a:rPr lang="it-IT" sz="2200" dirty="0">
                <a:solidFill>
                  <a:schemeClr val="tx1"/>
                </a:solidFill>
              </a:rPr>
              <a:t> 2025/2026</a:t>
            </a:r>
          </a:p>
        </p:txBody>
      </p:sp>
      <p:pic>
        <p:nvPicPr>
          <p:cNvPr id="4" name="Picture 3" descr="Immagine che contiene arte, luce, schermata&#10;&#10;Il contenuto generato dall'IA potrebbe non essere corretto.">
            <a:extLst>
              <a:ext uri="{FF2B5EF4-FFF2-40B4-BE49-F238E27FC236}">
                <a16:creationId xmlns:a16="http://schemas.microsoft.com/office/drawing/2014/main" id="{B450941E-F1F4-636B-EC94-5455467F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7" r="22920"/>
          <a:stretch>
            <a:fillRect/>
          </a:stretch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Cross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37192" y="3369564"/>
            <a:ext cx="118872" cy="118872"/>
            <a:chOff x="1175347" y="3733800"/>
            <a:chExt cx="118872" cy="11887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Bottom Right">
            <a:extLst>
              <a:ext uri="{FF2B5EF4-FFF2-40B4-BE49-F238E27FC236}">
                <a16:creationId xmlns:a16="http://schemas.microsoft.com/office/drawing/2014/main" id="{EE8A2E90-75F0-4F59-AE03-FE737F410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291613E8-1172-4437-97E9-F15A2956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E1404A3-DA0A-451F-80F9-341A400102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D9F30DE-11BA-476B-B25D-CED39DBB6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53755C4-9D54-4D38-856A-7D1D31BC4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2D176F7-5471-4C65-B496-F05544AF39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3541E62-142A-4078-8B35-723AF8B137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2037584-8C21-4B8F-9EC5-5F978F32E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18287BF-F368-4F91-A36C-A729B478EF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54A80ED-1507-4424-AE0D-E8B52DAC0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A335C1-EAC7-5885-FD5B-F99A78C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9314" y="6516833"/>
            <a:ext cx="2743200" cy="365125"/>
          </a:xfrm>
        </p:spPr>
        <p:txBody>
          <a:bodyPr/>
          <a:lstStyle/>
          <a:p>
            <a:fld id="{1DB5EED0-AC7D-49DF-88BF-1A3044D9AA97}" type="datetime1">
              <a:rPr lang="en-US" sz="2200" smtClean="0">
                <a:solidFill>
                  <a:schemeClr val="tx1"/>
                </a:solidFill>
              </a:rPr>
              <a:t>3/4/2026</a:t>
            </a:fld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83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2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67D798-7D25-C734-0E38-F855793C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07" y="113074"/>
            <a:ext cx="3988369" cy="1243180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Sommario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4E52-0FB8-32AA-B6EA-A818B04A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396" y="1258250"/>
            <a:ext cx="3988112" cy="502655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Memoria centrale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Tipi di memoria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Caricamento del programma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Rilocazione statica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Rilocazione dinamica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Binding e linking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Tecniche per ottimizzare l’uso della memoria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Tecniche di allocazione della memoria centrale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Partizione fissa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Partizione variabile </a:t>
            </a:r>
          </a:p>
        </p:txBody>
      </p:sp>
      <p:pic>
        <p:nvPicPr>
          <p:cNvPr id="14" name="Graphic 7" descr="Segno di spunta">
            <a:extLst>
              <a:ext uri="{FF2B5EF4-FFF2-40B4-BE49-F238E27FC236}">
                <a16:creationId xmlns:a16="http://schemas.microsoft.com/office/drawing/2014/main" id="{2F1BF58A-3508-A75F-EDCD-C77BEE386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8067" y="567942"/>
            <a:ext cx="5716862" cy="5716862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65E799-AAED-35E7-EF02-F7332956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7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33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34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199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D33F-DA6B-F149-6BD5-47EE3F52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Memoria centrale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48E3B-9568-40A3-3979-56607928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Limitata, gestita dal </a:t>
            </a:r>
            <a:r>
              <a:rPr lang="it-IT" dirty="0" err="1"/>
              <a:t>memory</a:t>
            </a:r>
            <a:r>
              <a:rPr lang="it-IT"/>
              <a:t> manager 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Dimensioni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Anni 80 128kB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Anni 90 1MB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Anni 2000 128MB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Oggi 4/16GB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E8A13C-EE51-D4F2-A2BC-08AC2EAA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18229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22FCC4-26B1-66F5-F122-C4B67F46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491" y="60679"/>
            <a:ext cx="4897818" cy="1497661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Tipi di memoria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9317C7-065C-6999-7CE8-0081A92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721" y="1337665"/>
            <a:ext cx="3988112" cy="3157686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Nastro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Disco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Memoria principale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Cache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/>
              <a:t>Registri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8BF407-6710-FCD3-48BF-D2CDE63B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6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EC43CAE3-586D-5FA2-AEE7-3A79EF15B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922206" cy="192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8" name="Immagine 7" descr="Immagine che contiene testo, schermata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97F581DF-274F-8D9E-5D7C-C598C88F2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21" y="223698"/>
            <a:ext cx="5385619" cy="53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207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99DB-836E-5185-2379-DA768287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5912"/>
            <a:ext cx="10515600" cy="1179411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Caricamento del programma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07F59E-BC27-83AD-B3FA-8DD52C3A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31B467A9-1F78-DD81-E426-05CE6E8EB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741777"/>
              </p:ext>
            </p:extLst>
          </p:nvPr>
        </p:nvGraphicFramePr>
        <p:xfrm>
          <a:off x="3432687" y="1497525"/>
          <a:ext cx="53266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6">
                  <a:extLst>
                    <a:ext uri="{9D8B030D-6E8A-4147-A177-3AD203B41FA5}">
                      <a16:colId xmlns:a16="http://schemas.microsoft.com/office/drawing/2014/main" val="346303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Programmi caricati nella memoria centrale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96467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02DEE24-1CD1-90EF-57D9-D830DDDD7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71192"/>
              </p:ext>
            </p:extLst>
          </p:nvPr>
        </p:nvGraphicFramePr>
        <p:xfrm>
          <a:off x="3432687" y="1967384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1906608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Coda di entrata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95776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72B6AB1-0B19-1119-4704-112D40748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962937"/>
              </p:ext>
            </p:extLst>
          </p:nvPr>
        </p:nvGraphicFramePr>
        <p:xfrm>
          <a:off x="3432686" y="2452248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2644006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Processi pronti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4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2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F5931-CB0A-952C-9960-E280F11A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Rilocazione statica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B220C-AEE9-01D4-0D0A-63F31B60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1C39F9A-2F91-7CE4-6911-8CE6DA2AD25A}"/>
              </a:ext>
            </a:extLst>
          </p:cNvPr>
          <p:cNvSpPr txBox="1"/>
          <p:nvPr/>
        </p:nvSpPr>
        <p:spPr>
          <a:xfrm>
            <a:off x="838200" y="1553496"/>
            <a:ext cx="10480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Indirizzi logici  							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42D848-0EAF-DB14-E16B-68E39F324FB2}"/>
              </a:ext>
            </a:extLst>
          </p:cNvPr>
          <p:cNvSpPr txBox="1"/>
          <p:nvPr/>
        </p:nvSpPr>
        <p:spPr>
          <a:xfrm>
            <a:off x="914401" y="2094229"/>
            <a:ext cx="3561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0</a:t>
            </a:r>
          </a:p>
          <a:p>
            <a:r>
              <a:rPr lang="it-IT" sz="2400" dirty="0"/>
              <a:t>1</a:t>
            </a:r>
          </a:p>
          <a:p>
            <a:r>
              <a:rPr lang="it-IT" sz="2400" dirty="0"/>
              <a:t>2</a:t>
            </a:r>
          </a:p>
          <a:p>
            <a:r>
              <a:rPr lang="it-IT" sz="2400" dirty="0"/>
              <a:t>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731CF5-6277-6588-AD00-EEFF86F4B107}"/>
              </a:ext>
            </a:extLst>
          </p:cNvPr>
          <p:cNvSpPr txBox="1"/>
          <p:nvPr/>
        </p:nvSpPr>
        <p:spPr>
          <a:xfrm>
            <a:off x="9212826" y="2015161"/>
            <a:ext cx="8707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#100</a:t>
            </a:r>
          </a:p>
          <a:p>
            <a:r>
              <a:rPr lang="it-IT" sz="2400" dirty="0"/>
              <a:t>#101</a:t>
            </a:r>
          </a:p>
          <a:p>
            <a:r>
              <a:rPr lang="it-IT" sz="2400" dirty="0"/>
              <a:t>#102</a:t>
            </a:r>
          </a:p>
          <a:p>
            <a:r>
              <a:rPr lang="it-IT" sz="2400" dirty="0"/>
              <a:t>#103</a:t>
            </a:r>
          </a:p>
          <a:p>
            <a:r>
              <a:rPr lang="it-IT" sz="2400" dirty="0"/>
              <a:t>#104</a:t>
            </a:r>
          </a:p>
          <a:p>
            <a:r>
              <a:rPr lang="it-IT" sz="2400" dirty="0"/>
              <a:t>#105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D4B827B-7343-A963-6BB0-6B355FBD9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63267"/>
              </p:ext>
            </p:extLst>
          </p:nvPr>
        </p:nvGraphicFramePr>
        <p:xfrm>
          <a:off x="1491225" y="2103170"/>
          <a:ext cx="19992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226">
                  <a:extLst>
                    <a:ext uri="{9D8B030D-6E8A-4147-A177-3AD203B41FA5}">
                      <a16:colId xmlns:a16="http://schemas.microsoft.com/office/drawing/2014/main" val="795955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a=5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0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3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somma=</a:t>
                      </a:r>
                      <a:r>
                        <a:rPr lang="it-IT" dirty="0" err="1"/>
                        <a:t>a+b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5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moltipl</a:t>
                      </a:r>
                      <a:r>
                        <a:rPr lang="it-IT" dirty="0"/>
                        <a:t>=a*b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75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876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63216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65198-9B16-255B-5108-54FE14BD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12C11-0213-C44B-1B00-6362A11D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Rilocazione dinamica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A3555F-E3CD-21B2-DA52-10B2E60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990599-4110-FD56-76C4-CD63FFFC5589}"/>
              </a:ext>
            </a:extLst>
          </p:cNvPr>
          <p:cNvSpPr txBox="1"/>
          <p:nvPr/>
        </p:nvSpPr>
        <p:spPr>
          <a:xfrm>
            <a:off x="838200" y="1553496"/>
            <a:ext cx="10480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Indirizzi logici  							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D04743-19A5-724C-E858-A9BEED98108D}"/>
              </a:ext>
            </a:extLst>
          </p:cNvPr>
          <p:cNvSpPr txBox="1"/>
          <p:nvPr/>
        </p:nvSpPr>
        <p:spPr>
          <a:xfrm>
            <a:off x="914401" y="2094229"/>
            <a:ext cx="3561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0</a:t>
            </a:r>
          </a:p>
          <a:p>
            <a:r>
              <a:rPr lang="it-IT" sz="2400" dirty="0"/>
              <a:t>1</a:t>
            </a:r>
          </a:p>
          <a:p>
            <a:r>
              <a:rPr lang="it-IT" sz="2400" dirty="0"/>
              <a:t>2</a:t>
            </a:r>
          </a:p>
          <a:p>
            <a:r>
              <a:rPr lang="it-IT" sz="2400" dirty="0"/>
              <a:t>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93F664-6536-3A32-8F8C-FC58CAC2B520}"/>
              </a:ext>
            </a:extLst>
          </p:cNvPr>
          <p:cNvSpPr txBox="1"/>
          <p:nvPr/>
        </p:nvSpPr>
        <p:spPr>
          <a:xfrm>
            <a:off x="9212826" y="2015161"/>
            <a:ext cx="8707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#234</a:t>
            </a:r>
          </a:p>
          <a:p>
            <a:r>
              <a:rPr lang="it-IT" sz="2400" dirty="0"/>
              <a:t>#235</a:t>
            </a:r>
          </a:p>
          <a:p>
            <a:r>
              <a:rPr lang="it-IT" sz="2400" dirty="0"/>
              <a:t>#236</a:t>
            </a:r>
          </a:p>
          <a:p>
            <a:r>
              <a:rPr lang="it-IT" sz="2400" dirty="0"/>
              <a:t>#237</a:t>
            </a:r>
          </a:p>
          <a:p>
            <a:r>
              <a:rPr lang="it-IT" sz="2400" dirty="0"/>
              <a:t>#238</a:t>
            </a:r>
          </a:p>
          <a:p>
            <a:r>
              <a:rPr lang="it-IT" sz="2400" dirty="0"/>
              <a:t>#239</a:t>
            </a:r>
          </a:p>
          <a:p>
            <a:r>
              <a:rPr lang="it-IT" sz="2400" dirty="0"/>
              <a:t>#240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07486E6-B28F-A140-1812-A95D9D1201BB}"/>
              </a:ext>
            </a:extLst>
          </p:cNvPr>
          <p:cNvGraphicFramePr>
            <a:graphicFrameLocks noGrp="1"/>
          </p:cNvGraphicFramePr>
          <p:nvPr/>
        </p:nvGraphicFramePr>
        <p:xfrm>
          <a:off x="1491225" y="2103170"/>
          <a:ext cx="19992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226">
                  <a:extLst>
                    <a:ext uri="{9D8B030D-6E8A-4147-A177-3AD203B41FA5}">
                      <a16:colId xmlns:a16="http://schemas.microsoft.com/office/drawing/2014/main" val="795955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a=5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0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3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somma=</a:t>
                      </a:r>
                      <a:r>
                        <a:rPr lang="it-IT" dirty="0" err="1"/>
                        <a:t>a+b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5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moltipl</a:t>
                      </a:r>
                      <a:r>
                        <a:rPr lang="it-IT" dirty="0"/>
                        <a:t>=a*b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754138"/>
                  </a:ext>
                </a:extLst>
              </a:tr>
            </a:tbl>
          </a:graphicData>
        </a:graphic>
      </p:graphicFrame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E44F490-006B-937A-16CB-52183FA6F542}"/>
              </a:ext>
            </a:extLst>
          </p:cNvPr>
          <p:cNvCxnSpPr>
            <a:cxnSpLocks/>
          </p:cNvCxnSpPr>
          <p:nvPr/>
        </p:nvCxnSpPr>
        <p:spPr>
          <a:xfrm>
            <a:off x="10052509" y="2635045"/>
            <a:ext cx="544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33EF1E3-49C8-DFC0-8596-FAD5F2D226B5}"/>
              </a:ext>
            </a:extLst>
          </p:cNvPr>
          <p:cNvSpPr txBox="1"/>
          <p:nvPr/>
        </p:nvSpPr>
        <p:spPr>
          <a:xfrm>
            <a:off x="10596561" y="244054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base 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9447175-C161-F78D-6570-E89E494E8171}"/>
              </a:ext>
            </a:extLst>
          </p:cNvPr>
          <p:cNvCxnSpPr>
            <a:cxnSpLocks/>
          </p:cNvCxnSpPr>
          <p:nvPr/>
        </p:nvCxnSpPr>
        <p:spPr>
          <a:xfrm>
            <a:off x="10083577" y="3698302"/>
            <a:ext cx="544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7DE64F0-CDD4-46F1-758B-323C288CC951}"/>
              </a:ext>
            </a:extLst>
          </p:cNvPr>
          <p:cNvSpPr txBox="1"/>
          <p:nvPr/>
        </p:nvSpPr>
        <p:spPr>
          <a:xfrm>
            <a:off x="10596561" y="3513636"/>
            <a:ext cx="199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Registro limite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8357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63464 0.05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32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A855E-4574-43D8-80D4-75CDA217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Binding e linking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8DFA333D-22F6-4555-C90F-8DEB341D6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1658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3F96D5-72BA-A4CA-EFC6-4649D109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3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9A285-63BB-0036-FC96-157EFD50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Tecniche per migliorare l’uso della memoria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242203B-98E3-5B17-EE98-7F6956B60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401291"/>
              </p:ext>
            </p:extLst>
          </p:nvPr>
        </p:nvGraphicFramePr>
        <p:xfrm>
          <a:off x="838200" y="1825625"/>
          <a:ext cx="10515600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CE2921-526C-FF8B-9700-DBAB13A7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8570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C2E39-9E45-1B5A-8A67-A2DBE712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60320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Tecniche di allocazione della memoria centrale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29B472-84C6-D6D6-8492-089242026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94" y="2370137"/>
            <a:ext cx="10515600" cy="4351338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Allocazione contigua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 partizione fissa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Allocazione contigua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A partizioni fisse e variabili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Allocazione non contigua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Paginazione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Segmentazione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Segmentazione con paginazione </a:t>
            </a:r>
          </a:p>
          <a:p>
            <a:pPr marL="457200" lvl="1" indent="0">
              <a:buNone/>
            </a:pP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B33A77-89F3-76E0-0B42-95DBC195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594" y="6492875"/>
            <a:ext cx="2743200" cy="365125"/>
          </a:xfrm>
        </p:spPr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F90A2CEB-DB8B-8205-DD16-B02E602EE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94266"/>
              </p:ext>
            </p:extLst>
          </p:nvPr>
        </p:nvGraphicFramePr>
        <p:xfrm>
          <a:off x="838200" y="1660320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30984909"/>
                    </a:ext>
                  </a:extLst>
                </a:gridCol>
              </a:tblGrid>
              <a:tr h="62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dirty="0">
                          <a:solidFill>
                            <a:schemeClr val="bg1"/>
                          </a:solidFill>
                        </a:rPr>
                        <a:t>Monoprogrammato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446052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C3ACACA-66C6-5152-D3FC-ACCD0917C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61384"/>
              </p:ext>
            </p:extLst>
          </p:nvPr>
        </p:nvGraphicFramePr>
        <p:xfrm>
          <a:off x="838200" y="3320640"/>
          <a:ext cx="8128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39701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800" dirty="0"/>
                        <a:t>Multiprogrammato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0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2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7E5D1-7FF7-C9B1-EB08-4FEC21F3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Partizione fissa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DB43CF-455A-E781-9353-C4BBA2C1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La dimensione della partizione è già definita </a:t>
            </a:r>
          </a:p>
          <a:p>
            <a:pPr marL="0" indent="0">
              <a:buNone/>
            </a:pPr>
            <a:r>
              <a:rPr lang="it-IT" dirty="0"/>
              <a:t>  Possono esserci due problemi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Frammentazione interna (partizioni troppo grandi)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Frammentazione esterna (partizioni di piccole dimensioni)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343D2E-4154-995A-F88C-5BAD35FC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C279CBE-FF9E-8754-783A-987BC6307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120592"/>
              </p:ext>
            </p:extLst>
          </p:nvPr>
        </p:nvGraphicFramePr>
        <p:xfrm>
          <a:off x="5321300" y="3916680"/>
          <a:ext cx="1549400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22055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Partizione 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555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  <a:p>
                      <a:r>
                        <a:rPr lang="it-IT" dirty="0"/>
                        <a:t>Partizione 3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/>
                    </a:p>
                    <a:p>
                      <a:r>
                        <a:rPr lang="it-IT" dirty="0"/>
                        <a:t>Partizione 2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5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Partizione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72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121845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CDFA85-7301-E2B6-C471-A474774A9C73}"/>
              </a:ext>
            </a:extLst>
          </p:cNvPr>
          <p:cNvSpPr txBox="1"/>
          <p:nvPr/>
        </p:nvSpPr>
        <p:spPr>
          <a:xfrm>
            <a:off x="6870700" y="3916680"/>
            <a:ext cx="684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700k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400k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100k</a:t>
            </a:r>
          </a:p>
          <a:p>
            <a:endParaRPr lang="it-IT" dirty="0"/>
          </a:p>
          <a:p>
            <a:r>
              <a:rPr lang="it-IT" dirty="0"/>
              <a:t>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CF6FFE6-1CFE-970F-9780-084028FC43E1}"/>
              </a:ext>
            </a:extLst>
          </p:cNvPr>
          <p:cNvSpPr/>
          <p:nvPr/>
        </p:nvSpPr>
        <p:spPr>
          <a:xfrm>
            <a:off x="4790563" y="6105525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4114E3-69EF-FA85-89BD-49746FC55CFA}"/>
              </a:ext>
            </a:extLst>
          </p:cNvPr>
          <p:cNvSpPr/>
          <p:nvPr/>
        </p:nvSpPr>
        <p:spPr>
          <a:xfrm>
            <a:off x="4259826" y="6099406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1867AA0-910A-D5EB-05F9-F60260AB5243}"/>
              </a:ext>
            </a:extLst>
          </p:cNvPr>
          <p:cNvSpPr/>
          <p:nvPr/>
        </p:nvSpPr>
        <p:spPr>
          <a:xfrm>
            <a:off x="3731240" y="6099406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96FA850-E7DA-C073-822B-2E8FEEFA4931}"/>
              </a:ext>
            </a:extLst>
          </p:cNvPr>
          <p:cNvSpPr/>
          <p:nvPr/>
        </p:nvSpPr>
        <p:spPr>
          <a:xfrm>
            <a:off x="4790562" y="5435525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2093601-1C2B-2F8C-C76B-BEE407458278}"/>
              </a:ext>
            </a:extLst>
          </p:cNvPr>
          <p:cNvSpPr/>
          <p:nvPr/>
        </p:nvSpPr>
        <p:spPr>
          <a:xfrm>
            <a:off x="4790561" y="3916680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0FA3332-6131-2619-B7F0-AB8863909D10}"/>
              </a:ext>
            </a:extLst>
          </p:cNvPr>
          <p:cNvSpPr/>
          <p:nvPr/>
        </p:nvSpPr>
        <p:spPr>
          <a:xfrm>
            <a:off x="4259825" y="3916679"/>
            <a:ext cx="233721" cy="322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2F3EB829-3FD5-82D0-3EB8-C12A655EB205}"/>
              </a:ext>
            </a:extLst>
          </p:cNvPr>
          <p:cNvCxnSpPr>
            <a:cxnSpLocks/>
          </p:cNvCxnSpPr>
          <p:nvPr/>
        </p:nvCxnSpPr>
        <p:spPr>
          <a:xfrm>
            <a:off x="5068068" y="6260537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0D7A4A2-4426-887A-1098-7FD573BCEDA5}"/>
              </a:ext>
            </a:extLst>
          </p:cNvPr>
          <p:cNvCxnSpPr>
            <a:cxnSpLocks/>
          </p:cNvCxnSpPr>
          <p:nvPr/>
        </p:nvCxnSpPr>
        <p:spPr>
          <a:xfrm>
            <a:off x="4537329" y="6253009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4C52DB1-0505-5ABB-E11D-D1E104C72A0F}"/>
              </a:ext>
            </a:extLst>
          </p:cNvPr>
          <p:cNvCxnSpPr>
            <a:cxnSpLocks/>
          </p:cNvCxnSpPr>
          <p:nvPr/>
        </p:nvCxnSpPr>
        <p:spPr>
          <a:xfrm>
            <a:off x="4006593" y="6253009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DF6EA208-9AF0-1FA1-0815-C506853AC7F2}"/>
              </a:ext>
            </a:extLst>
          </p:cNvPr>
          <p:cNvCxnSpPr>
            <a:cxnSpLocks/>
          </p:cNvCxnSpPr>
          <p:nvPr/>
        </p:nvCxnSpPr>
        <p:spPr>
          <a:xfrm>
            <a:off x="3328168" y="6260537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DABD2B66-888A-A0D3-4002-DA778BF3B6E3}"/>
              </a:ext>
            </a:extLst>
          </p:cNvPr>
          <p:cNvCxnSpPr>
            <a:cxnSpLocks/>
          </p:cNvCxnSpPr>
          <p:nvPr/>
        </p:nvCxnSpPr>
        <p:spPr>
          <a:xfrm>
            <a:off x="5024282" y="5608793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82407176-D110-1B45-AB09-58EECA8635BF}"/>
              </a:ext>
            </a:extLst>
          </p:cNvPr>
          <p:cNvCxnSpPr>
            <a:cxnSpLocks/>
          </p:cNvCxnSpPr>
          <p:nvPr/>
        </p:nvCxnSpPr>
        <p:spPr>
          <a:xfrm>
            <a:off x="4493546" y="5596656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3BAA09D-C93C-3282-8268-467E76582640}"/>
              </a:ext>
            </a:extLst>
          </p:cNvPr>
          <p:cNvCxnSpPr>
            <a:cxnSpLocks/>
          </p:cNvCxnSpPr>
          <p:nvPr/>
        </p:nvCxnSpPr>
        <p:spPr>
          <a:xfrm>
            <a:off x="3964961" y="4080115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8A576BF-0909-37E7-C1C1-02A9B87E66CE}"/>
              </a:ext>
            </a:extLst>
          </p:cNvPr>
          <p:cNvCxnSpPr>
            <a:cxnSpLocks/>
          </p:cNvCxnSpPr>
          <p:nvPr/>
        </p:nvCxnSpPr>
        <p:spPr>
          <a:xfrm>
            <a:off x="4550413" y="4089947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4F4494A9-0C04-A76F-04B1-3B6222587984}"/>
              </a:ext>
            </a:extLst>
          </p:cNvPr>
          <p:cNvCxnSpPr>
            <a:cxnSpLocks/>
          </p:cNvCxnSpPr>
          <p:nvPr/>
        </p:nvCxnSpPr>
        <p:spPr>
          <a:xfrm>
            <a:off x="5042282" y="4089947"/>
            <a:ext cx="25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1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CB546-CB0F-615E-7875-76693AA5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Partizione variabile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0B5E44-CF87-41D8-2ED2-41B7505F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È possibile modificare il numero e la dimensione di ogni partizione.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Ci può essere un problema legato allo spazio disponibili.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Ci sono 4 possibili soluzioni: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First-</a:t>
            </a:r>
            <a:r>
              <a:rPr lang="it-IT" dirty="0" err="1"/>
              <a:t>fit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Next-</a:t>
            </a:r>
            <a:r>
              <a:rPr lang="it-IT" dirty="0" err="1"/>
              <a:t>fit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Best-</a:t>
            </a:r>
            <a:r>
              <a:rPr lang="it-IT" dirty="0" err="1"/>
              <a:t>fit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Worst-fit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3FEB36-1F8A-90FC-35E5-1B5A1B02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3/4/2026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91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1BC67A1-175E-439E-85E2-88911C119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A7B82C-30F1-42B4-BE36-3DB42DD51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8" name="Top Left">
            <a:extLst>
              <a:ext uri="{FF2B5EF4-FFF2-40B4-BE49-F238E27FC236}">
                <a16:creationId xmlns:a16="http://schemas.microsoft.com/office/drawing/2014/main" id="{019E22E7-A14F-465E-A704-1E81AFD8D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6"/>
            <a:ext cx="4853749" cy="5127923"/>
            <a:chOff x="0" y="-3086"/>
            <a:chExt cx="4853749" cy="512792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54C1B16-3C93-4003-88AD-F74DAD18C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10962" y="150592"/>
              <a:ext cx="5085197" cy="4844224"/>
            </a:xfrm>
            <a:custGeom>
              <a:avLst/>
              <a:gdLst>
                <a:gd name="connsiteX0" fmla="*/ 425663 w 5085197"/>
                <a:gd name="connsiteY0" fmla="*/ 0 h 4844224"/>
                <a:gd name="connsiteX1" fmla="*/ 277263 w 5085197"/>
                <a:gd name="connsiteY1" fmla="*/ 200882 h 4844224"/>
                <a:gd name="connsiteX2" fmla="*/ 155629 w 5085197"/>
                <a:gd name="connsiteY2" fmla="*/ 472154 h 4844224"/>
                <a:gd name="connsiteX3" fmla="*/ 55998 w 5085197"/>
                <a:gd name="connsiteY3" fmla="*/ 785336 h 4844224"/>
                <a:gd name="connsiteX4" fmla="*/ 6182 w 5085197"/>
                <a:gd name="connsiteY4" fmla="*/ 1154335 h 4844224"/>
                <a:gd name="connsiteX5" fmla="*/ 6182 w 5085197"/>
                <a:gd name="connsiteY5" fmla="*/ 1577245 h 4844224"/>
                <a:gd name="connsiteX6" fmla="*/ 59998 w 5085197"/>
                <a:gd name="connsiteY6" fmla="*/ 1960245 h 4844224"/>
                <a:gd name="connsiteX7" fmla="*/ 187633 w 5085197"/>
                <a:gd name="connsiteY7" fmla="*/ 2261426 h 4844224"/>
                <a:gd name="connsiteX8" fmla="*/ 365084 w 5085197"/>
                <a:gd name="connsiteY8" fmla="*/ 2474881 h 4844224"/>
                <a:gd name="connsiteX9" fmla="*/ 642261 w 5085197"/>
                <a:gd name="connsiteY9" fmla="*/ 2658428 h 4844224"/>
                <a:gd name="connsiteX10" fmla="*/ 965254 w 5085197"/>
                <a:gd name="connsiteY10" fmla="*/ 2770156 h 4844224"/>
                <a:gd name="connsiteX11" fmla="*/ 1312155 w 5085197"/>
                <a:gd name="connsiteY11" fmla="*/ 2812066 h 4844224"/>
                <a:gd name="connsiteX12" fmla="*/ 1493606 w 5085197"/>
                <a:gd name="connsiteY12" fmla="*/ 2877884 h 4844224"/>
                <a:gd name="connsiteX13" fmla="*/ 1700965 w 5085197"/>
                <a:gd name="connsiteY13" fmla="*/ 3085338 h 4844224"/>
                <a:gd name="connsiteX14" fmla="*/ 1856508 w 5085197"/>
                <a:gd name="connsiteY14" fmla="*/ 3320701 h 4844224"/>
                <a:gd name="connsiteX15" fmla="*/ 1968141 w 5085197"/>
                <a:gd name="connsiteY15" fmla="*/ 3460337 h 4844224"/>
                <a:gd name="connsiteX16" fmla="*/ 2147593 w 5085197"/>
                <a:gd name="connsiteY16" fmla="*/ 3544157 h 4844224"/>
                <a:gd name="connsiteX17" fmla="*/ 2492493 w 5085197"/>
                <a:gd name="connsiteY17" fmla="*/ 3544157 h 4844224"/>
                <a:gd name="connsiteX18" fmla="*/ 2729760 w 5085197"/>
                <a:gd name="connsiteY18" fmla="*/ 3544157 h 4844224"/>
                <a:gd name="connsiteX19" fmla="*/ 2865301 w 5085197"/>
                <a:gd name="connsiteY19" fmla="*/ 3627978 h 4844224"/>
                <a:gd name="connsiteX20" fmla="*/ 2984935 w 5085197"/>
                <a:gd name="connsiteY20" fmla="*/ 3773615 h 4844224"/>
                <a:gd name="connsiteX21" fmla="*/ 3126477 w 5085197"/>
                <a:gd name="connsiteY21" fmla="*/ 3995071 h 4844224"/>
                <a:gd name="connsiteX22" fmla="*/ 3293926 w 5085197"/>
                <a:gd name="connsiteY22" fmla="*/ 4348163 h 4844224"/>
                <a:gd name="connsiteX23" fmla="*/ 3445469 w 5085197"/>
                <a:gd name="connsiteY23" fmla="*/ 4623435 h 4844224"/>
                <a:gd name="connsiteX24" fmla="*/ 3549196 w 5085197"/>
                <a:gd name="connsiteY24" fmla="*/ 4727163 h 4844224"/>
                <a:gd name="connsiteX25" fmla="*/ 3953913 w 5085197"/>
                <a:gd name="connsiteY25" fmla="*/ 4773073 h 4844224"/>
                <a:gd name="connsiteX26" fmla="*/ 4406542 w 5085197"/>
                <a:gd name="connsiteY26" fmla="*/ 4729163 h 4844224"/>
                <a:gd name="connsiteX27" fmla="*/ 4573991 w 5085197"/>
                <a:gd name="connsiteY27" fmla="*/ 4709256 h 4844224"/>
                <a:gd name="connsiteX28" fmla="*/ 5085198 w 5085197"/>
                <a:gd name="connsiteY28" fmla="*/ 4844225 h 484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65E8AD-ED51-4874-AABA-DDA0C1597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70994" y="210625"/>
              <a:ext cx="5010476" cy="4649438"/>
            </a:xfrm>
            <a:custGeom>
              <a:avLst/>
              <a:gdLst>
                <a:gd name="connsiteX0" fmla="*/ 454193 w 5010476"/>
                <a:gd name="connsiteY0" fmla="*/ 0 h 4649438"/>
                <a:gd name="connsiteX1" fmla="*/ 352085 w 5010476"/>
                <a:gd name="connsiteY1" fmla="*/ 92869 h 4649438"/>
                <a:gd name="connsiteX2" fmla="*/ 242452 w 5010476"/>
                <a:gd name="connsiteY2" fmla="*/ 260414 h 4649438"/>
                <a:gd name="connsiteX3" fmla="*/ 130819 w 5010476"/>
                <a:gd name="connsiteY3" fmla="*/ 535686 h 4649438"/>
                <a:gd name="connsiteX4" fmla="*/ 57000 w 5010476"/>
                <a:gd name="connsiteY4" fmla="*/ 761143 h 4649438"/>
                <a:gd name="connsiteX5" fmla="*/ 3184 w 5010476"/>
                <a:gd name="connsiteY5" fmla="*/ 1140143 h 4649438"/>
                <a:gd name="connsiteX6" fmla="*/ 3184 w 5010476"/>
                <a:gd name="connsiteY6" fmla="*/ 1439704 h 4649438"/>
                <a:gd name="connsiteX7" fmla="*/ 60524 w 5010476"/>
                <a:gd name="connsiteY7" fmla="*/ 1905953 h 4649438"/>
                <a:gd name="connsiteX8" fmla="*/ 213686 w 5010476"/>
                <a:gd name="connsiteY8" fmla="*/ 2269808 h 4649438"/>
                <a:gd name="connsiteX9" fmla="*/ 373325 w 5010476"/>
                <a:gd name="connsiteY9" fmla="*/ 2455926 h 4649438"/>
                <a:gd name="connsiteX10" fmla="*/ 644502 w 5010476"/>
                <a:gd name="connsiteY10" fmla="*/ 2625662 h 4649438"/>
                <a:gd name="connsiteX11" fmla="*/ 902915 w 5010476"/>
                <a:gd name="connsiteY11" fmla="*/ 2697195 h 4649438"/>
                <a:gd name="connsiteX12" fmla="*/ 1224860 w 5010476"/>
                <a:gd name="connsiteY12" fmla="*/ 2719102 h 4649438"/>
                <a:gd name="connsiteX13" fmla="*/ 1430315 w 5010476"/>
                <a:gd name="connsiteY13" fmla="*/ 2731008 h 4649438"/>
                <a:gd name="connsiteX14" fmla="*/ 1652914 w 5010476"/>
                <a:gd name="connsiteY14" fmla="*/ 2852642 h 4649438"/>
                <a:gd name="connsiteX15" fmla="*/ 1739306 w 5010476"/>
                <a:gd name="connsiteY15" fmla="*/ 2985611 h 4649438"/>
                <a:gd name="connsiteX16" fmla="*/ 1848938 w 5010476"/>
                <a:gd name="connsiteY16" fmla="*/ 3155156 h 4649438"/>
                <a:gd name="connsiteX17" fmla="*/ 2015054 w 5010476"/>
                <a:gd name="connsiteY17" fmla="*/ 3294793 h 4649438"/>
                <a:gd name="connsiteX18" fmla="*/ 2231082 w 5010476"/>
                <a:gd name="connsiteY18" fmla="*/ 3336322 h 4649438"/>
                <a:gd name="connsiteX19" fmla="*/ 2427106 w 5010476"/>
                <a:gd name="connsiteY19" fmla="*/ 3278124 h 4649438"/>
                <a:gd name="connsiteX20" fmla="*/ 2531786 w 5010476"/>
                <a:gd name="connsiteY20" fmla="*/ 3151823 h 4649438"/>
                <a:gd name="connsiteX21" fmla="*/ 2520165 w 5010476"/>
                <a:gd name="connsiteY21" fmla="*/ 2907411 h 4649438"/>
                <a:gd name="connsiteX22" fmla="*/ 2481970 w 5010476"/>
                <a:gd name="connsiteY22" fmla="*/ 2648045 h 4649438"/>
                <a:gd name="connsiteX23" fmla="*/ 2458729 w 5010476"/>
                <a:gd name="connsiteY23" fmla="*/ 2513362 h 4649438"/>
                <a:gd name="connsiteX24" fmla="*/ 2458729 w 5010476"/>
                <a:gd name="connsiteY24" fmla="*/ 2408587 h 4649438"/>
                <a:gd name="connsiteX25" fmla="*/ 2581697 w 5010476"/>
                <a:gd name="connsiteY25" fmla="*/ 2310479 h 4649438"/>
                <a:gd name="connsiteX26" fmla="*/ 2762767 w 5010476"/>
                <a:gd name="connsiteY26" fmla="*/ 2325434 h 4649438"/>
                <a:gd name="connsiteX27" fmla="*/ 2872400 w 5010476"/>
                <a:gd name="connsiteY27" fmla="*/ 2410206 h 4649438"/>
                <a:gd name="connsiteX28" fmla="*/ 2925549 w 5010476"/>
                <a:gd name="connsiteY28" fmla="*/ 2637949 h 4649438"/>
                <a:gd name="connsiteX29" fmla="*/ 2820869 w 5010476"/>
                <a:gd name="connsiteY29" fmla="*/ 2968752 h 4649438"/>
                <a:gd name="connsiteX30" fmla="*/ 2789342 w 5010476"/>
                <a:gd name="connsiteY30" fmla="*/ 3194876 h 4649438"/>
                <a:gd name="connsiteX31" fmla="*/ 2889069 w 5010476"/>
                <a:gd name="connsiteY31" fmla="*/ 3447574 h 4649438"/>
                <a:gd name="connsiteX32" fmla="*/ 3070139 w 5010476"/>
                <a:gd name="connsiteY32" fmla="*/ 3783330 h 4649438"/>
                <a:gd name="connsiteX33" fmla="*/ 3181486 w 5010476"/>
                <a:gd name="connsiteY33" fmla="*/ 4014407 h 4649438"/>
                <a:gd name="connsiteX34" fmla="*/ 3351888 w 5010476"/>
                <a:gd name="connsiteY34" fmla="*/ 4312539 h 4649438"/>
                <a:gd name="connsiteX35" fmla="*/ 3512194 w 5010476"/>
                <a:gd name="connsiteY35" fmla="*/ 4504087 h 4649438"/>
                <a:gd name="connsiteX36" fmla="*/ 3670119 w 5010476"/>
                <a:gd name="connsiteY36" fmla="*/ 4595051 h 4649438"/>
                <a:gd name="connsiteX37" fmla="*/ 3909386 w 5010476"/>
                <a:gd name="connsiteY37" fmla="*/ 4623816 h 4649438"/>
                <a:gd name="connsiteX38" fmla="*/ 4136653 w 5010476"/>
                <a:gd name="connsiteY38" fmla="*/ 4623816 h 4649438"/>
                <a:gd name="connsiteX39" fmla="*/ 4435071 w 5010476"/>
                <a:gd name="connsiteY39" fmla="*/ 4599432 h 4649438"/>
                <a:gd name="connsiteX40" fmla="*/ 4562992 w 5010476"/>
                <a:gd name="connsiteY40" fmla="*/ 4599432 h 4649438"/>
                <a:gd name="connsiteX41" fmla="*/ 5010477 w 5010476"/>
                <a:gd name="connsiteY41" fmla="*/ 4649439 h 464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E5C306-3C29-4BD3-97E1-DCA86FF3E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81127" y="220663"/>
              <a:ext cx="4933777" cy="4552473"/>
            </a:xfrm>
            <a:custGeom>
              <a:avLst/>
              <a:gdLst>
                <a:gd name="connsiteX0" fmla="*/ 4933778 w 4933777"/>
                <a:gd name="connsiteY0" fmla="*/ 4552474 h 4552473"/>
                <a:gd name="connsiteX1" fmla="*/ 4020997 w 4933777"/>
                <a:gd name="connsiteY1" fmla="*/ 4493324 h 4552473"/>
                <a:gd name="connsiteX2" fmla="*/ 3777538 w 4933777"/>
                <a:gd name="connsiteY2" fmla="*/ 4468273 h 4552473"/>
                <a:gd name="connsiteX3" fmla="*/ 3411207 w 4933777"/>
                <a:gd name="connsiteY3" fmla="*/ 4277868 h 4552473"/>
                <a:gd name="connsiteX4" fmla="*/ 3215944 w 4933777"/>
                <a:gd name="connsiteY4" fmla="*/ 3958971 h 4552473"/>
                <a:gd name="connsiteX5" fmla="*/ 3056400 w 4933777"/>
                <a:gd name="connsiteY5" fmla="*/ 3618548 h 4552473"/>
                <a:gd name="connsiteX6" fmla="*/ 2963341 w 4933777"/>
                <a:gd name="connsiteY6" fmla="*/ 3314319 h 4552473"/>
                <a:gd name="connsiteX7" fmla="*/ 3029825 w 4933777"/>
                <a:gd name="connsiteY7" fmla="*/ 2870454 h 4552473"/>
                <a:gd name="connsiteX8" fmla="*/ 3094595 w 4933777"/>
                <a:gd name="connsiteY8" fmla="*/ 2449830 h 4552473"/>
                <a:gd name="connsiteX9" fmla="*/ 2979915 w 4933777"/>
                <a:gd name="connsiteY9" fmla="*/ 2245328 h 4552473"/>
                <a:gd name="connsiteX10" fmla="*/ 2843707 w 4933777"/>
                <a:gd name="connsiteY10" fmla="*/ 2162175 h 4552473"/>
                <a:gd name="connsiteX11" fmla="*/ 2529668 w 4933777"/>
                <a:gd name="connsiteY11" fmla="*/ 2080736 h 4552473"/>
                <a:gd name="connsiteX12" fmla="*/ 2336977 w 4933777"/>
                <a:gd name="connsiteY12" fmla="*/ 2125599 h 4552473"/>
                <a:gd name="connsiteX13" fmla="*/ 2044559 w 4933777"/>
                <a:gd name="connsiteY13" fmla="*/ 2271903 h 4552473"/>
                <a:gd name="connsiteX14" fmla="*/ 2007317 w 4933777"/>
                <a:gd name="connsiteY14" fmla="*/ 2312099 h 4552473"/>
                <a:gd name="connsiteX15" fmla="*/ 1999030 w 4933777"/>
                <a:gd name="connsiteY15" fmla="*/ 2371916 h 4552473"/>
                <a:gd name="connsiteX16" fmla="*/ 2129427 w 4933777"/>
                <a:gd name="connsiteY16" fmla="*/ 2502408 h 4552473"/>
                <a:gd name="connsiteX17" fmla="*/ 2226582 w 4933777"/>
                <a:gd name="connsiteY17" fmla="*/ 2627948 h 4552473"/>
                <a:gd name="connsiteX18" fmla="*/ 2273064 w 4933777"/>
                <a:gd name="connsiteY18" fmla="*/ 2782538 h 4552473"/>
                <a:gd name="connsiteX19" fmla="*/ 2203246 w 4933777"/>
                <a:gd name="connsiteY19" fmla="*/ 2993612 h 4552473"/>
                <a:gd name="connsiteX20" fmla="*/ 2115140 w 4933777"/>
                <a:gd name="connsiteY20" fmla="*/ 3048476 h 4552473"/>
                <a:gd name="connsiteX21" fmla="*/ 1952262 w 4933777"/>
                <a:gd name="connsiteY21" fmla="*/ 3025235 h 4552473"/>
                <a:gd name="connsiteX22" fmla="*/ 1801100 w 4933777"/>
                <a:gd name="connsiteY22" fmla="*/ 2888933 h 4552473"/>
                <a:gd name="connsiteX23" fmla="*/ 1722995 w 4933777"/>
                <a:gd name="connsiteY23" fmla="*/ 2689479 h 4552473"/>
                <a:gd name="connsiteX24" fmla="*/ 1653177 w 4933777"/>
                <a:gd name="connsiteY24" fmla="*/ 2574798 h 4552473"/>
                <a:gd name="connsiteX25" fmla="*/ 1500301 w 4933777"/>
                <a:gd name="connsiteY25" fmla="*/ 2531555 h 4552473"/>
                <a:gd name="connsiteX26" fmla="*/ 1364093 w 4933777"/>
                <a:gd name="connsiteY26" fmla="*/ 2583085 h 4552473"/>
                <a:gd name="connsiteX27" fmla="*/ 1191310 w 4933777"/>
                <a:gd name="connsiteY27" fmla="*/ 2618041 h 4552473"/>
                <a:gd name="connsiteX28" fmla="*/ 759351 w 4933777"/>
                <a:gd name="connsiteY28" fmla="*/ 2618041 h 4552473"/>
                <a:gd name="connsiteX29" fmla="*/ 506843 w 4933777"/>
                <a:gd name="connsiteY29" fmla="*/ 2521649 h 4552473"/>
                <a:gd name="connsiteX30" fmla="*/ 290816 w 4933777"/>
                <a:gd name="connsiteY30" fmla="*/ 2343817 h 4552473"/>
                <a:gd name="connsiteX31" fmla="*/ 126320 w 4933777"/>
                <a:gd name="connsiteY31" fmla="*/ 2062925 h 4552473"/>
                <a:gd name="connsiteX32" fmla="*/ 24021 w 4933777"/>
                <a:gd name="connsiteY32" fmla="*/ 1594295 h 4552473"/>
                <a:gd name="connsiteX33" fmla="*/ 1066 w 4933777"/>
                <a:gd name="connsiteY33" fmla="*/ 1140428 h 4552473"/>
                <a:gd name="connsiteX34" fmla="*/ 87172 w 4933777"/>
                <a:gd name="connsiteY34" fmla="*/ 617601 h 4552473"/>
                <a:gd name="connsiteX35" fmla="*/ 256526 w 4933777"/>
                <a:gd name="connsiteY35" fmla="*/ 249936 h 4552473"/>
                <a:gd name="connsiteX36" fmla="*/ 461504 w 4933777"/>
                <a:gd name="connsiteY36" fmla="*/ 0 h 455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B2BA2F3-A842-4EA4-8CB8-FD66BD1CE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11647" y="267756"/>
              <a:ext cx="4844417" cy="4402074"/>
            </a:xfrm>
            <a:custGeom>
              <a:avLst/>
              <a:gdLst>
                <a:gd name="connsiteX0" fmla="*/ 486254 w 4844417"/>
                <a:gd name="connsiteY0" fmla="*/ 0 h 4402074"/>
                <a:gd name="connsiteX1" fmla="*/ 223364 w 4844417"/>
                <a:gd name="connsiteY1" fmla="*/ 286226 h 4402074"/>
                <a:gd name="connsiteX2" fmla="*/ 67821 w 4844417"/>
                <a:gd name="connsiteY2" fmla="*/ 699135 h 4402074"/>
                <a:gd name="connsiteX3" fmla="*/ 3 w 4844417"/>
                <a:gd name="connsiteY3" fmla="*/ 1273683 h 4402074"/>
                <a:gd name="connsiteX4" fmla="*/ 135543 w 4844417"/>
                <a:gd name="connsiteY4" fmla="*/ 2031683 h 4402074"/>
                <a:gd name="connsiteX5" fmla="*/ 297088 w 4844417"/>
                <a:gd name="connsiteY5" fmla="*/ 2312956 h 4402074"/>
                <a:gd name="connsiteX6" fmla="*/ 582171 w 4844417"/>
                <a:gd name="connsiteY6" fmla="*/ 2518410 h 4402074"/>
                <a:gd name="connsiteX7" fmla="*/ 972982 w 4844417"/>
                <a:gd name="connsiteY7" fmla="*/ 2518410 h 4402074"/>
                <a:gd name="connsiteX8" fmla="*/ 1389700 w 4844417"/>
                <a:gd name="connsiteY8" fmla="*/ 2350484 h 4402074"/>
                <a:gd name="connsiteX9" fmla="*/ 1665544 w 4844417"/>
                <a:gd name="connsiteY9" fmla="*/ 2204180 h 4402074"/>
                <a:gd name="connsiteX10" fmla="*/ 2180656 w 4844417"/>
                <a:gd name="connsiteY10" fmla="*/ 1966436 h 4402074"/>
                <a:gd name="connsiteX11" fmla="*/ 2499649 w 4844417"/>
                <a:gd name="connsiteY11" fmla="*/ 1926527 h 4402074"/>
                <a:gd name="connsiteX12" fmla="*/ 2867695 w 4844417"/>
                <a:gd name="connsiteY12" fmla="*/ 2041303 h 4402074"/>
                <a:gd name="connsiteX13" fmla="*/ 3100295 w 4844417"/>
                <a:gd name="connsiteY13" fmla="*/ 2147602 h 4402074"/>
                <a:gd name="connsiteX14" fmla="*/ 3275174 w 4844417"/>
                <a:gd name="connsiteY14" fmla="*/ 2370582 h 4402074"/>
                <a:gd name="connsiteX15" fmla="*/ 3246123 w 4844417"/>
                <a:gd name="connsiteY15" fmla="*/ 2631948 h 4402074"/>
                <a:gd name="connsiteX16" fmla="*/ 3102581 w 4844417"/>
                <a:gd name="connsiteY16" fmla="*/ 2947892 h 4402074"/>
                <a:gd name="connsiteX17" fmla="*/ 3070958 w 4844417"/>
                <a:gd name="connsiteY17" fmla="*/ 3462052 h 4402074"/>
                <a:gd name="connsiteX18" fmla="*/ 3194402 w 4844417"/>
                <a:gd name="connsiteY18" fmla="*/ 3792379 h 4402074"/>
                <a:gd name="connsiteX19" fmla="*/ 3329371 w 4844417"/>
                <a:gd name="connsiteY19" fmla="*/ 4048030 h 4402074"/>
                <a:gd name="connsiteX20" fmla="*/ 3539017 w 4844417"/>
                <a:gd name="connsiteY20" fmla="*/ 4257771 h 4402074"/>
                <a:gd name="connsiteX21" fmla="*/ 3911254 w 4844417"/>
                <a:gd name="connsiteY21" fmla="*/ 4353592 h 4402074"/>
                <a:gd name="connsiteX22" fmla="*/ 4272632 w 4844417"/>
                <a:gd name="connsiteY22" fmla="*/ 4353592 h 4402074"/>
                <a:gd name="connsiteX23" fmla="*/ 4528760 w 4844417"/>
                <a:gd name="connsiteY23" fmla="*/ 4368832 h 4402074"/>
                <a:gd name="connsiteX24" fmla="*/ 4844418 w 4844417"/>
                <a:gd name="connsiteY24" fmla="*/ 4402074 h 44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1968F54-9FAB-433B-B990-0552F58E0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22281" y="1625540"/>
              <a:ext cx="3915933" cy="2452322"/>
            </a:xfrm>
            <a:custGeom>
              <a:avLst/>
              <a:gdLst>
                <a:gd name="connsiteX0" fmla="*/ 540651 w 3915933"/>
                <a:gd name="connsiteY0" fmla="*/ 0 h 2452322"/>
                <a:gd name="connsiteX1" fmla="*/ 235470 w 3915933"/>
                <a:gd name="connsiteY1" fmla="*/ 274320 h 2452322"/>
                <a:gd name="connsiteX2" fmla="*/ 103929 w 3915933"/>
                <a:gd name="connsiteY2" fmla="*/ 537496 h 2452322"/>
                <a:gd name="connsiteX3" fmla="*/ 2869 w 3915933"/>
                <a:gd name="connsiteY3" fmla="*/ 998792 h 2452322"/>
                <a:gd name="connsiteX4" fmla="*/ 59638 w 3915933"/>
                <a:gd name="connsiteY4" fmla="*/ 1582007 h 2452322"/>
                <a:gd name="connsiteX5" fmla="*/ 139934 w 3915933"/>
                <a:gd name="connsiteY5" fmla="*/ 1897856 h 2452322"/>
                <a:gd name="connsiteX6" fmla="*/ 258996 w 3915933"/>
                <a:gd name="connsiteY6" fmla="*/ 2195703 h 2452322"/>
                <a:gd name="connsiteX7" fmla="*/ 495788 w 3915933"/>
                <a:gd name="connsiteY7" fmla="*/ 2417350 h 2452322"/>
                <a:gd name="connsiteX8" fmla="*/ 627328 w 3915933"/>
                <a:gd name="connsiteY8" fmla="*/ 2450592 h 2452322"/>
                <a:gd name="connsiteX9" fmla="*/ 1170063 w 3915933"/>
                <a:gd name="connsiteY9" fmla="*/ 2249710 h 2452322"/>
                <a:gd name="connsiteX10" fmla="*/ 1352847 w 3915933"/>
                <a:gd name="connsiteY10" fmla="*/ 2102834 h 2452322"/>
                <a:gd name="connsiteX11" fmla="*/ 1978735 w 3915933"/>
                <a:gd name="connsiteY11" fmla="*/ 1834134 h 2452322"/>
                <a:gd name="connsiteX12" fmla="*/ 2306872 w 3915933"/>
                <a:gd name="connsiteY12" fmla="*/ 1789843 h 2452322"/>
                <a:gd name="connsiteX13" fmla="*/ 2731972 w 3915933"/>
                <a:gd name="connsiteY13" fmla="*/ 1870234 h 2452322"/>
                <a:gd name="connsiteX14" fmla="*/ 3172313 w 3915933"/>
                <a:gd name="connsiteY14" fmla="*/ 2021205 h 2452322"/>
                <a:gd name="connsiteX15" fmla="*/ 3573887 w 3915933"/>
                <a:gd name="connsiteY15" fmla="*/ 2010156 h 2452322"/>
                <a:gd name="connsiteX16" fmla="*/ 3860494 w 3915933"/>
                <a:gd name="connsiteY16" fmla="*/ 1867472 h 2452322"/>
                <a:gd name="connsiteX17" fmla="*/ 3913072 w 3915933"/>
                <a:gd name="connsiteY17" fmla="*/ 1652778 h 2452322"/>
                <a:gd name="connsiteX18" fmla="*/ 3681805 w 3915933"/>
                <a:gd name="connsiteY18" fmla="*/ 1295400 h 2452322"/>
                <a:gd name="connsiteX19" fmla="*/ 3029533 w 3915933"/>
                <a:gd name="connsiteY19" fmla="*/ 812197 h 2452322"/>
                <a:gd name="connsiteX20" fmla="*/ 2789789 w 3915933"/>
                <a:gd name="connsiteY20" fmla="*/ 668941 h 2452322"/>
                <a:gd name="connsiteX21" fmla="*/ 2510135 w 3915933"/>
                <a:gd name="connsiteY21" fmla="*/ 498539 h 2452322"/>
                <a:gd name="connsiteX22" fmla="*/ 2281630 w 3915933"/>
                <a:gd name="connsiteY22" fmla="*/ 355854 h 2452322"/>
                <a:gd name="connsiteX23" fmla="*/ 2002357 w 3915933"/>
                <a:gd name="connsiteY23" fmla="*/ 161544 h 2452322"/>
                <a:gd name="connsiteX24" fmla="*/ 1726037 w 3915933"/>
                <a:gd name="connsiteY24" fmla="*/ 0 h 245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90D7E4-2E90-4189-AA14-2693B9473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53848D-8416-4C24-A2D1-CB2D5EF4B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C6ABEA-3701-4591-9F7A-DF96C707B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BABF3D0-6D14-430A-8648-AA359FF6D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50974" y="2432177"/>
              <a:ext cx="2567851" cy="1647045"/>
            </a:xfrm>
            <a:custGeom>
              <a:avLst/>
              <a:gdLst>
                <a:gd name="connsiteX0" fmla="*/ 630083 w 2567851"/>
                <a:gd name="connsiteY0" fmla="*/ 95 h 1647045"/>
                <a:gd name="connsiteX1" fmla="*/ 124686 w 2567851"/>
                <a:gd name="connsiteY1" fmla="*/ 410718 h 1647045"/>
                <a:gd name="connsiteX2" fmla="*/ 26674 w 2567851"/>
                <a:gd name="connsiteY2" fmla="*/ 689991 h 1647045"/>
                <a:gd name="connsiteX3" fmla="*/ 1718 w 2567851"/>
                <a:gd name="connsiteY3" fmla="*/ 974217 h 1647045"/>
                <a:gd name="connsiteX4" fmla="*/ 56582 w 2567851"/>
                <a:gd name="connsiteY4" fmla="*/ 1208627 h 1647045"/>
                <a:gd name="connsiteX5" fmla="*/ 212792 w 2567851"/>
                <a:gd name="connsiteY5" fmla="*/ 1443038 h 1647045"/>
                <a:gd name="connsiteX6" fmla="*/ 385576 w 2567851"/>
                <a:gd name="connsiteY6" fmla="*/ 1590961 h 1647045"/>
                <a:gd name="connsiteX7" fmla="*/ 528451 w 2567851"/>
                <a:gd name="connsiteY7" fmla="*/ 1645825 h 1647045"/>
                <a:gd name="connsiteX8" fmla="*/ 739430 w 2567851"/>
                <a:gd name="connsiteY8" fmla="*/ 1604296 h 1647045"/>
                <a:gd name="connsiteX9" fmla="*/ 1023560 w 2567851"/>
                <a:gd name="connsiteY9" fmla="*/ 1517809 h 1647045"/>
                <a:gd name="connsiteX10" fmla="*/ 1384082 w 2567851"/>
                <a:gd name="connsiteY10" fmla="*/ 1394841 h 1647045"/>
                <a:gd name="connsiteX11" fmla="*/ 1872619 w 2567851"/>
                <a:gd name="connsiteY11" fmla="*/ 1318355 h 1647045"/>
                <a:gd name="connsiteX12" fmla="*/ 2169989 w 2567851"/>
                <a:gd name="connsiteY12" fmla="*/ 1359884 h 1647045"/>
                <a:gd name="connsiteX13" fmla="*/ 2331152 w 2567851"/>
                <a:gd name="connsiteY13" fmla="*/ 1359884 h 1647045"/>
                <a:gd name="connsiteX14" fmla="*/ 2500602 w 2567851"/>
                <a:gd name="connsiteY14" fmla="*/ 1351598 h 1647045"/>
                <a:gd name="connsiteX15" fmla="*/ 2557085 w 2567851"/>
                <a:gd name="connsiteY15" fmla="*/ 1316641 h 1647045"/>
                <a:gd name="connsiteX16" fmla="*/ 2533844 w 2567851"/>
                <a:gd name="connsiteY16" fmla="*/ 1195292 h 1647045"/>
                <a:gd name="connsiteX17" fmla="*/ 2312864 w 2567851"/>
                <a:gd name="connsiteY17" fmla="*/ 1005745 h 1647045"/>
                <a:gd name="connsiteX18" fmla="*/ 1980537 w 2567851"/>
                <a:gd name="connsiteY18" fmla="*/ 763048 h 1647045"/>
                <a:gd name="connsiteX19" fmla="*/ 1706408 w 2567851"/>
                <a:gd name="connsiteY19" fmla="*/ 548640 h 1647045"/>
                <a:gd name="connsiteX20" fmla="*/ 1422372 w 2567851"/>
                <a:gd name="connsiteY20" fmla="*/ 328803 h 1647045"/>
                <a:gd name="connsiteX21" fmla="*/ 960695 w 2567851"/>
                <a:gd name="connsiteY21" fmla="*/ 0 h 164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67851" h="1647045">
                  <a:moveTo>
                    <a:pt x="630083" y="95"/>
                  </a:moveTo>
                  <a:cubicBezTo>
                    <a:pt x="431201" y="60008"/>
                    <a:pt x="185837" y="291751"/>
                    <a:pt x="124686" y="410718"/>
                  </a:cubicBezTo>
                  <a:cubicBezTo>
                    <a:pt x="79442" y="498920"/>
                    <a:pt x="47438" y="593027"/>
                    <a:pt x="26674" y="689991"/>
                  </a:cubicBezTo>
                  <a:cubicBezTo>
                    <a:pt x="6576" y="783431"/>
                    <a:pt x="-4473" y="878967"/>
                    <a:pt x="1718" y="974217"/>
                  </a:cubicBezTo>
                  <a:cubicBezTo>
                    <a:pt x="7052" y="1054894"/>
                    <a:pt x="24674" y="1134332"/>
                    <a:pt x="56582" y="1208627"/>
                  </a:cubicBezTo>
                  <a:cubicBezTo>
                    <a:pt x="93825" y="1295495"/>
                    <a:pt x="148975" y="1373219"/>
                    <a:pt x="212792" y="1443038"/>
                  </a:cubicBezTo>
                  <a:cubicBezTo>
                    <a:pt x="264227" y="1499330"/>
                    <a:pt x="320996" y="1550575"/>
                    <a:pt x="385576" y="1590961"/>
                  </a:cubicBezTo>
                  <a:cubicBezTo>
                    <a:pt x="429486" y="1618393"/>
                    <a:pt x="477111" y="1640681"/>
                    <a:pt x="528451" y="1645825"/>
                  </a:cubicBezTo>
                  <a:cubicBezTo>
                    <a:pt x="600460" y="1653064"/>
                    <a:pt x="670278" y="1626680"/>
                    <a:pt x="739430" y="1604296"/>
                  </a:cubicBezTo>
                  <a:cubicBezTo>
                    <a:pt x="833632" y="1573721"/>
                    <a:pt x="929453" y="1548479"/>
                    <a:pt x="1023560" y="1517809"/>
                  </a:cubicBezTo>
                  <a:cubicBezTo>
                    <a:pt x="1144337" y="1478471"/>
                    <a:pt x="1262924" y="1432846"/>
                    <a:pt x="1384082" y="1394841"/>
                  </a:cubicBezTo>
                  <a:cubicBezTo>
                    <a:pt x="1542959" y="1345025"/>
                    <a:pt x="1707074" y="1305497"/>
                    <a:pt x="1872619" y="1318355"/>
                  </a:cubicBezTo>
                  <a:cubicBezTo>
                    <a:pt x="1972536" y="1326071"/>
                    <a:pt x="2070072" y="1353312"/>
                    <a:pt x="2169989" y="1359884"/>
                  </a:cubicBezTo>
                  <a:cubicBezTo>
                    <a:pt x="2223615" y="1363409"/>
                    <a:pt x="2277431" y="1359503"/>
                    <a:pt x="2331152" y="1359884"/>
                  </a:cubicBezTo>
                  <a:cubicBezTo>
                    <a:pt x="2388112" y="1360265"/>
                    <a:pt x="2445738" y="1366076"/>
                    <a:pt x="2500602" y="1351598"/>
                  </a:cubicBezTo>
                  <a:cubicBezTo>
                    <a:pt x="2522986" y="1345692"/>
                    <a:pt x="2544322" y="1335691"/>
                    <a:pt x="2557085" y="1316641"/>
                  </a:cubicBezTo>
                  <a:cubicBezTo>
                    <a:pt x="2581850" y="1279874"/>
                    <a:pt x="2559562" y="1233202"/>
                    <a:pt x="2533844" y="1195292"/>
                  </a:cubicBezTo>
                  <a:cubicBezTo>
                    <a:pt x="2478790" y="1114330"/>
                    <a:pt x="2394208" y="1060990"/>
                    <a:pt x="2312864" y="1005745"/>
                  </a:cubicBezTo>
                  <a:cubicBezTo>
                    <a:pt x="2199326" y="928688"/>
                    <a:pt x="2089027" y="847058"/>
                    <a:pt x="1980537" y="763048"/>
                  </a:cubicBezTo>
                  <a:cubicBezTo>
                    <a:pt x="1888811" y="691991"/>
                    <a:pt x="1796514" y="621697"/>
                    <a:pt x="1706408" y="548640"/>
                  </a:cubicBezTo>
                  <a:cubicBezTo>
                    <a:pt x="1554865" y="425672"/>
                    <a:pt x="1572105" y="453866"/>
                    <a:pt x="1422372" y="328803"/>
                  </a:cubicBezTo>
                  <a:cubicBezTo>
                    <a:pt x="1381224" y="294418"/>
                    <a:pt x="1009749" y="21146"/>
                    <a:pt x="96069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04F5C9-F7C6-4B5D-AA5A-252D9DDBA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05503" y="1886195"/>
              <a:ext cx="1676495" cy="1223010"/>
            </a:xfrm>
            <a:custGeom>
              <a:avLst/>
              <a:gdLst>
                <a:gd name="connsiteX0" fmla="*/ 1676495 w 1676495"/>
                <a:gd name="connsiteY0" fmla="*/ 1223010 h 1223010"/>
                <a:gd name="connsiteX1" fmla="*/ 1421702 w 1676495"/>
                <a:gd name="connsiteY1" fmla="*/ 1000697 h 1223010"/>
                <a:gd name="connsiteX2" fmla="*/ 1024604 w 1676495"/>
                <a:gd name="connsiteY2" fmla="*/ 744665 h 1223010"/>
                <a:gd name="connsiteX3" fmla="*/ 444722 w 1676495"/>
                <a:gd name="connsiteY3" fmla="*/ 345758 h 1223010"/>
                <a:gd name="connsiteX4" fmla="*/ 0 w 1676495"/>
                <a:gd name="connsiteY4" fmla="*/ 0 h 122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010">
                  <a:moveTo>
                    <a:pt x="1676495" y="1223010"/>
                  </a:moveTo>
                  <a:cubicBezTo>
                    <a:pt x="1603724" y="1136428"/>
                    <a:pt x="1514094" y="1066229"/>
                    <a:pt x="1421702" y="1000697"/>
                  </a:cubicBezTo>
                  <a:cubicBezTo>
                    <a:pt x="1293209" y="909638"/>
                    <a:pt x="1158526" y="827627"/>
                    <a:pt x="1024604" y="744665"/>
                  </a:cubicBezTo>
                  <a:cubicBezTo>
                    <a:pt x="824770" y="620935"/>
                    <a:pt x="623792" y="497681"/>
                    <a:pt x="444722" y="345758"/>
                  </a:cubicBezTo>
                  <a:cubicBezTo>
                    <a:pt x="330517" y="248888"/>
                    <a:pt x="135731" y="61722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337B922-7D88-47CA-A9FD-0841B373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72196" y="2084568"/>
              <a:ext cx="3028800" cy="2065359"/>
            </a:xfrm>
            <a:custGeom>
              <a:avLst/>
              <a:gdLst>
                <a:gd name="connsiteX0" fmla="*/ 525127 w 3028800"/>
                <a:gd name="connsiteY0" fmla="*/ 0 h 2065359"/>
                <a:gd name="connsiteX1" fmla="*/ 256141 w 3028800"/>
                <a:gd name="connsiteY1" fmla="*/ 229648 h 2065359"/>
                <a:gd name="connsiteX2" fmla="*/ 115552 w 3028800"/>
                <a:gd name="connsiteY2" fmla="*/ 438531 h 2065359"/>
                <a:gd name="connsiteX3" fmla="*/ 29446 w 3028800"/>
                <a:gd name="connsiteY3" fmla="*/ 723424 h 2065359"/>
                <a:gd name="connsiteX4" fmla="*/ 776 w 3028800"/>
                <a:gd name="connsiteY4" fmla="*/ 1034606 h 2065359"/>
                <a:gd name="connsiteX5" fmla="*/ 48592 w 3028800"/>
                <a:gd name="connsiteY5" fmla="*/ 1288352 h 2065359"/>
                <a:gd name="connsiteX6" fmla="*/ 146699 w 3028800"/>
                <a:gd name="connsiteY6" fmla="*/ 1496568 h 2065359"/>
                <a:gd name="connsiteX7" fmla="*/ 254332 w 3028800"/>
                <a:gd name="connsiteY7" fmla="*/ 1721549 h 2065359"/>
                <a:gd name="connsiteX8" fmla="*/ 338056 w 3028800"/>
                <a:gd name="connsiteY8" fmla="*/ 1905857 h 2065359"/>
                <a:gd name="connsiteX9" fmla="*/ 407398 w 3028800"/>
                <a:gd name="connsiteY9" fmla="*/ 2008823 h 2065359"/>
                <a:gd name="connsiteX10" fmla="*/ 476740 w 3028800"/>
                <a:gd name="connsiteY10" fmla="*/ 2059114 h 2065359"/>
                <a:gd name="connsiteX11" fmla="*/ 596374 w 3028800"/>
                <a:gd name="connsiteY11" fmla="*/ 2047113 h 2065359"/>
                <a:gd name="connsiteX12" fmla="*/ 804496 w 3028800"/>
                <a:gd name="connsiteY12" fmla="*/ 1903476 h 2065359"/>
                <a:gd name="connsiteX13" fmla="*/ 1084435 w 3028800"/>
                <a:gd name="connsiteY13" fmla="*/ 1721549 h 2065359"/>
                <a:gd name="connsiteX14" fmla="*/ 1369138 w 3028800"/>
                <a:gd name="connsiteY14" fmla="*/ 1611439 h 2065359"/>
                <a:gd name="connsiteX15" fmla="*/ 1603643 w 3028800"/>
                <a:gd name="connsiteY15" fmla="*/ 1554004 h 2065359"/>
                <a:gd name="connsiteX16" fmla="*/ 1897966 w 3028800"/>
                <a:gd name="connsiteY16" fmla="*/ 1498949 h 2065359"/>
                <a:gd name="connsiteX17" fmla="*/ 2146759 w 3028800"/>
                <a:gd name="connsiteY17" fmla="*/ 1513332 h 2065359"/>
                <a:gd name="connsiteX18" fmla="*/ 2292682 w 3028800"/>
                <a:gd name="connsiteY18" fmla="*/ 1537240 h 2065359"/>
                <a:gd name="connsiteX19" fmla="*/ 2584623 w 3028800"/>
                <a:gd name="connsiteY19" fmla="*/ 1594676 h 2065359"/>
                <a:gd name="connsiteX20" fmla="*/ 2795126 w 3028800"/>
                <a:gd name="connsiteY20" fmla="*/ 1620964 h 2065359"/>
                <a:gd name="connsiteX21" fmla="*/ 2972005 w 3028800"/>
                <a:gd name="connsiteY21" fmla="*/ 1234631 h 20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8800" h="2065359">
                  <a:moveTo>
                    <a:pt x="525127" y="0"/>
                  </a:moveTo>
                  <a:cubicBezTo>
                    <a:pt x="525127" y="0"/>
                    <a:pt x="307386" y="172212"/>
                    <a:pt x="256141" y="229648"/>
                  </a:cubicBezTo>
                  <a:cubicBezTo>
                    <a:pt x="199944" y="292608"/>
                    <a:pt x="151843" y="362331"/>
                    <a:pt x="115552" y="438531"/>
                  </a:cubicBezTo>
                  <a:cubicBezTo>
                    <a:pt x="72785" y="528447"/>
                    <a:pt x="48115" y="625507"/>
                    <a:pt x="29446" y="723424"/>
                  </a:cubicBezTo>
                  <a:cubicBezTo>
                    <a:pt x="9825" y="826103"/>
                    <a:pt x="-3415" y="930212"/>
                    <a:pt x="776" y="1034606"/>
                  </a:cubicBezTo>
                  <a:cubicBezTo>
                    <a:pt x="4205" y="1121093"/>
                    <a:pt x="19159" y="1206913"/>
                    <a:pt x="48592" y="1288352"/>
                  </a:cubicBezTo>
                  <a:cubicBezTo>
                    <a:pt x="74785" y="1360551"/>
                    <a:pt x="111457" y="1428274"/>
                    <a:pt x="146699" y="1496568"/>
                  </a:cubicBezTo>
                  <a:cubicBezTo>
                    <a:pt x="184894" y="1570482"/>
                    <a:pt x="221185" y="1645349"/>
                    <a:pt x="254332" y="1721549"/>
                  </a:cubicBezTo>
                  <a:cubicBezTo>
                    <a:pt x="281287" y="1783461"/>
                    <a:pt x="306433" y="1846231"/>
                    <a:pt x="338056" y="1905857"/>
                  </a:cubicBezTo>
                  <a:cubicBezTo>
                    <a:pt x="357583" y="1942529"/>
                    <a:pt x="379776" y="1977866"/>
                    <a:pt x="407398" y="2008823"/>
                  </a:cubicBezTo>
                  <a:cubicBezTo>
                    <a:pt x="426829" y="2030539"/>
                    <a:pt x="449308" y="2049780"/>
                    <a:pt x="476740" y="2059114"/>
                  </a:cubicBezTo>
                  <a:cubicBezTo>
                    <a:pt x="515793" y="2072354"/>
                    <a:pt x="557893" y="2062734"/>
                    <a:pt x="596374" y="2047113"/>
                  </a:cubicBezTo>
                  <a:cubicBezTo>
                    <a:pt x="674860" y="2015300"/>
                    <a:pt x="738106" y="1956530"/>
                    <a:pt x="804496" y="1903476"/>
                  </a:cubicBezTo>
                  <a:cubicBezTo>
                    <a:pt x="891649" y="1833848"/>
                    <a:pt x="984804" y="1771841"/>
                    <a:pt x="1084435" y="1721549"/>
                  </a:cubicBezTo>
                  <a:cubicBezTo>
                    <a:pt x="1175494" y="1675638"/>
                    <a:pt x="1271030" y="1639348"/>
                    <a:pt x="1369138" y="1611439"/>
                  </a:cubicBezTo>
                  <a:cubicBezTo>
                    <a:pt x="1446576" y="1589437"/>
                    <a:pt x="1525252" y="1572387"/>
                    <a:pt x="1603643" y="1554004"/>
                  </a:cubicBezTo>
                  <a:cubicBezTo>
                    <a:pt x="1700989" y="1531049"/>
                    <a:pt x="1798144" y="1505141"/>
                    <a:pt x="1897966" y="1498949"/>
                  </a:cubicBezTo>
                  <a:cubicBezTo>
                    <a:pt x="1981119" y="1493711"/>
                    <a:pt x="2064272" y="1501521"/>
                    <a:pt x="2146759" y="1513332"/>
                  </a:cubicBezTo>
                  <a:cubicBezTo>
                    <a:pt x="2195527" y="1520285"/>
                    <a:pt x="2244200" y="1528382"/>
                    <a:pt x="2292682" y="1537240"/>
                  </a:cubicBezTo>
                  <a:cubicBezTo>
                    <a:pt x="2390218" y="1555147"/>
                    <a:pt x="2487563" y="1574102"/>
                    <a:pt x="2584623" y="1594676"/>
                  </a:cubicBezTo>
                  <a:cubicBezTo>
                    <a:pt x="2654251" y="1609439"/>
                    <a:pt x="2724260" y="1624393"/>
                    <a:pt x="2795126" y="1620964"/>
                  </a:cubicBezTo>
                  <a:cubicBezTo>
                    <a:pt x="2859991" y="1617821"/>
                    <a:pt x="3149551" y="1625918"/>
                    <a:pt x="2972005" y="123463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99EA02-8097-44CE-ABA3-D27A4AA00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47124" y="3225064"/>
              <a:ext cx="1161937" cy="1049976"/>
            </a:xfrm>
            <a:custGeom>
              <a:avLst/>
              <a:gdLst>
                <a:gd name="connsiteX0" fmla="*/ 279459 w 1161937"/>
                <a:gd name="connsiteY0" fmla="*/ 64453 h 1049976"/>
                <a:gd name="connsiteX1" fmla="*/ 99437 w 1161937"/>
                <a:gd name="connsiteY1" fmla="*/ 232093 h 1049976"/>
                <a:gd name="connsiteX2" fmla="*/ 2472 w 1161937"/>
                <a:gd name="connsiteY2" fmla="*/ 507746 h 1049976"/>
                <a:gd name="connsiteX3" fmla="*/ 17712 w 1161937"/>
                <a:gd name="connsiteY3" fmla="*/ 734917 h 1049976"/>
                <a:gd name="connsiteX4" fmla="*/ 85530 w 1161937"/>
                <a:gd name="connsiteY4" fmla="*/ 905320 h 1049976"/>
                <a:gd name="connsiteX5" fmla="*/ 388806 w 1161937"/>
                <a:gd name="connsiteY5" fmla="*/ 1048004 h 1049976"/>
                <a:gd name="connsiteX6" fmla="*/ 755709 w 1161937"/>
                <a:gd name="connsiteY6" fmla="*/ 984282 h 1049976"/>
                <a:gd name="connsiteX7" fmla="*/ 984214 w 1161937"/>
                <a:gd name="connsiteY7" fmla="*/ 856837 h 1049976"/>
                <a:gd name="connsiteX8" fmla="*/ 1144806 w 1161937"/>
                <a:gd name="connsiteY8" fmla="*/ 651859 h 1049976"/>
                <a:gd name="connsiteX9" fmla="*/ 1144806 w 1161937"/>
                <a:gd name="connsiteY9" fmla="*/ 435737 h 1049976"/>
                <a:gd name="connsiteX10" fmla="*/ 894203 w 1161937"/>
                <a:gd name="connsiteY10" fmla="*/ 110173 h 1049976"/>
                <a:gd name="connsiteX11" fmla="*/ 645219 w 1161937"/>
                <a:gd name="connsiteY11" fmla="*/ 11494 h 1049976"/>
                <a:gd name="connsiteX12" fmla="*/ 469102 w 1161937"/>
                <a:gd name="connsiteY12" fmla="*/ 3207 h 1049976"/>
                <a:gd name="connsiteX13" fmla="*/ 279459 w 1161937"/>
                <a:gd name="connsiteY13" fmla="*/ 64453 h 104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7B9352D-F916-42DA-A39C-C6F0C72BB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72867" y="3402818"/>
              <a:ext cx="846327" cy="774726"/>
            </a:xfrm>
            <a:custGeom>
              <a:avLst/>
              <a:gdLst>
                <a:gd name="connsiteX0" fmla="*/ 223506 w 846327"/>
                <a:gd name="connsiteY0" fmla="*/ 47187 h 774726"/>
                <a:gd name="connsiteX1" fmla="*/ 29100 w 846327"/>
                <a:gd name="connsiteY1" fmla="*/ 283216 h 774726"/>
                <a:gd name="connsiteX2" fmla="*/ 29100 w 846327"/>
                <a:gd name="connsiteY2" fmla="*/ 589064 h 774726"/>
                <a:gd name="connsiteX3" fmla="*/ 155402 w 846327"/>
                <a:gd name="connsiteY3" fmla="*/ 735368 h 774726"/>
                <a:gd name="connsiteX4" fmla="*/ 402957 w 846327"/>
                <a:gd name="connsiteY4" fmla="*/ 770325 h 774726"/>
                <a:gd name="connsiteX5" fmla="*/ 638891 w 846327"/>
                <a:gd name="connsiteY5" fmla="*/ 698887 h 774726"/>
                <a:gd name="connsiteX6" fmla="*/ 818342 w 846327"/>
                <a:gd name="connsiteY6" fmla="*/ 519341 h 774726"/>
                <a:gd name="connsiteX7" fmla="*/ 844917 w 846327"/>
                <a:gd name="connsiteY7" fmla="*/ 356463 h 774726"/>
                <a:gd name="connsiteX8" fmla="*/ 675467 w 846327"/>
                <a:gd name="connsiteY8" fmla="*/ 70523 h 774726"/>
                <a:gd name="connsiteX9" fmla="*/ 343140 w 846327"/>
                <a:gd name="connsiteY9" fmla="*/ 7372 h 774726"/>
                <a:gd name="connsiteX10" fmla="*/ 223506 w 846327"/>
                <a:gd name="connsiteY10" fmla="*/ 47187 h 77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BECF786-5D3B-4D7B-941E-FE96E647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435437" y="3593840"/>
              <a:ext cx="477596" cy="447528"/>
            </a:xfrm>
            <a:custGeom>
              <a:avLst/>
              <a:gdLst>
                <a:gd name="connsiteX0" fmla="*/ 88185 w 477596"/>
                <a:gd name="connsiteY0" fmla="*/ 75022 h 447528"/>
                <a:gd name="connsiteX1" fmla="*/ 79 w 477596"/>
                <a:gd name="connsiteY1" fmla="*/ 236280 h 447528"/>
                <a:gd name="connsiteX2" fmla="*/ 69897 w 477596"/>
                <a:gd name="connsiteY2" fmla="*/ 370964 h 447528"/>
                <a:gd name="connsiteX3" fmla="*/ 172958 w 477596"/>
                <a:gd name="connsiteY3" fmla="*/ 429162 h 447528"/>
                <a:gd name="connsiteX4" fmla="*/ 309165 w 477596"/>
                <a:gd name="connsiteY4" fmla="*/ 440782 h 447528"/>
                <a:gd name="connsiteX5" fmla="*/ 432990 w 477596"/>
                <a:gd name="connsiteY5" fmla="*/ 316957 h 447528"/>
                <a:gd name="connsiteX6" fmla="*/ 476996 w 477596"/>
                <a:gd name="connsiteY6" fmla="*/ 164843 h 447528"/>
                <a:gd name="connsiteX7" fmla="*/ 383937 w 477596"/>
                <a:gd name="connsiteY7" fmla="*/ 26826 h 447528"/>
                <a:gd name="connsiteX8" fmla="*/ 88185 w 477596"/>
                <a:gd name="connsiteY8" fmla="*/ 75022 h 44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19012F-4A59-4866-B2D1-60B1A896B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85832" y="822034"/>
              <a:ext cx="2861881" cy="1271168"/>
            </a:xfrm>
            <a:custGeom>
              <a:avLst/>
              <a:gdLst>
                <a:gd name="connsiteX0" fmla="*/ 0 w 2861881"/>
                <a:gd name="connsiteY0" fmla="*/ 0 h 1271168"/>
                <a:gd name="connsiteX1" fmla="*/ 176879 w 2861881"/>
                <a:gd name="connsiteY1" fmla="*/ 115157 h 1271168"/>
                <a:gd name="connsiteX2" fmla="*/ 400812 w 2861881"/>
                <a:gd name="connsiteY2" fmla="*/ 277178 h 1271168"/>
                <a:gd name="connsiteX3" fmla="*/ 652367 w 2861881"/>
                <a:gd name="connsiteY3" fmla="*/ 421958 h 1271168"/>
                <a:gd name="connsiteX4" fmla="*/ 1110615 w 2861881"/>
                <a:gd name="connsiteY4" fmla="*/ 690848 h 1271168"/>
                <a:gd name="connsiteX5" fmla="*/ 1410843 w 2861881"/>
                <a:gd name="connsiteY5" fmla="*/ 830580 h 1271168"/>
                <a:gd name="connsiteX6" fmla="*/ 1585341 w 2861881"/>
                <a:gd name="connsiteY6" fmla="*/ 917067 h 1271168"/>
                <a:gd name="connsiteX7" fmla="*/ 1896047 w 2861881"/>
                <a:gd name="connsiteY7" fmla="*/ 1114901 h 1271168"/>
                <a:gd name="connsiteX8" fmla="*/ 2042255 w 2861881"/>
                <a:gd name="connsiteY8" fmla="*/ 1204627 h 1271168"/>
                <a:gd name="connsiteX9" fmla="*/ 2276570 w 2861881"/>
                <a:gd name="connsiteY9" fmla="*/ 1271111 h 1271168"/>
                <a:gd name="connsiteX10" fmla="*/ 2568988 w 2861881"/>
                <a:gd name="connsiteY10" fmla="*/ 1128141 h 1271168"/>
                <a:gd name="connsiteX11" fmla="*/ 2726817 w 2861881"/>
                <a:gd name="connsiteY11" fmla="*/ 882110 h 1271168"/>
                <a:gd name="connsiteX12" fmla="*/ 2861882 w 2861881"/>
                <a:gd name="connsiteY12" fmla="*/ 574929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A9DE6B4-5329-41C6-9FB0-2E88732A1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9044" y="900581"/>
              <a:ext cx="2636234" cy="919096"/>
            </a:xfrm>
            <a:custGeom>
              <a:avLst/>
              <a:gdLst>
                <a:gd name="connsiteX0" fmla="*/ 0 w 2636234"/>
                <a:gd name="connsiteY0" fmla="*/ 0 h 919096"/>
                <a:gd name="connsiteX1" fmla="*/ 417862 w 2636234"/>
                <a:gd name="connsiteY1" fmla="*/ 274415 h 919096"/>
                <a:gd name="connsiteX2" fmla="*/ 980218 w 2636234"/>
                <a:gd name="connsiteY2" fmla="*/ 607981 h 919096"/>
                <a:gd name="connsiteX3" fmla="*/ 1473137 w 2636234"/>
                <a:gd name="connsiteY3" fmla="*/ 792290 h 919096"/>
                <a:gd name="connsiteX4" fmla="*/ 1827276 w 2636234"/>
                <a:gd name="connsiteY4" fmla="*/ 914400 h 919096"/>
                <a:gd name="connsiteX5" fmla="*/ 2119218 w 2636234"/>
                <a:gd name="connsiteY5" fmla="*/ 847344 h 919096"/>
                <a:gd name="connsiteX6" fmla="*/ 2269998 w 2636234"/>
                <a:gd name="connsiteY6" fmla="*/ 610362 h 919096"/>
                <a:gd name="connsiteX7" fmla="*/ 2413540 w 2636234"/>
                <a:gd name="connsiteY7" fmla="*/ 361379 h 919096"/>
                <a:gd name="connsiteX8" fmla="*/ 2636235 w 2636234"/>
                <a:gd name="connsiteY8" fmla="*/ 66961 h 91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5B645CC-35E5-4026-A374-3213D0173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23810" y="1056703"/>
              <a:ext cx="2292381" cy="625711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2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7ABE3A-3743-4935-8680-30474904B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12627" y="1178978"/>
              <a:ext cx="1865852" cy="421548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5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35BA021-8EE3-4AAC-886D-84BD02C5D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526140" y="1242712"/>
              <a:ext cx="1358265" cy="286935"/>
            </a:xfrm>
            <a:custGeom>
              <a:avLst/>
              <a:gdLst>
                <a:gd name="connsiteX0" fmla="*/ 0 w 1358265"/>
                <a:gd name="connsiteY0" fmla="*/ 11621 h 286935"/>
                <a:gd name="connsiteX1" fmla="*/ 200978 w 1358265"/>
                <a:gd name="connsiteY1" fmla="*/ 163830 h 286935"/>
                <a:gd name="connsiteX2" fmla="*/ 499586 w 1358265"/>
                <a:gd name="connsiteY2" fmla="*/ 258604 h 286935"/>
                <a:gd name="connsiteX3" fmla="*/ 780955 w 1358265"/>
                <a:gd name="connsiteY3" fmla="*/ 284417 h 286935"/>
                <a:gd name="connsiteX4" fmla="*/ 1027843 w 1358265"/>
                <a:gd name="connsiteY4" fmla="*/ 215456 h 286935"/>
                <a:gd name="connsiteX5" fmla="*/ 1358265 w 1358265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74FDD7A-185B-4C48-925E-B353DDF0A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352309" y="1349964"/>
              <a:ext cx="890968" cy="167300"/>
            </a:xfrm>
            <a:custGeom>
              <a:avLst/>
              <a:gdLst>
                <a:gd name="connsiteX0" fmla="*/ 890968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ECAF353-692D-4440-A095-A282E677A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886050" y="-679131"/>
              <a:ext cx="1677721" cy="3076193"/>
            </a:xfrm>
            <a:custGeom>
              <a:avLst/>
              <a:gdLst>
                <a:gd name="connsiteX0" fmla="*/ 1665434 w 1677721"/>
                <a:gd name="connsiteY0" fmla="*/ 3076194 h 3076193"/>
                <a:gd name="connsiteX1" fmla="*/ 1068693 w 1677721"/>
                <a:gd name="connsiteY1" fmla="*/ 3054382 h 3076193"/>
                <a:gd name="connsiteX2" fmla="*/ 852952 w 1677721"/>
                <a:gd name="connsiteY2" fmla="*/ 3054382 h 3076193"/>
                <a:gd name="connsiteX3" fmla="*/ 519481 w 1677721"/>
                <a:gd name="connsiteY3" fmla="*/ 3002471 h 3076193"/>
                <a:gd name="connsiteX4" fmla="*/ 400610 w 1677721"/>
                <a:gd name="connsiteY4" fmla="*/ 2945892 h 3076193"/>
                <a:gd name="connsiteX5" fmla="*/ 184868 w 1677721"/>
                <a:gd name="connsiteY5" fmla="*/ 2706910 h 3076193"/>
                <a:gd name="connsiteX6" fmla="*/ 59138 w 1677721"/>
                <a:gd name="connsiteY6" fmla="*/ 2451830 h 3076193"/>
                <a:gd name="connsiteX7" fmla="*/ 274 w 1677721"/>
                <a:gd name="connsiteY7" fmla="*/ 2128552 h 3076193"/>
                <a:gd name="connsiteX8" fmla="*/ 172200 w 1677721"/>
                <a:gd name="connsiteY8" fmla="*/ 1672590 h 3076193"/>
                <a:gd name="connsiteX9" fmla="*/ 446806 w 1677721"/>
                <a:gd name="connsiteY9" fmla="*/ 1445133 h 3076193"/>
                <a:gd name="connsiteX10" fmla="*/ 633686 w 1677721"/>
                <a:gd name="connsiteY10" fmla="*/ 1381601 h 3076193"/>
                <a:gd name="connsiteX11" fmla="*/ 840188 w 1677721"/>
                <a:gd name="connsiteY11" fmla="*/ 1260348 h 3076193"/>
                <a:gd name="connsiteX12" fmla="*/ 904768 w 1677721"/>
                <a:gd name="connsiteY12" fmla="*/ 1108615 h 3076193"/>
                <a:gd name="connsiteX13" fmla="*/ 926294 w 1677721"/>
                <a:gd name="connsiteY13" fmla="*/ 955453 h 3076193"/>
                <a:gd name="connsiteX14" fmla="*/ 912959 w 1677721"/>
                <a:gd name="connsiteY14" fmla="*/ 763905 h 3076193"/>
                <a:gd name="connsiteX15" fmla="*/ 949535 w 1677721"/>
                <a:gd name="connsiteY15" fmla="*/ 651320 h 3076193"/>
                <a:gd name="connsiteX16" fmla="*/ 1089934 w 1677721"/>
                <a:gd name="connsiteY16" fmla="*/ 510826 h 3076193"/>
                <a:gd name="connsiteX17" fmla="*/ 1324535 w 1677721"/>
                <a:gd name="connsiteY17" fmla="*/ 323278 h 3076193"/>
                <a:gd name="connsiteX18" fmla="*/ 1677721 w 1677721"/>
                <a:gd name="connsiteY18" fmla="*/ 0 h 307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A28F31-C1FD-4B00-8A52-48952AB44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065946" y="-514793"/>
              <a:ext cx="1468691" cy="2607257"/>
            </a:xfrm>
            <a:custGeom>
              <a:avLst/>
              <a:gdLst>
                <a:gd name="connsiteX0" fmla="*/ 1450689 w 1468691"/>
                <a:gd name="connsiteY0" fmla="*/ 2568321 h 2607257"/>
                <a:gd name="connsiteX1" fmla="*/ 1210183 w 1468691"/>
                <a:gd name="connsiteY1" fmla="*/ 2590609 h 2607257"/>
                <a:gd name="connsiteX2" fmla="*/ 905573 w 1468691"/>
                <a:gd name="connsiteY2" fmla="*/ 2606802 h 2607257"/>
                <a:gd name="connsiteX3" fmla="*/ 558292 w 1468691"/>
                <a:gd name="connsiteY3" fmla="*/ 2587181 h 2607257"/>
                <a:gd name="connsiteX4" fmla="*/ 467138 w 1468691"/>
                <a:gd name="connsiteY4" fmla="*/ 2568702 h 2607257"/>
                <a:gd name="connsiteX5" fmla="*/ 206343 w 1468691"/>
                <a:gd name="connsiteY5" fmla="*/ 2407063 h 2607257"/>
                <a:gd name="connsiteX6" fmla="*/ 78613 w 1468691"/>
                <a:gd name="connsiteY6" fmla="*/ 2211896 h 2607257"/>
                <a:gd name="connsiteX7" fmla="*/ 2032 w 1468691"/>
                <a:gd name="connsiteY7" fmla="*/ 1936623 h 2607257"/>
                <a:gd name="connsiteX8" fmla="*/ 21177 w 1468691"/>
                <a:gd name="connsiteY8" fmla="*/ 1749933 h 2607257"/>
                <a:gd name="connsiteX9" fmla="*/ 116903 w 1468691"/>
                <a:gd name="connsiteY9" fmla="*/ 1594295 h 2607257"/>
                <a:gd name="connsiteX10" fmla="*/ 241300 w 1468691"/>
                <a:gd name="connsiteY10" fmla="*/ 1512951 h 2607257"/>
                <a:gd name="connsiteX11" fmla="*/ 475805 w 1468691"/>
                <a:gd name="connsiteY11" fmla="*/ 1500949 h 2607257"/>
                <a:gd name="connsiteX12" fmla="*/ 664781 w 1468691"/>
                <a:gd name="connsiteY12" fmla="*/ 1541621 h 2607257"/>
                <a:gd name="connsiteX13" fmla="*/ 803560 w 1468691"/>
                <a:gd name="connsiteY13" fmla="*/ 1541621 h 2607257"/>
                <a:gd name="connsiteX14" fmla="*/ 942340 w 1468691"/>
                <a:gd name="connsiteY14" fmla="*/ 1429131 h 2607257"/>
                <a:gd name="connsiteX15" fmla="*/ 1018921 w 1468691"/>
                <a:gd name="connsiteY15" fmla="*/ 1163383 h 2607257"/>
                <a:gd name="connsiteX16" fmla="*/ 1061974 w 1468691"/>
                <a:gd name="connsiteY16" fmla="*/ 811530 h 2607257"/>
                <a:gd name="connsiteX17" fmla="*/ 1114647 w 1468691"/>
                <a:gd name="connsiteY17" fmla="*/ 574548 h 2607257"/>
                <a:gd name="connsiteX18" fmla="*/ 1243806 w 1468691"/>
                <a:gd name="connsiteY18" fmla="*/ 284893 h 2607257"/>
                <a:gd name="connsiteX19" fmla="*/ 1468691 w 1468691"/>
                <a:gd name="connsiteY19" fmla="*/ 0 h 260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E3F6DD-B482-497A-843E-010612C85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248093" y="-430241"/>
              <a:ext cx="1175182" cy="2095685"/>
            </a:xfrm>
            <a:custGeom>
              <a:avLst/>
              <a:gdLst>
                <a:gd name="connsiteX0" fmla="*/ 1175183 w 1175182"/>
                <a:gd name="connsiteY0" fmla="*/ 1950434 h 2095685"/>
                <a:gd name="connsiteX1" fmla="*/ 696075 w 1175182"/>
                <a:gd name="connsiteY1" fmla="*/ 2077307 h 2095685"/>
                <a:gd name="connsiteX2" fmla="*/ 349175 w 1175182"/>
                <a:gd name="connsiteY2" fmla="*/ 2089309 h 2095685"/>
                <a:gd name="connsiteX3" fmla="*/ 73997 w 1175182"/>
                <a:gd name="connsiteY3" fmla="*/ 1987582 h 2095685"/>
                <a:gd name="connsiteX4" fmla="*/ 2179 w 1175182"/>
                <a:gd name="connsiteY4" fmla="*/ 1818037 h 2095685"/>
                <a:gd name="connsiteX5" fmla="*/ 18086 w 1175182"/>
                <a:gd name="connsiteY5" fmla="*/ 1694402 h 2095685"/>
                <a:gd name="connsiteX6" fmla="*/ 161627 w 1175182"/>
                <a:gd name="connsiteY6" fmla="*/ 1594676 h 2095685"/>
                <a:gd name="connsiteX7" fmla="*/ 384893 w 1175182"/>
                <a:gd name="connsiteY7" fmla="*/ 1664494 h 2095685"/>
                <a:gd name="connsiteX8" fmla="*/ 648069 w 1175182"/>
                <a:gd name="connsiteY8" fmla="*/ 1684401 h 2095685"/>
                <a:gd name="connsiteX9" fmla="*/ 831520 w 1175182"/>
                <a:gd name="connsiteY9" fmla="*/ 1550765 h 2095685"/>
                <a:gd name="connsiteX10" fmla="*/ 909245 w 1175182"/>
                <a:gd name="connsiteY10" fmla="*/ 1315402 h 2095685"/>
                <a:gd name="connsiteX11" fmla="*/ 975062 w 1175182"/>
                <a:gd name="connsiteY11" fmla="*/ 876586 h 2095685"/>
                <a:gd name="connsiteX12" fmla="*/ 989064 w 1175182"/>
                <a:gd name="connsiteY12" fmla="*/ 591312 h 2095685"/>
                <a:gd name="connsiteX13" fmla="*/ 1158514 w 1175182"/>
                <a:gd name="connsiteY13" fmla="*/ 0 h 209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4" name="Bottom Right">
            <a:extLst>
              <a:ext uri="{FF2B5EF4-FFF2-40B4-BE49-F238E27FC236}">
                <a16:creationId xmlns:a16="http://schemas.microsoft.com/office/drawing/2014/main" id="{44F880E8-D890-4B32-8082-A3337BF3D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4961325-8EF4-4C7A-9833-FB20C4DD5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6" name="Graphic 157">
              <a:extLst>
                <a:ext uri="{FF2B5EF4-FFF2-40B4-BE49-F238E27FC236}">
                  <a16:creationId xmlns:a16="http://schemas.microsoft.com/office/drawing/2014/main" id="{AC3C1455-2522-4EFE-8D33-83807CF78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37D90C7-3836-4178-B926-44AA5E3B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5161F7E-ABD4-4A6E-864C-5ED1DD8B5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44A5CB6-84AB-4A73-BB98-6D0482A90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FCFD2D9-E87A-4C33-A158-63D4FFE0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62B6679-1B90-4CB1-AC3E-B8309C31B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C024DDF-6017-463E-82DC-5D51B97501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AE97FA4-4E41-47AD-A123-2F6EA202B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5DF185A-8061-4998-A019-A4FBA15F5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C98CB1E-A2BC-B535-8DDB-3794B683E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740211"/>
            <a:ext cx="7530685" cy="31638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Grazie per l’attenzione</a:t>
            </a:r>
          </a:p>
        </p:txBody>
      </p:sp>
      <p:grpSp>
        <p:nvGrpSpPr>
          <p:cNvPr id="76" name="Cross">
            <a:extLst>
              <a:ext uri="{FF2B5EF4-FFF2-40B4-BE49-F238E27FC236}">
                <a16:creationId xmlns:a16="http://schemas.microsoft.com/office/drawing/2014/main" id="{7EA2E9ED-9579-480C-8036-C3FE41274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28991" y="4031354"/>
            <a:ext cx="118872" cy="118872"/>
            <a:chOff x="1175347" y="3733800"/>
            <a:chExt cx="118872" cy="118872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6359521-A2E0-4F20-B7DA-9DA02BE49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D51D877-AAD8-42E5-8DD7-4BFECAE4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5D88455-43E8-DCED-41C5-320F42CE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97A145D-35C0-4EF1-911A-800C82B2C830}" type="datetime1">
              <a:rPr lang="en-US" sz="14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3/4/2026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16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369</Words>
  <Application>Microsoft Office PowerPoint</Application>
  <PresentationFormat>Widescreen</PresentationFormat>
  <Paragraphs>140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 LT Pro</vt:lpstr>
      <vt:lpstr>AvenirNext LT Pro Medium</vt:lpstr>
      <vt:lpstr>Sagona Book</vt:lpstr>
      <vt:lpstr>Wingdings</vt:lpstr>
      <vt:lpstr>ExploreVTI</vt:lpstr>
      <vt:lpstr>La gestione delle memorie </vt:lpstr>
      <vt:lpstr>Sommario </vt:lpstr>
      <vt:lpstr>Memoria centrale</vt:lpstr>
      <vt:lpstr>Tipi di memoria </vt:lpstr>
      <vt:lpstr>Caricamento del programma</vt:lpstr>
      <vt:lpstr>Rilocazione statica</vt:lpstr>
      <vt:lpstr>Rilocazione dinamica</vt:lpstr>
      <vt:lpstr>Binding e linking</vt:lpstr>
      <vt:lpstr>Tecniche per migliorare l’uso della memoria</vt:lpstr>
      <vt:lpstr>Tecniche di allocazione della memoria centrale</vt:lpstr>
      <vt:lpstr>Partizione fissa </vt:lpstr>
      <vt:lpstr>Partizione variabile 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 Nicola</dc:creator>
  <cp:lastModifiedBy>Nicola Nicola</cp:lastModifiedBy>
  <cp:revision>12</cp:revision>
  <dcterms:created xsi:type="dcterms:W3CDTF">2026-02-15T09:14:48Z</dcterms:created>
  <dcterms:modified xsi:type="dcterms:W3CDTF">2026-03-04T13:48:13Z</dcterms:modified>
</cp:coreProperties>
</file>