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EF93D-809D-4A68-BBC0-E26E80FDB7B8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238303-157E-4474-B632-3C2541D897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82780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ADFAB-CE0E-42F1-A45A-8DADD9111377}" type="datetime1">
              <a:rPr lang="en-US" smtClean="0"/>
              <a:t>2/15/2026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602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1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4474C-9991-40BE-8F44-AB3D54106F5D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451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88FAC-647F-4178-95BE-3A2629815FE2}" type="datetime1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27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8D14B-70D4-44A6-97F1-85A706CBC3A9}" type="datetime1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15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A145D-35C0-4EF1-911A-800C82B2C830}" type="datetime1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831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1458D-9ED8-45EA-B40E-C0E089B842ED}" type="datetime1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520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05B1C-F5C5-4D04-A1C1-D5519B21C3BB}" type="datetime1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879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FA2DF-1ABB-48EF-A76D-5CACC47CECC1}" type="datetime1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4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266D9-636C-497D-8B12-4239FA542550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77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EFD0A-30AF-42F7-9CB6-C7C11FA6545C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58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A131F-D5DE-41A5-B4CF-4F345319B40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AF4666D-BD98-40A5-A75F-478B982010B2}"/>
              </a:ext>
            </a:extLst>
          </p:cNvPr>
          <p:cNvSpPr/>
          <p:nvPr/>
        </p:nvSpPr>
        <p:spPr>
          <a:xfrm rot="10800000">
            <a:off x="692844" y="-3086"/>
            <a:ext cx="1326111" cy="59760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8680585-71F9-4721-A998-4974171D2EB4}"/>
              </a:ext>
            </a:extLst>
          </p:cNvPr>
          <p:cNvSpPr/>
          <p:nvPr/>
        </p:nvSpPr>
        <p:spPr>
          <a:xfrm>
            <a:off x="10439256" y="6172200"/>
            <a:ext cx="1482102" cy="67936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2BC95C2-2EEC-4F59-ABA8-660B0D059CCF}"/>
              </a:ext>
            </a:extLst>
          </p:cNvPr>
          <p:cNvSpPr/>
          <p:nvPr/>
        </p:nvSpPr>
        <p:spPr>
          <a:xfrm>
            <a:off x="7977352" y="5197178"/>
            <a:ext cx="4211600" cy="1660822"/>
          </a:xfrm>
          <a:custGeom>
            <a:avLst/>
            <a:gdLst>
              <a:gd name="connsiteX0" fmla="*/ 4211600 w 4211600"/>
              <a:gd name="connsiteY0" fmla="*/ 0 h 1660822"/>
              <a:gd name="connsiteX1" fmla="*/ 4211600 w 4211600"/>
              <a:gd name="connsiteY1" fmla="*/ 58430 h 1660822"/>
              <a:gd name="connsiteX2" fmla="*/ 4136524 w 4211600"/>
              <a:gd name="connsiteY2" fmla="*/ 208808 h 1660822"/>
              <a:gd name="connsiteX3" fmla="*/ 3973354 w 4211600"/>
              <a:gd name="connsiteY3" fmla="*/ 437313 h 1660822"/>
              <a:gd name="connsiteX4" fmla="*/ 3884746 w 4211600"/>
              <a:gd name="connsiteY4" fmla="*/ 553613 h 1660822"/>
              <a:gd name="connsiteX5" fmla="*/ 3849435 w 4211600"/>
              <a:gd name="connsiteY5" fmla="*/ 603143 h 1660822"/>
              <a:gd name="connsiteX6" fmla="*/ 3661849 w 4211600"/>
              <a:gd name="connsiteY6" fmla="*/ 819075 h 1660822"/>
              <a:gd name="connsiteX7" fmla="*/ 3402589 w 4211600"/>
              <a:gd name="connsiteY7" fmla="*/ 952996 h 1660822"/>
              <a:gd name="connsiteX8" fmla="*/ 3130202 w 4211600"/>
              <a:gd name="connsiteY8" fmla="*/ 1023386 h 1660822"/>
              <a:gd name="connsiteX9" fmla="*/ 2914657 w 4211600"/>
              <a:gd name="connsiteY9" fmla="*/ 1068058 h 1660822"/>
              <a:gd name="connsiteX10" fmla="*/ 2582149 w 4211600"/>
              <a:gd name="connsiteY10" fmla="*/ 1138924 h 1660822"/>
              <a:gd name="connsiteX11" fmla="*/ 2483958 w 4211600"/>
              <a:gd name="connsiteY11" fmla="*/ 1162356 h 1660822"/>
              <a:gd name="connsiteX12" fmla="*/ 2123750 w 4211600"/>
              <a:gd name="connsiteY12" fmla="*/ 1238651 h 1660822"/>
              <a:gd name="connsiteX13" fmla="*/ 1761444 w 4211600"/>
              <a:gd name="connsiteY13" fmla="*/ 1273417 h 1660822"/>
              <a:gd name="connsiteX14" fmla="*/ 1608382 w 4211600"/>
              <a:gd name="connsiteY14" fmla="*/ 1284466 h 1660822"/>
              <a:gd name="connsiteX15" fmla="*/ 999942 w 4211600"/>
              <a:gd name="connsiteY15" fmla="*/ 1354284 h 1660822"/>
              <a:gd name="connsiteX16" fmla="*/ 484705 w 4211600"/>
              <a:gd name="connsiteY16" fmla="*/ 1450487 h 1660822"/>
              <a:gd name="connsiteX17" fmla="*/ 113310 w 4211600"/>
              <a:gd name="connsiteY17" fmla="*/ 1613700 h 1660822"/>
              <a:gd name="connsiteX18" fmla="*/ 39668 w 4211600"/>
              <a:gd name="connsiteY18" fmla="*/ 1660822 h 1660822"/>
              <a:gd name="connsiteX19" fmla="*/ 0 w 4211600"/>
              <a:gd name="connsiteY19" fmla="*/ 1660822 h 1660822"/>
              <a:gd name="connsiteX20" fmla="*/ 96701 w 4211600"/>
              <a:gd name="connsiteY20" fmla="*/ 1598934 h 1660822"/>
              <a:gd name="connsiteX21" fmla="*/ 474335 w 4211600"/>
              <a:gd name="connsiteY21" fmla="*/ 1433056 h 1660822"/>
              <a:gd name="connsiteX22" fmla="*/ 994299 w 4211600"/>
              <a:gd name="connsiteY22" fmla="*/ 1335806 h 1660822"/>
              <a:gd name="connsiteX23" fmla="*/ 1605231 w 4211600"/>
              <a:gd name="connsiteY23" fmla="*/ 1265702 h 1660822"/>
              <a:gd name="connsiteX24" fmla="*/ 1758819 w 4211600"/>
              <a:gd name="connsiteY24" fmla="*/ 1254558 h 1660822"/>
              <a:gd name="connsiteX25" fmla="*/ 2118106 w 4211600"/>
              <a:gd name="connsiteY25" fmla="*/ 1220077 h 1660822"/>
              <a:gd name="connsiteX26" fmla="*/ 2475557 w 4211600"/>
              <a:gd name="connsiteY26" fmla="*/ 1144353 h 1660822"/>
              <a:gd name="connsiteX27" fmla="*/ 2573878 w 4211600"/>
              <a:gd name="connsiteY27" fmla="*/ 1120827 h 1660822"/>
              <a:gd name="connsiteX28" fmla="*/ 2907437 w 4211600"/>
              <a:gd name="connsiteY28" fmla="*/ 1049675 h 1660822"/>
              <a:gd name="connsiteX29" fmla="*/ 3122589 w 4211600"/>
              <a:gd name="connsiteY29" fmla="*/ 1005098 h 1660822"/>
              <a:gd name="connsiteX30" fmla="*/ 3391169 w 4211600"/>
              <a:gd name="connsiteY30" fmla="*/ 935756 h 1660822"/>
              <a:gd name="connsiteX31" fmla="*/ 3642290 w 4211600"/>
              <a:gd name="connsiteY31" fmla="*/ 806216 h 1660822"/>
              <a:gd name="connsiteX32" fmla="*/ 3825937 w 4211600"/>
              <a:gd name="connsiteY32" fmla="*/ 594475 h 1660822"/>
              <a:gd name="connsiteX33" fmla="*/ 3861381 w 4211600"/>
              <a:gd name="connsiteY33" fmla="*/ 544755 h 1660822"/>
              <a:gd name="connsiteX34" fmla="*/ 3950381 w 4211600"/>
              <a:gd name="connsiteY34" fmla="*/ 427978 h 1660822"/>
              <a:gd name="connsiteX35" fmla="*/ 4112370 w 4211600"/>
              <a:gd name="connsiteY35" fmla="*/ 201378 h 1660822"/>
              <a:gd name="connsiteX36" fmla="*/ 4195989 w 4211600"/>
              <a:gd name="connsiteY36" fmla="*/ 33834 h 1660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211600" h="1660822">
                <a:moveTo>
                  <a:pt x="4211600" y="0"/>
                </a:moveTo>
                <a:lnTo>
                  <a:pt x="4211600" y="58430"/>
                </a:lnTo>
                <a:lnTo>
                  <a:pt x="4136524" y="208808"/>
                </a:lnTo>
                <a:cubicBezTo>
                  <a:pt x="4089791" y="287770"/>
                  <a:pt x="4030588" y="363780"/>
                  <a:pt x="3973354" y="437313"/>
                </a:cubicBezTo>
                <a:cubicBezTo>
                  <a:pt x="3943819" y="475222"/>
                  <a:pt x="3913231" y="514465"/>
                  <a:pt x="3884746" y="553613"/>
                </a:cubicBezTo>
                <a:cubicBezTo>
                  <a:pt x="3872801" y="569996"/>
                  <a:pt x="3861119" y="586569"/>
                  <a:pt x="3849435" y="603143"/>
                </a:cubicBezTo>
                <a:cubicBezTo>
                  <a:pt x="3796665" y="678009"/>
                  <a:pt x="3742187" y="755352"/>
                  <a:pt x="3661849" y="819075"/>
                </a:cubicBezTo>
                <a:cubicBezTo>
                  <a:pt x="3596214" y="871176"/>
                  <a:pt x="3509050" y="916230"/>
                  <a:pt x="3402589" y="952996"/>
                </a:cubicBezTo>
                <a:cubicBezTo>
                  <a:pt x="3312406" y="984048"/>
                  <a:pt x="3215660" y="1005003"/>
                  <a:pt x="3130202" y="1023386"/>
                </a:cubicBezTo>
                <a:cubicBezTo>
                  <a:pt x="3058529" y="1038816"/>
                  <a:pt x="2985412" y="1053675"/>
                  <a:pt x="2914657" y="1068058"/>
                </a:cubicBezTo>
                <a:cubicBezTo>
                  <a:pt x="2805176" y="1090251"/>
                  <a:pt x="2692021" y="1113207"/>
                  <a:pt x="2582149" y="1138924"/>
                </a:cubicBezTo>
                <a:cubicBezTo>
                  <a:pt x="2549330" y="1146639"/>
                  <a:pt x="2516644" y="1154450"/>
                  <a:pt x="2483958" y="1162356"/>
                </a:cubicBezTo>
                <a:cubicBezTo>
                  <a:pt x="2367257" y="1190550"/>
                  <a:pt x="2246621" y="1219601"/>
                  <a:pt x="2123750" y="1238651"/>
                </a:cubicBezTo>
                <a:cubicBezTo>
                  <a:pt x="2004294" y="1257129"/>
                  <a:pt x="1880769" y="1265416"/>
                  <a:pt x="1761444" y="1273417"/>
                </a:cubicBezTo>
                <a:cubicBezTo>
                  <a:pt x="1711167" y="1276751"/>
                  <a:pt x="1659184" y="1280275"/>
                  <a:pt x="1608382" y="1284466"/>
                </a:cubicBezTo>
                <a:cubicBezTo>
                  <a:pt x="1408589" y="1300944"/>
                  <a:pt x="1214570" y="1325805"/>
                  <a:pt x="999942" y="1354284"/>
                </a:cubicBezTo>
                <a:cubicBezTo>
                  <a:pt x="826403" y="1377240"/>
                  <a:pt x="647744" y="1400957"/>
                  <a:pt x="484705" y="1450487"/>
                </a:cubicBezTo>
                <a:cubicBezTo>
                  <a:pt x="355831" y="1489635"/>
                  <a:pt x="231387" y="1544374"/>
                  <a:pt x="113310" y="1613700"/>
                </a:cubicBezTo>
                <a:lnTo>
                  <a:pt x="39668" y="1660822"/>
                </a:lnTo>
                <a:lnTo>
                  <a:pt x="0" y="1660822"/>
                </a:lnTo>
                <a:lnTo>
                  <a:pt x="96701" y="1598934"/>
                </a:lnTo>
                <a:cubicBezTo>
                  <a:pt x="216635" y="1528533"/>
                  <a:pt x="343196" y="1472919"/>
                  <a:pt x="474335" y="1433056"/>
                </a:cubicBezTo>
                <a:cubicBezTo>
                  <a:pt x="639999" y="1382669"/>
                  <a:pt x="820102" y="1358856"/>
                  <a:pt x="994299" y="1335806"/>
                </a:cubicBezTo>
                <a:cubicBezTo>
                  <a:pt x="1210239" y="1307231"/>
                  <a:pt x="1404650" y="1282275"/>
                  <a:pt x="1605231" y="1265702"/>
                </a:cubicBezTo>
                <a:cubicBezTo>
                  <a:pt x="1656428" y="1261511"/>
                  <a:pt x="1708411" y="1257987"/>
                  <a:pt x="1758819" y="1254558"/>
                </a:cubicBezTo>
                <a:cubicBezTo>
                  <a:pt x="1877487" y="1246557"/>
                  <a:pt x="2000094" y="1238365"/>
                  <a:pt x="2118106" y="1220077"/>
                </a:cubicBezTo>
                <a:cubicBezTo>
                  <a:pt x="2239531" y="1201313"/>
                  <a:pt x="2359513" y="1172357"/>
                  <a:pt x="2475557" y="1144353"/>
                </a:cubicBezTo>
                <a:cubicBezTo>
                  <a:pt x="2508243" y="1136448"/>
                  <a:pt x="2541060" y="1128542"/>
                  <a:pt x="2573878" y="1120827"/>
                </a:cubicBezTo>
                <a:cubicBezTo>
                  <a:pt x="2684276" y="1094919"/>
                  <a:pt x="2797694" y="1071963"/>
                  <a:pt x="2907437" y="1049675"/>
                </a:cubicBezTo>
                <a:cubicBezTo>
                  <a:pt x="2978061" y="1035387"/>
                  <a:pt x="3051178" y="1020528"/>
                  <a:pt x="3122589" y="1005098"/>
                </a:cubicBezTo>
                <a:cubicBezTo>
                  <a:pt x="3206997" y="986810"/>
                  <a:pt x="3302823" y="966141"/>
                  <a:pt x="3391169" y="935756"/>
                </a:cubicBezTo>
                <a:cubicBezTo>
                  <a:pt x="3494479" y="900132"/>
                  <a:pt x="3578886" y="856508"/>
                  <a:pt x="3642290" y="806216"/>
                </a:cubicBezTo>
                <a:cubicBezTo>
                  <a:pt x="3720133" y="744303"/>
                  <a:pt x="3773953" y="668103"/>
                  <a:pt x="3825937" y="594475"/>
                </a:cubicBezTo>
                <a:cubicBezTo>
                  <a:pt x="3837621" y="577902"/>
                  <a:pt x="3849435" y="561233"/>
                  <a:pt x="3861381" y="544755"/>
                </a:cubicBezTo>
                <a:cubicBezTo>
                  <a:pt x="3889997" y="505416"/>
                  <a:pt x="3920715" y="465983"/>
                  <a:pt x="3950381" y="427978"/>
                </a:cubicBezTo>
                <a:cubicBezTo>
                  <a:pt x="4007353" y="354921"/>
                  <a:pt x="4066163" y="279388"/>
                  <a:pt x="4112370" y="201378"/>
                </a:cubicBezTo>
                <a:cubicBezTo>
                  <a:pt x="4144662" y="146800"/>
                  <a:pt x="4170785" y="89364"/>
                  <a:pt x="4195989" y="3383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1" name="Graphic 141">
            <a:extLst>
              <a:ext uri="{FF2B5EF4-FFF2-40B4-BE49-F238E27FC236}">
                <a16:creationId xmlns:a16="http://schemas.microsoft.com/office/drawing/2014/main" id="{03E9870D-4BBA-43AF-8D44-BBADF020CFF6}"/>
              </a:ext>
            </a:extLst>
          </p:cNvPr>
          <p:cNvGrpSpPr/>
          <p:nvPr/>
        </p:nvGrpSpPr>
        <p:grpSpPr>
          <a:xfrm>
            <a:off x="10849" y="15178"/>
            <a:ext cx="2198951" cy="3331254"/>
            <a:chOff x="4473129" y="923925"/>
            <a:chExt cx="3308947" cy="5012817"/>
          </a:xfrm>
          <a:noFill/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4BC5055-C77D-43CD-BB1D-A77B6779CDAD}"/>
                </a:ext>
              </a:extLst>
            </p:cNvPr>
            <p:cNvSpPr/>
            <p:nvPr/>
          </p:nvSpPr>
          <p:spPr>
            <a:xfrm>
              <a:off x="4485988" y="924020"/>
              <a:ext cx="3296088" cy="5012722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B12D0B8-9385-489A-85AE-3D14AD0BA2FC}"/>
                </a:ext>
              </a:extLst>
            </p:cNvPr>
            <p:cNvSpPr/>
            <p:nvPr/>
          </p:nvSpPr>
          <p:spPr>
            <a:xfrm>
              <a:off x="4473129" y="923925"/>
              <a:ext cx="2977477" cy="462714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158A14A-147E-4130-A5E2-38FD84B181AF}"/>
                </a:ext>
              </a:extLst>
            </p:cNvPr>
            <p:cNvSpPr/>
            <p:nvPr/>
          </p:nvSpPr>
          <p:spPr>
            <a:xfrm>
              <a:off x="4494561" y="923925"/>
              <a:ext cx="2356712" cy="4118991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5B8B1EB-5E2B-472C-AE60-2EC5961F16F9}"/>
                </a:ext>
              </a:extLst>
            </p:cNvPr>
            <p:cNvSpPr/>
            <p:nvPr/>
          </p:nvSpPr>
          <p:spPr>
            <a:xfrm>
              <a:off x="4473129" y="923925"/>
              <a:ext cx="2059193" cy="3980116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4F5BD77-58D7-4B61-A666-1B4139A63A28}"/>
                </a:ext>
              </a:extLst>
            </p:cNvPr>
            <p:cNvSpPr/>
            <p:nvPr/>
          </p:nvSpPr>
          <p:spPr>
            <a:xfrm>
              <a:off x="4485131" y="1719357"/>
              <a:ext cx="743796" cy="2867501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5CBEC6B-EDB6-40B8-8771-E5AF41B8D698}"/>
                </a:ext>
              </a:extLst>
            </p:cNvPr>
            <p:cNvSpPr/>
            <p:nvPr/>
          </p:nvSpPr>
          <p:spPr>
            <a:xfrm>
              <a:off x="4473129" y="1912731"/>
              <a:ext cx="597294" cy="2543540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1BD0EE8-AA47-4044-9251-9F5A4B820120}"/>
                </a:ext>
              </a:extLst>
            </p:cNvPr>
            <p:cNvSpPr/>
            <p:nvPr/>
          </p:nvSpPr>
          <p:spPr>
            <a:xfrm>
              <a:off x="4491417" y="2227197"/>
              <a:ext cx="389425" cy="2011236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19" name="Graphic 157">
            <a:extLst>
              <a:ext uri="{FF2B5EF4-FFF2-40B4-BE49-F238E27FC236}">
                <a16:creationId xmlns:a16="http://schemas.microsoft.com/office/drawing/2014/main" id="{C3279E8D-2BAA-4CB1-834B-09FADD54DE56}"/>
              </a:ext>
            </a:extLst>
          </p:cNvPr>
          <p:cNvGrpSpPr/>
          <p:nvPr/>
        </p:nvGrpSpPr>
        <p:grpSpPr>
          <a:xfrm>
            <a:off x="8610600" y="3276600"/>
            <a:ext cx="3529260" cy="3581399"/>
            <a:chOff x="4114800" y="1423987"/>
            <a:chExt cx="3961542" cy="4007547"/>
          </a:xfrm>
          <a:noFill/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456F18E-4F61-486D-9CD6-65B30372C534}"/>
                </a:ext>
              </a:extLst>
            </p:cNvPr>
            <p:cNvSpPr/>
            <p:nvPr/>
          </p:nvSpPr>
          <p:spPr>
            <a:xfrm>
              <a:off x="4114800" y="1423987"/>
              <a:ext cx="3946874" cy="3989641"/>
            </a:xfrm>
            <a:custGeom>
              <a:avLst/>
              <a:gdLst>
                <a:gd name="connsiteX0" fmla="*/ 0 w 3946874"/>
                <a:gd name="connsiteY0" fmla="*/ 3989641 h 3989641"/>
                <a:gd name="connsiteX1" fmla="*/ 79439 w 3946874"/>
                <a:gd name="connsiteY1" fmla="*/ 3891153 h 3989641"/>
                <a:gd name="connsiteX2" fmla="*/ 297371 w 3946874"/>
                <a:gd name="connsiteY2" fmla="*/ 3626930 h 3989641"/>
                <a:gd name="connsiteX3" fmla="*/ 454343 w 3946874"/>
                <a:gd name="connsiteY3" fmla="*/ 3440335 h 3989641"/>
                <a:gd name="connsiteX4" fmla="*/ 622363 w 3946874"/>
                <a:gd name="connsiteY4" fmla="*/ 3290697 h 3989641"/>
                <a:gd name="connsiteX5" fmla="*/ 927068 w 3946874"/>
                <a:gd name="connsiteY5" fmla="*/ 3087434 h 3989641"/>
                <a:gd name="connsiteX6" fmla="*/ 1176338 w 3946874"/>
                <a:gd name="connsiteY6" fmla="*/ 2915603 h 3989641"/>
                <a:gd name="connsiteX7" fmla="*/ 1394270 w 3946874"/>
                <a:gd name="connsiteY7" fmla="*/ 2780729 h 3989641"/>
                <a:gd name="connsiteX8" fmla="*/ 1601057 w 3946874"/>
                <a:gd name="connsiteY8" fmla="*/ 2723483 h 3989641"/>
                <a:gd name="connsiteX9" fmla="*/ 1756220 w 3946874"/>
                <a:gd name="connsiteY9" fmla="*/ 2743772 h 3989641"/>
                <a:gd name="connsiteX10" fmla="*/ 1889189 w 3946874"/>
                <a:gd name="connsiteY10" fmla="*/ 2765965 h 3989641"/>
                <a:gd name="connsiteX11" fmla="*/ 2007394 w 3946874"/>
                <a:gd name="connsiteY11" fmla="*/ 2765965 h 3989641"/>
                <a:gd name="connsiteX12" fmla="*/ 2184654 w 3946874"/>
                <a:gd name="connsiteY12" fmla="*/ 2671763 h 3989641"/>
                <a:gd name="connsiteX13" fmla="*/ 2372773 w 3946874"/>
                <a:gd name="connsiteY13" fmla="*/ 2538984 h 3989641"/>
                <a:gd name="connsiteX14" fmla="*/ 2439543 w 3946874"/>
                <a:gd name="connsiteY14" fmla="*/ 2510504 h 3989641"/>
                <a:gd name="connsiteX15" fmla="*/ 2650617 w 3946874"/>
                <a:gd name="connsiteY15" fmla="*/ 2434781 h 3989641"/>
                <a:gd name="connsiteX16" fmla="*/ 2785110 w 3946874"/>
                <a:gd name="connsiteY16" fmla="*/ 2383060 h 3989641"/>
                <a:gd name="connsiteX17" fmla="*/ 2897315 w 3946874"/>
                <a:gd name="connsiteY17" fmla="*/ 2318861 h 3989641"/>
                <a:gd name="connsiteX18" fmla="*/ 2997994 w 3946874"/>
                <a:gd name="connsiteY18" fmla="*/ 2226183 h 3989641"/>
                <a:gd name="connsiteX19" fmla="*/ 3061240 w 3946874"/>
                <a:gd name="connsiteY19" fmla="*/ 2141506 h 3989641"/>
                <a:gd name="connsiteX20" fmla="*/ 3152108 w 3946874"/>
                <a:gd name="connsiteY20" fmla="*/ 2005203 h 3989641"/>
                <a:gd name="connsiteX21" fmla="*/ 3274124 w 3946874"/>
                <a:gd name="connsiteY21" fmla="*/ 1871567 h 3989641"/>
                <a:gd name="connsiteX22" fmla="*/ 3388138 w 3946874"/>
                <a:gd name="connsiteY22" fmla="*/ 1770888 h 3989641"/>
                <a:gd name="connsiteX23" fmla="*/ 3466529 w 3946874"/>
                <a:gd name="connsiteY23" fmla="*/ 1679162 h 3989641"/>
                <a:gd name="connsiteX24" fmla="*/ 3538633 w 3946874"/>
                <a:gd name="connsiteY24" fmla="*/ 1551718 h 3989641"/>
                <a:gd name="connsiteX25" fmla="*/ 3588544 w 3946874"/>
                <a:gd name="connsiteY25" fmla="*/ 1376172 h 3989641"/>
                <a:gd name="connsiteX26" fmla="*/ 3597402 w 3946874"/>
                <a:gd name="connsiteY26" fmla="*/ 1293305 h 3989641"/>
                <a:gd name="connsiteX27" fmla="*/ 3721227 w 3946874"/>
                <a:gd name="connsiteY27" fmla="*/ 880491 h 3989641"/>
                <a:gd name="connsiteX28" fmla="*/ 3761137 w 3946874"/>
                <a:gd name="connsiteY28" fmla="*/ 463677 h 3989641"/>
                <a:gd name="connsiteX29" fmla="*/ 3946874 w 3946874"/>
                <a:gd name="connsiteY29" fmla="*/ 0 h 3989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46874" h="3989641">
                  <a:moveTo>
                    <a:pt x="0" y="3989641"/>
                  </a:moveTo>
                  <a:cubicBezTo>
                    <a:pt x="19050" y="3957257"/>
                    <a:pt x="50959" y="3916013"/>
                    <a:pt x="79439" y="3891153"/>
                  </a:cubicBezTo>
                  <a:cubicBezTo>
                    <a:pt x="165544" y="3815906"/>
                    <a:pt x="227933" y="3717989"/>
                    <a:pt x="297371" y="3626930"/>
                  </a:cubicBezTo>
                  <a:cubicBezTo>
                    <a:pt x="346615" y="3562255"/>
                    <a:pt x="398050" y="3499009"/>
                    <a:pt x="454343" y="3440335"/>
                  </a:cubicBezTo>
                  <a:cubicBezTo>
                    <a:pt x="506349" y="3386042"/>
                    <a:pt x="562642" y="3336227"/>
                    <a:pt x="622363" y="3290697"/>
                  </a:cubicBezTo>
                  <a:cubicBezTo>
                    <a:pt x="719519" y="3216688"/>
                    <a:pt x="824960" y="3154585"/>
                    <a:pt x="927068" y="3087434"/>
                  </a:cubicBezTo>
                  <a:cubicBezTo>
                    <a:pt x="1011365" y="3031998"/>
                    <a:pt x="1093565" y="2973324"/>
                    <a:pt x="1176338" y="2915603"/>
                  </a:cubicBezTo>
                  <a:cubicBezTo>
                    <a:pt x="1246537" y="2866644"/>
                    <a:pt x="1317308" y="2818066"/>
                    <a:pt x="1394270" y="2780729"/>
                  </a:cubicBezTo>
                  <a:cubicBezTo>
                    <a:pt x="1459421" y="2749106"/>
                    <a:pt x="1528763" y="2724436"/>
                    <a:pt x="1601057" y="2723483"/>
                  </a:cubicBezTo>
                  <a:cubicBezTo>
                    <a:pt x="1653350" y="2722721"/>
                    <a:pt x="1704785" y="2733485"/>
                    <a:pt x="1756220" y="2743772"/>
                  </a:cubicBezTo>
                  <a:cubicBezTo>
                    <a:pt x="1800320" y="2752630"/>
                    <a:pt x="1844612" y="2760250"/>
                    <a:pt x="1889189" y="2765965"/>
                  </a:cubicBezTo>
                  <a:cubicBezTo>
                    <a:pt x="1928622" y="2771013"/>
                    <a:pt x="1968437" y="2773299"/>
                    <a:pt x="2007394" y="2765965"/>
                  </a:cubicBezTo>
                  <a:cubicBezTo>
                    <a:pt x="2073878" y="2753487"/>
                    <a:pt x="2130647" y="2712911"/>
                    <a:pt x="2184654" y="2671763"/>
                  </a:cubicBezTo>
                  <a:cubicBezTo>
                    <a:pt x="2245900" y="2625090"/>
                    <a:pt x="2304002" y="2573465"/>
                    <a:pt x="2372773" y="2538984"/>
                  </a:cubicBezTo>
                  <a:cubicBezTo>
                    <a:pt x="2394395" y="2528126"/>
                    <a:pt x="2416874" y="2518982"/>
                    <a:pt x="2439543" y="2510504"/>
                  </a:cubicBezTo>
                  <a:cubicBezTo>
                    <a:pt x="2509552" y="2484215"/>
                    <a:pt x="2580037" y="2459450"/>
                    <a:pt x="2650617" y="2434781"/>
                  </a:cubicBezTo>
                  <a:cubicBezTo>
                    <a:pt x="2695956" y="2418874"/>
                    <a:pt x="2741295" y="2402872"/>
                    <a:pt x="2785110" y="2383060"/>
                  </a:cubicBezTo>
                  <a:cubicBezTo>
                    <a:pt x="2824448" y="2365248"/>
                    <a:pt x="2862358" y="2344198"/>
                    <a:pt x="2897315" y="2318861"/>
                  </a:cubicBezTo>
                  <a:cubicBezTo>
                    <a:pt x="2934367" y="2292096"/>
                    <a:pt x="2968085" y="2260854"/>
                    <a:pt x="2997994" y="2226183"/>
                  </a:cubicBezTo>
                  <a:cubicBezTo>
                    <a:pt x="3020949" y="2199513"/>
                    <a:pt x="3041714" y="2170938"/>
                    <a:pt x="3061240" y="2141506"/>
                  </a:cubicBezTo>
                  <a:cubicBezTo>
                    <a:pt x="3091529" y="2095976"/>
                    <a:pt x="3119533" y="2049018"/>
                    <a:pt x="3152108" y="2005203"/>
                  </a:cubicBezTo>
                  <a:cubicBezTo>
                    <a:pt x="3188113" y="1956626"/>
                    <a:pt x="3229261" y="1912144"/>
                    <a:pt x="3274124" y="1871567"/>
                  </a:cubicBezTo>
                  <a:cubicBezTo>
                    <a:pt x="3311747" y="1837563"/>
                    <a:pt x="3351848" y="1806321"/>
                    <a:pt x="3388138" y="1770888"/>
                  </a:cubicBezTo>
                  <a:cubicBezTo>
                    <a:pt x="3416999" y="1742694"/>
                    <a:pt x="3443002" y="1711833"/>
                    <a:pt x="3466529" y="1679162"/>
                  </a:cubicBezTo>
                  <a:cubicBezTo>
                    <a:pt x="3495008" y="1639348"/>
                    <a:pt x="3519392" y="1596771"/>
                    <a:pt x="3538633" y="1551718"/>
                  </a:cubicBezTo>
                  <a:cubicBezTo>
                    <a:pt x="3562731" y="1495616"/>
                    <a:pt x="3578924" y="1436465"/>
                    <a:pt x="3588544" y="1376172"/>
                  </a:cubicBezTo>
                  <a:cubicBezTo>
                    <a:pt x="3592925" y="1348740"/>
                    <a:pt x="3595688" y="1321022"/>
                    <a:pt x="3597402" y="1293305"/>
                  </a:cubicBezTo>
                  <a:cubicBezTo>
                    <a:pt x="3605974" y="1155859"/>
                    <a:pt x="3717703" y="1018127"/>
                    <a:pt x="3721227" y="880491"/>
                  </a:cubicBezTo>
                  <a:cubicBezTo>
                    <a:pt x="3724751" y="740855"/>
                    <a:pt x="3743135" y="602171"/>
                    <a:pt x="3761137" y="463677"/>
                  </a:cubicBezTo>
                  <a:cubicBezTo>
                    <a:pt x="3776186" y="347758"/>
                    <a:pt x="3934968" y="116205"/>
                    <a:pt x="394687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18DDF45-08F0-46B6-A0B7-133735C94F47}"/>
                </a:ext>
              </a:extLst>
            </p:cNvPr>
            <p:cNvSpPr/>
            <p:nvPr/>
          </p:nvSpPr>
          <p:spPr>
            <a:xfrm>
              <a:off x="4395978" y="2441733"/>
              <a:ext cx="3665410" cy="2985611"/>
            </a:xfrm>
            <a:custGeom>
              <a:avLst/>
              <a:gdLst>
                <a:gd name="connsiteX0" fmla="*/ 0 w 3665410"/>
                <a:gd name="connsiteY0" fmla="*/ 2985611 h 2985611"/>
                <a:gd name="connsiteX1" fmla="*/ 166211 w 3665410"/>
                <a:gd name="connsiteY1" fmla="*/ 2699766 h 2985611"/>
                <a:gd name="connsiteX2" fmla="*/ 397002 w 3665410"/>
                <a:gd name="connsiteY2" fmla="*/ 2414969 h 2985611"/>
                <a:gd name="connsiteX3" fmla="*/ 620173 w 3665410"/>
                <a:gd name="connsiteY3" fmla="*/ 2237899 h 2985611"/>
                <a:gd name="connsiteX4" fmla="*/ 823341 w 3665410"/>
                <a:gd name="connsiteY4" fmla="*/ 2085499 h 2985611"/>
                <a:gd name="connsiteX5" fmla="*/ 1089565 w 3665410"/>
                <a:gd name="connsiteY5" fmla="*/ 1911477 h 2985611"/>
                <a:gd name="connsiteX6" fmla="*/ 1145000 w 3665410"/>
                <a:gd name="connsiteY6" fmla="*/ 1886807 h 2985611"/>
                <a:gd name="connsiteX7" fmla="*/ 1375791 w 3665410"/>
                <a:gd name="connsiteY7" fmla="*/ 1842135 h 2985611"/>
                <a:gd name="connsiteX8" fmla="*/ 1486567 w 3665410"/>
                <a:gd name="connsiteY8" fmla="*/ 1857566 h 2985611"/>
                <a:gd name="connsiteX9" fmla="*/ 1568101 w 3665410"/>
                <a:gd name="connsiteY9" fmla="*/ 1871377 h 2985611"/>
                <a:gd name="connsiteX10" fmla="*/ 1810607 w 3665410"/>
                <a:gd name="connsiteY10" fmla="*/ 1871377 h 2985611"/>
                <a:gd name="connsiteX11" fmla="*/ 1997964 w 3665410"/>
                <a:gd name="connsiteY11" fmla="*/ 1790605 h 2985611"/>
                <a:gd name="connsiteX12" fmla="*/ 2109883 w 3665410"/>
                <a:gd name="connsiteY12" fmla="*/ 1702784 h 2985611"/>
                <a:gd name="connsiteX13" fmla="*/ 2321433 w 3665410"/>
                <a:gd name="connsiteY13" fmla="*/ 1552384 h 2985611"/>
                <a:gd name="connsiteX14" fmla="*/ 2558891 w 3665410"/>
                <a:gd name="connsiteY14" fmla="*/ 1453420 h 2985611"/>
                <a:gd name="connsiteX15" fmla="*/ 2709767 w 3665410"/>
                <a:gd name="connsiteY15" fmla="*/ 1377887 h 2985611"/>
                <a:gd name="connsiteX16" fmla="*/ 2885408 w 3665410"/>
                <a:gd name="connsiteY16" fmla="*/ 1237393 h 2985611"/>
                <a:gd name="connsiteX17" fmla="*/ 3017711 w 3665410"/>
                <a:gd name="connsiteY17" fmla="*/ 1072229 h 2985611"/>
                <a:gd name="connsiteX18" fmla="*/ 3150680 w 3665410"/>
                <a:gd name="connsiteY18" fmla="*/ 921830 h 2985611"/>
                <a:gd name="connsiteX19" fmla="*/ 3255169 w 3665410"/>
                <a:gd name="connsiteY19" fmla="*/ 801815 h 2985611"/>
                <a:gd name="connsiteX20" fmla="*/ 3339275 w 3665410"/>
                <a:gd name="connsiteY20" fmla="*/ 694182 h 2985611"/>
                <a:gd name="connsiteX21" fmla="*/ 3409188 w 3665410"/>
                <a:gd name="connsiteY21" fmla="*/ 546926 h 2985611"/>
                <a:gd name="connsiteX22" fmla="*/ 3464243 w 3665410"/>
                <a:gd name="connsiteY22" fmla="*/ 347663 h 2985611"/>
                <a:gd name="connsiteX23" fmla="*/ 3665411 w 3665410"/>
                <a:gd name="connsiteY23" fmla="*/ 0 h 298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665410" h="2985611">
                  <a:moveTo>
                    <a:pt x="0" y="2985611"/>
                  </a:moveTo>
                  <a:cubicBezTo>
                    <a:pt x="0" y="2985611"/>
                    <a:pt x="86773" y="2802827"/>
                    <a:pt x="166211" y="2699766"/>
                  </a:cubicBezTo>
                  <a:cubicBezTo>
                    <a:pt x="240983" y="2602706"/>
                    <a:pt x="309182" y="2500122"/>
                    <a:pt x="397002" y="2414969"/>
                  </a:cubicBezTo>
                  <a:cubicBezTo>
                    <a:pt x="465296" y="2348865"/>
                    <a:pt x="543592" y="2294477"/>
                    <a:pt x="620173" y="2237899"/>
                  </a:cubicBezTo>
                  <a:cubicBezTo>
                    <a:pt x="688277" y="2187607"/>
                    <a:pt x="755333" y="2135886"/>
                    <a:pt x="823341" y="2085499"/>
                  </a:cubicBezTo>
                  <a:cubicBezTo>
                    <a:pt x="908685" y="2022253"/>
                    <a:pt x="994791" y="1959197"/>
                    <a:pt x="1089565" y="1911477"/>
                  </a:cubicBezTo>
                  <a:cubicBezTo>
                    <a:pt x="1107662" y="1902428"/>
                    <a:pt x="1126141" y="1894141"/>
                    <a:pt x="1145000" y="1886807"/>
                  </a:cubicBezTo>
                  <a:cubicBezTo>
                    <a:pt x="1218819" y="1858232"/>
                    <a:pt x="1296924" y="1838611"/>
                    <a:pt x="1375791" y="1842135"/>
                  </a:cubicBezTo>
                  <a:cubicBezTo>
                    <a:pt x="1413129" y="1843754"/>
                    <a:pt x="1449896" y="1850422"/>
                    <a:pt x="1486567" y="1857566"/>
                  </a:cubicBezTo>
                  <a:cubicBezTo>
                    <a:pt x="1513618" y="1862804"/>
                    <a:pt x="1540859" y="1867376"/>
                    <a:pt x="1568101" y="1871377"/>
                  </a:cubicBezTo>
                  <a:cubicBezTo>
                    <a:pt x="1648778" y="1883188"/>
                    <a:pt x="1730978" y="1887665"/>
                    <a:pt x="1810607" y="1871377"/>
                  </a:cubicBezTo>
                  <a:cubicBezTo>
                    <a:pt x="1877854" y="1857661"/>
                    <a:pt x="1941100" y="1829086"/>
                    <a:pt x="1997964" y="1790605"/>
                  </a:cubicBezTo>
                  <a:cubicBezTo>
                    <a:pt x="2037302" y="1764030"/>
                    <a:pt x="2073497" y="1733264"/>
                    <a:pt x="2109883" y="1702784"/>
                  </a:cubicBezTo>
                  <a:cubicBezTo>
                    <a:pt x="2176367" y="1647063"/>
                    <a:pt x="2244852" y="1593151"/>
                    <a:pt x="2321433" y="1552384"/>
                  </a:cubicBezTo>
                  <a:cubicBezTo>
                    <a:pt x="2397157" y="1512094"/>
                    <a:pt x="2479548" y="1486281"/>
                    <a:pt x="2558891" y="1453420"/>
                  </a:cubicBezTo>
                  <a:cubicBezTo>
                    <a:pt x="2610898" y="1431798"/>
                    <a:pt x="2661571" y="1407033"/>
                    <a:pt x="2709767" y="1377887"/>
                  </a:cubicBezTo>
                  <a:cubicBezTo>
                    <a:pt x="2774252" y="1338929"/>
                    <a:pt x="2834069" y="1292447"/>
                    <a:pt x="2885408" y="1237393"/>
                  </a:cubicBezTo>
                  <a:cubicBezTo>
                    <a:pt x="2933605" y="1185767"/>
                    <a:pt x="2973324" y="1127093"/>
                    <a:pt x="3017711" y="1072229"/>
                  </a:cubicBezTo>
                  <a:cubicBezTo>
                    <a:pt x="3059811" y="1020223"/>
                    <a:pt x="3105912" y="971645"/>
                    <a:pt x="3150680" y="921830"/>
                  </a:cubicBezTo>
                  <a:cubicBezTo>
                    <a:pt x="3186113" y="882396"/>
                    <a:pt x="3220593" y="842010"/>
                    <a:pt x="3255169" y="801815"/>
                  </a:cubicBezTo>
                  <a:cubicBezTo>
                    <a:pt x="3284887" y="767239"/>
                    <a:pt x="3314605" y="732473"/>
                    <a:pt x="3339275" y="694182"/>
                  </a:cubicBezTo>
                  <a:cubicBezTo>
                    <a:pt x="3368707" y="648367"/>
                    <a:pt x="3390138" y="597980"/>
                    <a:pt x="3409188" y="546926"/>
                  </a:cubicBezTo>
                  <a:cubicBezTo>
                    <a:pt x="3433382" y="482156"/>
                    <a:pt x="3453384" y="415861"/>
                    <a:pt x="3464243" y="347663"/>
                  </a:cubicBezTo>
                  <a:cubicBezTo>
                    <a:pt x="3476244" y="272224"/>
                    <a:pt x="3661696" y="76295"/>
                    <a:pt x="366541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9D0CC0F-710D-43F4-BC86-763767420133}"/>
                </a:ext>
              </a:extLst>
            </p:cNvPr>
            <p:cNvSpPr/>
            <p:nvPr/>
          </p:nvSpPr>
          <p:spPr>
            <a:xfrm>
              <a:off x="7790402" y="5229700"/>
              <a:ext cx="285940" cy="199072"/>
            </a:xfrm>
            <a:custGeom>
              <a:avLst/>
              <a:gdLst>
                <a:gd name="connsiteX0" fmla="*/ 0 w 285940"/>
                <a:gd name="connsiteY0" fmla="*/ 199073 h 199072"/>
                <a:gd name="connsiteX1" fmla="*/ 285940 w 285940"/>
                <a:gd name="connsiteY1" fmla="*/ 0 h 199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940" h="199072">
                  <a:moveTo>
                    <a:pt x="0" y="199073"/>
                  </a:moveTo>
                  <a:cubicBezTo>
                    <a:pt x="0" y="199073"/>
                    <a:pt x="242125" y="39243"/>
                    <a:pt x="28594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FB36AB6-CB81-495A-8A33-C0BCE67D6F23}"/>
                </a:ext>
              </a:extLst>
            </p:cNvPr>
            <p:cNvSpPr/>
            <p:nvPr/>
          </p:nvSpPr>
          <p:spPr>
            <a:xfrm>
              <a:off x="7393114" y="5049773"/>
              <a:ext cx="655796" cy="381190"/>
            </a:xfrm>
            <a:custGeom>
              <a:avLst/>
              <a:gdLst>
                <a:gd name="connsiteX0" fmla="*/ 0 w 655796"/>
                <a:gd name="connsiteY0" fmla="*/ 381190 h 381190"/>
                <a:gd name="connsiteX1" fmla="*/ 655796 w 655796"/>
                <a:gd name="connsiteY1" fmla="*/ 0 h 38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5796" h="381190">
                  <a:moveTo>
                    <a:pt x="0" y="381190"/>
                  </a:moveTo>
                  <a:cubicBezTo>
                    <a:pt x="0" y="381190"/>
                    <a:pt x="461105" y="172117"/>
                    <a:pt x="65579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993F7E6-ABF6-482D-BEA5-B4E607DDB433}"/>
                </a:ext>
              </a:extLst>
            </p:cNvPr>
            <p:cNvSpPr/>
            <p:nvPr/>
          </p:nvSpPr>
          <p:spPr>
            <a:xfrm>
              <a:off x="5154072" y="3867816"/>
              <a:ext cx="2907315" cy="1544764"/>
            </a:xfrm>
            <a:custGeom>
              <a:avLst/>
              <a:gdLst>
                <a:gd name="connsiteX0" fmla="*/ 0 w 2907315"/>
                <a:gd name="connsiteY0" fmla="*/ 1544764 h 1544764"/>
                <a:gd name="connsiteX1" fmla="*/ 201644 w 2907315"/>
                <a:gd name="connsiteY1" fmla="*/ 1352550 h 1544764"/>
                <a:gd name="connsiteX2" fmla="*/ 423196 w 2907315"/>
                <a:gd name="connsiteY2" fmla="*/ 1196054 h 1544764"/>
                <a:gd name="connsiteX3" fmla="*/ 782193 w 2907315"/>
                <a:gd name="connsiteY3" fmla="*/ 1099947 h 1544764"/>
                <a:gd name="connsiteX4" fmla="*/ 1052513 w 2907315"/>
                <a:gd name="connsiteY4" fmla="*/ 1042321 h 1544764"/>
                <a:gd name="connsiteX5" fmla="*/ 1311783 w 2907315"/>
                <a:gd name="connsiteY5" fmla="*/ 1056037 h 1544764"/>
                <a:gd name="connsiteX6" fmla="*/ 1484662 w 2907315"/>
                <a:gd name="connsiteY6" fmla="*/ 1083469 h 1544764"/>
                <a:gd name="connsiteX7" fmla="*/ 1788224 w 2907315"/>
                <a:gd name="connsiteY7" fmla="*/ 1023080 h 1544764"/>
                <a:gd name="connsiteX8" fmla="*/ 2269045 w 2907315"/>
                <a:gd name="connsiteY8" fmla="*/ 734758 h 1544764"/>
                <a:gd name="connsiteX9" fmla="*/ 2534984 w 2907315"/>
                <a:gd name="connsiteY9" fmla="*/ 572738 h 1544764"/>
                <a:gd name="connsiteX10" fmla="*/ 2907316 w 2907315"/>
                <a:gd name="connsiteY10" fmla="*/ 0 h 154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7315" h="1544764">
                  <a:moveTo>
                    <a:pt x="0" y="1544764"/>
                  </a:moveTo>
                  <a:cubicBezTo>
                    <a:pt x="0" y="1544764"/>
                    <a:pt x="98012" y="1443990"/>
                    <a:pt x="201644" y="1352550"/>
                  </a:cubicBezTo>
                  <a:cubicBezTo>
                    <a:pt x="271272" y="1291209"/>
                    <a:pt x="343662" y="1234249"/>
                    <a:pt x="423196" y="1196054"/>
                  </a:cubicBezTo>
                  <a:cubicBezTo>
                    <a:pt x="537591" y="1141095"/>
                    <a:pt x="661226" y="1127189"/>
                    <a:pt x="782193" y="1099947"/>
                  </a:cubicBezTo>
                  <a:cubicBezTo>
                    <a:pt x="872300" y="1079659"/>
                    <a:pt x="961358" y="1051370"/>
                    <a:pt x="1052513" y="1042321"/>
                  </a:cubicBezTo>
                  <a:cubicBezTo>
                    <a:pt x="1139000" y="1033653"/>
                    <a:pt x="1225868" y="1040321"/>
                    <a:pt x="1311783" y="1056037"/>
                  </a:cubicBezTo>
                  <a:cubicBezTo>
                    <a:pt x="1369314" y="1066609"/>
                    <a:pt x="1426559" y="1079373"/>
                    <a:pt x="1484662" y="1083469"/>
                  </a:cubicBezTo>
                  <a:cubicBezTo>
                    <a:pt x="1587913" y="1090803"/>
                    <a:pt x="1690402" y="1064800"/>
                    <a:pt x="1788224" y="1023080"/>
                  </a:cubicBezTo>
                  <a:cubicBezTo>
                    <a:pt x="1956721" y="951262"/>
                    <a:pt x="2106549" y="825722"/>
                    <a:pt x="2269045" y="734758"/>
                  </a:cubicBezTo>
                  <a:cubicBezTo>
                    <a:pt x="2359438" y="684181"/>
                    <a:pt x="2452497" y="640556"/>
                    <a:pt x="2534984" y="572738"/>
                  </a:cubicBezTo>
                  <a:cubicBezTo>
                    <a:pt x="2673001" y="459391"/>
                    <a:pt x="2847023" y="191453"/>
                    <a:pt x="290731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CA0B097-C21A-40B4-95E4-2FFA9697F824}"/>
                </a:ext>
              </a:extLst>
            </p:cNvPr>
            <p:cNvSpPr/>
            <p:nvPr/>
          </p:nvSpPr>
          <p:spPr>
            <a:xfrm>
              <a:off x="4907946" y="3479100"/>
              <a:ext cx="3168300" cy="1952434"/>
            </a:xfrm>
            <a:custGeom>
              <a:avLst/>
              <a:gdLst>
                <a:gd name="connsiteX0" fmla="*/ 0 w 3168300"/>
                <a:gd name="connsiteY0" fmla="*/ 1952435 h 1952434"/>
                <a:gd name="connsiteX1" fmla="*/ 202121 w 3168300"/>
                <a:gd name="connsiteY1" fmla="*/ 1687068 h 1952434"/>
                <a:gd name="connsiteX2" fmla="*/ 545116 w 3168300"/>
                <a:gd name="connsiteY2" fmla="*/ 1450277 h 1952434"/>
                <a:gd name="connsiteX3" fmla="*/ 906780 w 3168300"/>
                <a:gd name="connsiteY3" fmla="*/ 1354455 h 1952434"/>
                <a:gd name="connsiteX4" fmla="*/ 1332262 w 3168300"/>
                <a:gd name="connsiteY4" fmla="*/ 1285304 h 1952434"/>
                <a:gd name="connsiteX5" fmla="*/ 1691259 w 3168300"/>
                <a:gd name="connsiteY5" fmla="*/ 1240060 h 1952434"/>
                <a:gd name="connsiteX6" fmla="*/ 2010346 w 3168300"/>
                <a:gd name="connsiteY6" fmla="*/ 1141667 h 1952434"/>
                <a:gd name="connsiteX7" fmla="*/ 2393252 w 3168300"/>
                <a:gd name="connsiteY7" fmla="*/ 1027271 h 1952434"/>
                <a:gd name="connsiteX8" fmla="*/ 2582037 w 3168300"/>
                <a:gd name="connsiteY8" fmla="*/ 958120 h 1952434"/>
                <a:gd name="connsiteX9" fmla="*/ 2760155 w 3168300"/>
                <a:gd name="connsiteY9" fmla="*/ 827723 h 1952434"/>
                <a:gd name="connsiteX10" fmla="*/ 2914364 w 3168300"/>
                <a:gd name="connsiteY10" fmla="*/ 567023 h 1952434"/>
                <a:gd name="connsiteX11" fmla="*/ 3168301 w 3168300"/>
                <a:gd name="connsiteY11" fmla="*/ 0 h 195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8300" h="1952434">
                  <a:moveTo>
                    <a:pt x="0" y="1952435"/>
                  </a:moveTo>
                  <a:cubicBezTo>
                    <a:pt x="0" y="1952435"/>
                    <a:pt x="91059" y="1796415"/>
                    <a:pt x="202121" y="1687068"/>
                  </a:cubicBezTo>
                  <a:cubicBezTo>
                    <a:pt x="301943" y="1588675"/>
                    <a:pt x="416528" y="1505617"/>
                    <a:pt x="545116" y="1450277"/>
                  </a:cubicBezTo>
                  <a:cubicBezTo>
                    <a:pt x="659987" y="1400747"/>
                    <a:pt x="783622" y="1377601"/>
                    <a:pt x="906780" y="1354455"/>
                  </a:cubicBezTo>
                  <a:cubicBezTo>
                    <a:pt x="1048036" y="1327976"/>
                    <a:pt x="1189482" y="1301972"/>
                    <a:pt x="1332262" y="1285304"/>
                  </a:cubicBezTo>
                  <a:cubicBezTo>
                    <a:pt x="1452182" y="1271302"/>
                    <a:pt x="1573340" y="1265873"/>
                    <a:pt x="1691259" y="1240060"/>
                  </a:cubicBezTo>
                  <a:cubicBezTo>
                    <a:pt x="1800035" y="1216247"/>
                    <a:pt x="1904619" y="1176718"/>
                    <a:pt x="2010346" y="1141667"/>
                  </a:cubicBezTo>
                  <a:cubicBezTo>
                    <a:pt x="2136743" y="1099661"/>
                    <a:pt x="2265902" y="1066229"/>
                    <a:pt x="2393252" y="1027271"/>
                  </a:cubicBezTo>
                  <a:cubicBezTo>
                    <a:pt x="2457450" y="1007650"/>
                    <a:pt x="2521744" y="987552"/>
                    <a:pt x="2582037" y="958120"/>
                  </a:cubicBezTo>
                  <a:cubicBezTo>
                    <a:pt x="2648807" y="925449"/>
                    <a:pt x="2710815" y="883349"/>
                    <a:pt x="2760155" y="827723"/>
                  </a:cubicBezTo>
                  <a:cubicBezTo>
                    <a:pt x="2827496" y="751904"/>
                    <a:pt x="2867978" y="657511"/>
                    <a:pt x="2914364" y="567023"/>
                  </a:cubicBezTo>
                  <a:cubicBezTo>
                    <a:pt x="2972753" y="453200"/>
                    <a:pt x="3119152" y="118015"/>
                    <a:pt x="316830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2AF0F5-7EAA-4BAB-8DE2-D84E124170FA}"/>
                </a:ext>
              </a:extLst>
            </p:cNvPr>
            <p:cNvSpPr/>
            <p:nvPr/>
          </p:nvSpPr>
          <p:spPr>
            <a:xfrm>
              <a:off x="4704778" y="2976752"/>
              <a:ext cx="3356800" cy="2452020"/>
            </a:xfrm>
            <a:custGeom>
              <a:avLst/>
              <a:gdLst>
                <a:gd name="connsiteX0" fmla="*/ 0 w 3356800"/>
                <a:gd name="connsiteY0" fmla="*/ 2452021 h 2452020"/>
                <a:gd name="connsiteX1" fmla="*/ 130874 w 3356800"/>
                <a:gd name="connsiteY1" fmla="*/ 2247710 h 2452020"/>
                <a:gd name="connsiteX2" fmla="*/ 437197 w 3356800"/>
                <a:gd name="connsiteY2" fmla="*/ 1941195 h 2452020"/>
                <a:gd name="connsiteX3" fmla="*/ 737140 w 3356800"/>
                <a:gd name="connsiteY3" fmla="*/ 1736884 h 2452020"/>
                <a:gd name="connsiteX4" fmla="*/ 1031843 w 3356800"/>
                <a:gd name="connsiteY4" fmla="*/ 1685068 h 2452020"/>
                <a:gd name="connsiteX5" fmla="*/ 1287304 w 3356800"/>
                <a:gd name="connsiteY5" fmla="*/ 1655826 h 2452020"/>
                <a:gd name="connsiteX6" fmla="*/ 1471994 w 3356800"/>
                <a:gd name="connsiteY6" fmla="*/ 1634300 h 2452020"/>
                <a:gd name="connsiteX7" fmla="*/ 1898237 w 3356800"/>
                <a:gd name="connsiteY7" fmla="*/ 1512665 h 2452020"/>
                <a:gd name="connsiteX8" fmla="*/ 2229136 w 3356800"/>
                <a:gd name="connsiteY8" fmla="*/ 1355598 h 2452020"/>
                <a:gd name="connsiteX9" fmla="*/ 2512314 w 3356800"/>
                <a:gd name="connsiteY9" fmla="*/ 1238631 h 2452020"/>
                <a:gd name="connsiteX10" fmla="*/ 2758535 w 3356800"/>
                <a:gd name="connsiteY10" fmla="*/ 1096994 h 2452020"/>
                <a:gd name="connsiteX11" fmla="*/ 2935510 w 3356800"/>
                <a:gd name="connsiteY11" fmla="*/ 919925 h 2452020"/>
                <a:gd name="connsiteX12" fmla="*/ 3081719 w 3356800"/>
                <a:gd name="connsiteY12" fmla="*/ 687419 h 2452020"/>
                <a:gd name="connsiteX13" fmla="*/ 3356800 w 3356800"/>
                <a:gd name="connsiteY13" fmla="*/ 0 h 245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56800" h="2452020">
                  <a:moveTo>
                    <a:pt x="0" y="2452021"/>
                  </a:moveTo>
                  <a:cubicBezTo>
                    <a:pt x="0" y="2452021"/>
                    <a:pt x="57150" y="2344198"/>
                    <a:pt x="130874" y="2247710"/>
                  </a:cubicBezTo>
                  <a:cubicBezTo>
                    <a:pt x="218694" y="2132648"/>
                    <a:pt x="328136" y="2036635"/>
                    <a:pt x="437197" y="1941195"/>
                  </a:cubicBezTo>
                  <a:cubicBezTo>
                    <a:pt x="529304" y="1860709"/>
                    <a:pt x="623030" y="1779556"/>
                    <a:pt x="737140" y="1736884"/>
                  </a:cubicBezTo>
                  <a:cubicBezTo>
                    <a:pt x="830866" y="1701736"/>
                    <a:pt x="932021" y="1695450"/>
                    <a:pt x="1031843" y="1685068"/>
                  </a:cubicBezTo>
                  <a:cubicBezTo>
                    <a:pt x="1117092" y="1676210"/>
                    <a:pt x="1202055" y="1665160"/>
                    <a:pt x="1287304" y="1655826"/>
                  </a:cubicBezTo>
                  <a:cubicBezTo>
                    <a:pt x="1348931" y="1649063"/>
                    <a:pt x="1410653" y="1643539"/>
                    <a:pt x="1471994" y="1634300"/>
                  </a:cubicBezTo>
                  <a:cubicBezTo>
                    <a:pt x="1618679" y="1612011"/>
                    <a:pt x="1761935" y="1571149"/>
                    <a:pt x="1898237" y="1512665"/>
                  </a:cubicBezTo>
                  <a:cubicBezTo>
                    <a:pt x="2010442" y="1464564"/>
                    <a:pt x="2117503" y="1405128"/>
                    <a:pt x="2229136" y="1355598"/>
                  </a:cubicBezTo>
                  <a:cubicBezTo>
                    <a:pt x="2322481" y="1314164"/>
                    <a:pt x="2418969" y="1280160"/>
                    <a:pt x="2512314" y="1238631"/>
                  </a:cubicBezTo>
                  <a:cubicBezTo>
                    <a:pt x="2599087" y="1199960"/>
                    <a:pt x="2683193" y="1154811"/>
                    <a:pt x="2758535" y="1096994"/>
                  </a:cubicBezTo>
                  <a:cubicBezTo>
                    <a:pt x="2825020" y="1046035"/>
                    <a:pt x="2883789" y="985837"/>
                    <a:pt x="2935510" y="919925"/>
                  </a:cubicBezTo>
                  <a:cubicBezTo>
                    <a:pt x="2992184" y="847725"/>
                    <a:pt x="3039904" y="769144"/>
                    <a:pt x="3081719" y="687419"/>
                  </a:cubicBezTo>
                  <a:cubicBezTo>
                    <a:pt x="3138297" y="576739"/>
                    <a:pt x="3314129" y="116776"/>
                    <a:pt x="335680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3B010ADD-1E9A-4711-BFAB-4990B1DFE7E8}" type="datetime1">
              <a:rPr lang="en-US" smtClean="0"/>
              <a:t>2/15/2026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900" kern="1200" cap="all" spc="200" dirty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6000" y="6356350"/>
            <a:ext cx="1447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73B850FF-6169-4056-8077-06FFA93A536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042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05" r:id="rId6"/>
    <p:sldLayoutId id="2147483701" r:id="rId7"/>
    <p:sldLayoutId id="2147483702" r:id="rId8"/>
    <p:sldLayoutId id="2147483703" r:id="rId9"/>
    <p:sldLayoutId id="2147483704" r:id="rId10"/>
    <p:sldLayoutId id="2147483706" r:id="rId11"/>
  </p:sldLayoutIdLst>
  <p:hf sldNum="0"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Char char="+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174801-1395-44C5-9B00-CCAC45C05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6DFAFB-BCE1-4BEC-82FB-D574234DE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3" name="Top Left">
            <a:extLst>
              <a:ext uri="{FF2B5EF4-FFF2-40B4-BE49-F238E27FC236}">
                <a16:creationId xmlns:a16="http://schemas.microsoft.com/office/drawing/2014/main" id="{F99A87B6-0764-47AD-BF24-B54A16F944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50E14B7-3770-407C-A359-030533E14B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F5BFEC0-D7AC-4F30-9697-1A7804BE7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47A7E9-69C2-466A-8E0A-1E82502C74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7B64B2C-0074-40A5-AD7B-10234F367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4EAC4AF-90F7-4D5B-9D52-8B5CC855BC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C772208-699E-460A-B31E-D49D3EFE3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99AB563-7EE7-4EB1-A6C7-E885E47748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A4ABF96-0400-4F13-B053-5AB9AB2902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E742EA4D-04B4-019C-1001-406E41F34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8165" y="1850948"/>
            <a:ext cx="5508064" cy="1802987"/>
          </a:xfrm>
        </p:spPr>
        <p:txBody>
          <a:bodyPr anchor="b">
            <a:normAutofit/>
          </a:bodyPr>
          <a:lstStyle/>
          <a:p>
            <a:pPr algn="l"/>
            <a:r>
              <a:rPr lang="it-IT" sz="5400" dirty="0">
                <a:solidFill>
                  <a:schemeClr val="tx1"/>
                </a:solidFill>
              </a:rPr>
              <a:t>La gestione delle memorie 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30CAD4-7662-C390-67C4-367B085798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1332" y="3708572"/>
            <a:ext cx="4798446" cy="513365"/>
          </a:xfrm>
        </p:spPr>
        <p:txBody>
          <a:bodyPr anchor="t">
            <a:normAutofit/>
          </a:bodyPr>
          <a:lstStyle/>
          <a:p>
            <a:pPr algn="l"/>
            <a:r>
              <a:rPr lang="it-IT" sz="2200" dirty="0">
                <a:solidFill>
                  <a:schemeClr val="tx1"/>
                </a:solidFill>
              </a:rPr>
              <a:t>Nicola Nicolò 3i </a:t>
            </a:r>
            <a:r>
              <a:rPr lang="it-IT" sz="2200" dirty="0" err="1">
                <a:solidFill>
                  <a:schemeClr val="tx1"/>
                </a:solidFill>
              </a:rPr>
              <a:t>a.s.</a:t>
            </a:r>
            <a:r>
              <a:rPr lang="it-IT" sz="2200" dirty="0">
                <a:solidFill>
                  <a:schemeClr val="tx1"/>
                </a:solidFill>
              </a:rPr>
              <a:t> 2025/2026</a:t>
            </a:r>
          </a:p>
        </p:txBody>
      </p:sp>
      <p:pic>
        <p:nvPicPr>
          <p:cNvPr id="4" name="Picture 3" descr="Immagine che contiene arte, luce, schermata&#10;&#10;Il contenuto generato dall'IA potrebbe non essere corretto.">
            <a:extLst>
              <a:ext uri="{FF2B5EF4-FFF2-40B4-BE49-F238E27FC236}">
                <a16:creationId xmlns:a16="http://schemas.microsoft.com/office/drawing/2014/main" id="{B450941E-F1F4-636B-EC94-5455467F4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877" r="22920"/>
          <a:stretch>
            <a:fillRect/>
          </a:stretch>
        </p:blipFill>
        <p:spPr>
          <a:xfrm>
            <a:off x="5996628" y="10"/>
            <a:ext cx="6195372" cy="6857990"/>
          </a:xfrm>
          <a:prstGeom prst="rect">
            <a:avLst/>
          </a:prstGeom>
        </p:spPr>
      </p:pic>
      <p:grpSp>
        <p:nvGrpSpPr>
          <p:cNvPr id="23" name="Cross">
            <a:extLst>
              <a:ext uri="{FF2B5EF4-FFF2-40B4-BE49-F238E27FC236}">
                <a16:creationId xmlns:a16="http://schemas.microsoft.com/office/drawing/2014/main" id="{5C0E6139-8A19-4905-87E2-E547D7B7F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937192" y="3369564"/>
            <a:ext cx="118872" cy="118872"/>
            <a:chOff x="1175347" y="3733800"/>
            <a:chExt cx="118872" cy="118872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C05FFBD-B86A-4BD3-A147-FA95CE03CF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34783" y="3733800"/>
              <a:ext cx="0" cy="118872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B69F8B1-78FB-4562-8A0D-8D29636755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347" y="3793236"/>
              <a:ext cx="118872" cy="0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27" name="Bottom Right">
            <a:extLst>
              <a:ext uri="{FF2B5EF4-FFF2-40B4-BE49-F238E27FC236}">
                <a16:creationId xmlns:a16="http://schemas.microsoft.com/office/drawing/2014/main" id="{EE8A2E90-75F0-4F59-AE03-FE737F410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grpSp>
          <p:nvGrpSpPr>
            <p:cNvPr id="28" name="Graphic 157">
              <a:extLst>
                <a:ext uri="{FF2B5EF4-FFF2-40B4-BE49-F238E27FC236}">
                  <a16:creationId xmlns:a16="http://schemas.microsoft.com/office/drawing/2014/main" id="{291613E8-1172-4437-97E9-F15A29564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E1404A3-DA0A-451F-80F9-341A400102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D9F30DE-11BA-476B-B25D-CED39DBB6A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253755C4-9D54-4D38-856A-7D1D31BC46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F2D176F7-5471-4C65-B496-F05544AF39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E3541E62-142A-4078-8B35-723AF8B137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B2037584-8C21-4B8F-9EC5-5F978F32ED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18287BF-F368-4F91-A36C-A729B478EF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54A80ED-1507-4424-AE0D-E8B52DAC01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BA335C1-EAC7-5885-FD5B-F99A78C809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9314" y="6516833"/>
            <a:ext cx="2743200" cy="365125"/>
          </a:xfrm>
        </p:spPr>
        <p:txBody>
          <a:bodyPr/>
          <a:lstStyle/>
          <a:p>
            <a:fld id="{1DB5EED0-AC7D-49DF-88BF-1A3044D9AA97}" type="datetime1">
              <a:rPr lang="en-US" sz="2200" smtClean="0">
                <a:solidFill>
                  <a:schemeClr val="tx1"/>
                </a:solidFill>
              </a:rPr>
              <a:t>2/15/2026</a:t>
            </a:fld>
            <a:endParaRPr lang="en-US" sz="2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08389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4000">
        <p15:prstTrans prst="curtains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10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5" name="Top left">
            <a:extLst>
              <a:ext uri="{FF2B5EF4-FFF2-40B4-BE49-F238E27FC236}">
                <a16:creationId xmlns:a16="http://schemas.microsoft.com/office/drawing/2014/main" id="{34B438D8-EF7C-445C-8B7F-953BEB1BC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FE087E2-E4B7-42FA-A441-7EDEE41B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61B2EF2-665F-429A-9CFB-08C14FAC9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B0B1C71-6C49-4F64-8859-9CC59D7D98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6BBF9FA-27D4-45DF-8D9C-623EA4106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F2F0D01-71CB-4693-A192-5BA045A5C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740E1FB-ACD1-41FC-9828-9B5D2CAA7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2BABC85-DC43-42B8-8AAA-9198D7A62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22">
              <a:extLst>
                <a:ext uri="{FF2B5EF4-FFF2-40B4-BE49-F238E27FC236}">
                  <a16:creationId xmlns:a16="http://schemas.microsoft.com/office/drawing/2014/main" id="{F48F9955-240E-4180-81B8-5909B1A91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6167D798-7D25-C734-0E38-F855793C1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5107" y="113074"/>
            <a:ext cx="3988369" cy="1243180"/>
          </a:xfrm>
        </p:spPr>
        <p:txBody>
          <a:bodyPr>
            <a:normAutofit/>
          </a:bodyPr>
          <a:lstStyle/>
          <a:p>
            <a:r>
              <a:rPr lang="it-IT" dirty="0">
                <a:solidFill>
                  <a:schemeClr val="tx1"/>
                </a:solidFill>
              </a:rPr>
              <a:t>Sommario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9DC4E52-0FB8-32AA-B6EA-A818B04A5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8396" y="1258251"/>
            <a:ext cx="3988112" cy="315768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 Tipi di memoria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Caricamento del programma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Rilocazione statica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Rilocazione dinamica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Binding e linking </a:t>
            </a:r>
          </a:p>
        </p:txBody>
      </p:sp>
      <p:pic>
        <p:nvPicPr>
          <p:cNvPr id="14" name="Graphic 7" descr="Segno di spunta">
            <a:extLst>
              <a:ext uri="{FF2B5EF4-FFF2-40B4-BE49-F238E27FC236}">
                <a16:creationId xmlns:a16="http://schemas.microsoft.com/office/drawing/2014/main" id="{2F1BF58A-3508-A75F-EDCD-C77BEE3869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38067" y="567942"/>
            <a:ext cx="5716862" cy="5716862"/>
          </a:xfrm>
          <a:prstGeom prst="rect">
            <a:avLst/>
          </a:prstGeom>
        </p:spPr>
      </p:pic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865E799-AAED-35E7-EF02-F733295617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2/15/2026</a:t>
            </a:fld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25" name="Bottom Right">
            <a:extLst>
              <a:ext uri="{FF2B5EF4-FFF2-40B4-BE49-F238E27FC236}">
                <a16:creationId xmlns:a16="http://schemas.microsoft.com/office/drawing/2014/main" id="{284021E3-6F46-410C-BF43-B2DED7365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48AF179-3265-4A10-A62C-92B7E186C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27" name="Graphic 157">
              <a:extLst>
                <a:ext uri="{FF2B5EF4-FFF2-40B4-BE49-F238E27FC236}">
                  <a16:creationId xmlns:a16="http://schemas.microsoft.com/office/drawing/2014/main" id="{30DF5C12-B34D-4E70-8FD0-D98069994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589785B-0300-4D1C-BEFB-DCA5AA0450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7F41DF3E-3189-428F-B4FE-AACA351306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7C51D846-61EF-4EB5-BE03-65A572A2EA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C5417C86-AA6B-4AD4-BD75-694E8E073E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51D5067E-85F6-4202-AFB5-41F9C9EA74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33">
                <a:extLst>
                  <a:ext uri="{FF2B5EF4-FFF2-40B4-BE49-F238E27FC236}">
                    <a16:creationId xmlns:a16="http://schemas.microsoft.com/office/drawing/2014/main" id="{A9598395-257E-4B18-949B-50F109866B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34">
                <a:extLst>
                  <a:ext uri="{FF2B5EF4-FFF2-40B4-BE49-F238E27FC236}">
                    <a16:creationId xmlns:a16="http://schemas.microsoft.com/office/drawing/2014/main" id="{39DDA522-37EB-48B3-9B62-748F75D36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9D8F012-98AD-4320-BA44-DE1CE4E4D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19975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6" name="Top left">
            <a:extLst>
              <a:ext uri="{FF2B5EF4-FFF2-40B4-BE49-F238E27FC236}">
                <a16:creationId xmlns:a16="http://schemas.microsoft.com/office/drawing/2014/main" id="{34B438D8-EF7C-445C-8B7F-953BEB1BC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FE087E2-E4B7-42FA-A441-7EDEE41B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1B2EF2-665F-429A-9CFB-08C14FAC9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B0B1C71-6C49-4F64-8859-9CC59D7D98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6BBF9FA-27D4-45DF-8D9C-623EA4106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F2F0D01-71CB-4693-A192-5BA045A5C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740E1FB-ACD1-41FC-9828-9B5D2CAA7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2BABC85-DC43-42B8-8AAA-9198D7A62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48F9955-240E-4180-81B8-5909B1A91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3C22FCC4-26B1-66F5-F122-C4B67F46D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2491" y="60679"/>
            <a:ext cx="4897818" cy="1497661"/>
          </a:xfrm>
        </p:spPr>
        <p:txBody>
          <a:bodyPr>
            <a:normAutofit/>
          </a:bodyPr>
          <a:lstStyle/>
          <a:p>
            <a:r>
              <a:rPr lang="it-IT" dirty="0"/>
              <a:t>Tipi di memoria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9317C7-065C-6999-7CE8-0081A92EC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721" y="1337665"/>
            <a:ext cx="3988112" cy="3157686"/>
          </a:xfrm>
        </p:spPr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Nastro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Disco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Memoria principale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Cache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Registri </a:t>
            </a:r>
          </a:p>
        </p:txBody>
      </p:sp>
      <p:pic>
        <p:nvPicPr>
          <p:cNvPr id="9" name="Graphic 8" descr="PC1">
            <a:extLst>
              <a:ext uri="{FF2B5EF4-FFF2-40B4-BE49-F238E27FC236}">
                <a16:creationId xmlns:a16="http://schemas.microsoft.com/office/drawing/2014/main" id="{E472816F-7653-1FD7-C5C0-21EE9F8EE0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38067" y="567942"/>
            <a:ext cx="5716862" cy="5716862"/>
          </a:xfrm>
          <a:prstGeom prst="rect">
            <a:avLst/>
          </a:prstGeom>
        </p:spPr>
      </p:pic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28BF407-6710-FCD3-48BF-D2CDE63B94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2/15/2026</a:t>
            </a:fld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26" name="Bottom Right">
            <a:extLst>
              <a:ext uri="{FF2B5EF4-FFF2-40B4-BE49-F238E27FC236}">
                <a16:creationId xmlns:a16="http://schemas.microsoft.com/office/drawing/2014/main" id="{284021E3-6F46-410C-BF43-B2DED7365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48AF179-3265-4A10-A62C-92B7E186C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28" name="Graphic 157">
              <a:extLst>
                <a:ext uri="{FF2B5EF4-FFF2-40B4-BE49-F238E27FC236}">
                  <a16:creationId xmlns:a16="http://schemas.microsoft.com/office/drawing/2014/main" id="{30DF5C12-B34D-4E70-8FD0-D98069994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9589785B-0300-4D1C-BEFB-DCA5AA0450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7F41DF3E-3189-428F-B4FE-AACA351306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C51D846-61EF-4EB5-BE03-65A572A2EA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C5417C86-AA6B-4AD4-BD75-694E8E073E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51D5067E-85F6-4202-AFB5-41F9C9EA74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9598395-257E-4B18-949B-50F109866B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9DDA522-37EB-48B3-9B62-748F75D36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9D8F012-98AD-4320-BA44-DE1CE4E4D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5" name="AutoShape 2">
            <a:extLst>
              <a:ext uri="{FF2B5EF4-FFF2-40B4-BE49-F238E27FC236}">
                <a16:creationId xmlns:a16="http://schemas.microsoft.com/office/drawing/2014/main" id="{EC43CAE3-586D-5FA2-AEE7-3A79EF15BE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922206" cy="1922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2202078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DE99DB-836E-5185-2379-DA768287B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Caricamento del programma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307F59E-BC27-83AD-B3FA-8DD52C3A7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2/15/2026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9" name="Segnaposto contenuto 8">
            <a:extLst>
              <a:ext uri="{FF2B5EF4-FFF2-40B4-BE49-F238E27FC236}">
                <a16:creationId xmlns:a16="http://schemas.microsoft.com/office/drawing/2014/main" id="{31B467A9-1F78-DD81-E426-05CE6E8EB2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9741777"/>
              </p:ext>
            </p:extLst>
          </p:nvPr>
        </p:nvGraphicFramePr>
        <p:xfrm>
          <a:off x="3432687" y="1497525"/>
          <a:ext cx="532662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626">
                  <a:extLst>
                    <a:ext uri="{9D8B030D-6E8A-4147-A177-3AD203B41FA5}">
                      <a16:colId xmlns:a16="http://schemas.microsoft.com/office/drawing/2014/main" val="34630350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Programmi caricati nella memoria centrale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2964673"/>
                  </a:ext>
                </a:extLst>
              </a:tr>
            </a:tbl>
          </a:graphicData>
        </a:graphic>
      </p:graphicFrame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202DEE24-1CD1-90EF-57D9-D830DDDD74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971192"/>
              </p:ext>
            </p:extLst>
          </p:nvPr>
        </p:nvGraphicFramePr>
        <p:xfrm>
          <a:off x="3432687" y="1967384"/>
          <a:ext cx="532662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625">
                  <a:extLst>
                    <a:ext uri="{9D8B030D-6E8A-4147-A177-3AD203B41FA5}">
                      <a16:colId xmlns:a16="http://schemas.microsoft.com/office/drawing/2014/main" val="1906608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Coda di entrata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60957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15543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56 0.15486 L 0 -3.7037E-7 " pathEditMode="relative" rAng="0" ptsTypes="AA">
                                      <p:cBhvr>
                                        <p:cTn id="6" dur="200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8" y="-775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C9EA0D-49D3-5F78-7FC3-FC9FEB323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Rilocazione statica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D789ACB-4111-38C2-F04B-6A90A545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2/15/2026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C04BB43C-D546-AF41-E6AB-40CC5E7805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7116953"/>
              </p:ext>
            </p:extLst>
          </p:nvPr>
        </p:nvGraphicFramePr>
        <p:xfrm>
          <a:off x="1874680" y="1722598"/>
          <a:ext cx="282513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135">
                  <a:extLst>
                    <a:ext uri="{9D8B030D-6E8A-4147-A177-3AD203B41FA5}">
                      <a16:colId xmlns:a16="http://schemas.microsoft.com/office/drawing/2014/main" val="758815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a=5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172914"/>
                  </a:ext>
                </a:extLst>
              </a:tr>
            </a:tbl>
          </a:graphicData>
        </a:graphic>
      </p:graphicFrame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E2832D1D-9015-C4F2-E851-AD28EAFE05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471068"/>
              </p:ext>
            </p:extLst>
          </p:nvPr>
        </p:nvGraphicFramePr>
        <p:xfrm>
          <a:off x="1874683" y="3058160"/>
          <a:ext cx="282513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135">
                  <a:extLst>
                    <a:ext uri="{9D8B030D-6E8A-4147-A177-3AD203B41FA5}">
                      <a16:colId xmlns:a16="http://schemas.microsoft.com/office/drawing/2014/main" val="22569474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somma=</a:t>
                      </a:r>
                      <a:r>
                        <a:rPr lang="it-IT" dirty="0" err="1"/>
                        <a:t>a+b</a:t>
                      </a:r>
                      <a:r>
                        <a:rPr lang="it-IT" dirty="0"/>
                        <a:t>=123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323442"/>
                  </a:ext>
                </a:extLst>
              </a:tr>
            </a:tbl>
          </a:graphicData>
        </a:graphic>
      </p:graphicFrame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ACAF37D6-3CC8-93BE-D772-CAD97D12A8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733547"/>
              </p:ext>
            </p:extLst>
          </p:nvPr>
        </p:nvGraphicFramePr>
        <p:xfrm>
          <a:off x="1874681" y="2138046"/>
          <a:ext cx="282513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135">
                  <a:extLst>
                    <a:ext uri="{9D8B030D-6E8A-4147-A177-3AD203B41FA5}">
                      <a16:colId xmlns:a16="http://schemas.microsoft.com/office/drawing/2014/main" val="21355778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b=7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101682"/>
                  </a:ext>
                </a:extLst>
              </a:tr>
            </a:tbl>
          </a:graphicData>
        </a:graphic>
      </p:graphicFrame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AAF76F08-D76B-2CF8-A35E-7C2F86184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8029253"/>
              </p:ext>
            </p:extLst>
          </p:nvPr>
        </p:nvGraphicFramePr>
        <p:xfrm>
          <a:off x="1874682" y="2598103"/>
          <a:ext cx="282513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135">
                  <a:extLst>
                    <a:ext uri="{9D8B030D-6E8A-4147-A177-3AD203B41FA5}">
                      <a16:colId xmlns:a16="http://schemas.microsoft.com/office/drawing/2014/main" val="4069453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moltipl</a:t>
                      </a:r>
                      <a:r>
                        <a:rPr lang="it-IT" dirty="0"/>
                        <a:t>=a*b=35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5951525"/>
                  </a:ext>
                </a:extLst>
              </a:tr>
            </a:tbl>
          </a:graphicData>
        </a:graphic>
      </p:graphicFrame>
      <p:sp>
        <p:nvSpPr>
          <p:cNvPr id="9" name="CasellaDiTesto 8">
            <a:extLst>
              <a:ext uri="{FF2B5EF4-FFF2-40B4-BE49-F238E27FC236}">
                <a16:creationId xmlns:a16="http://schemas.microsoft.com/office/drawing/2014/main" id="{98A64F92-0197-1DF5-097E-5E0DBC4A4E42}"/>
              </a:ext>
            </a:extLst>
          </p:cNvPr>
          <p:cNvSpPr txBox="1"/>
          <p:nvPr/>
        </p:nvSpPr>
        <p:spPr>
          <a:xfrm>
            <a:off x="1065390" y="1700060"/>
            <a:ext cx="107644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#100                                                                                                                                                           0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DB86A4A3-39B9-CA84-84E6-A8FF7FD5B4D9}"/>
              </a:ext>
            </a:extLst>
          </p:cNvPr>
          <p:cNvSpPr txBox="1"/>
          <p:nvPr/>
        </p:nvSpPr>
        <p:spPr>
          <a:xfrm>
            <a:off x="1065390" y="2101541"/>
            <a:ext cx="10828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#101                                                                                                                                                           1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681A33C-FDFE-AA9D-A933-C0E95FEFF050}"/>
              </a:ext>
            </a:extLst>
          </p:cNvPr>
          <p:cNvSpPr txBox="1"/>
          <p:nvPr/>
        </p:nvSpPr>
        <p:spPr>
          <a:xfrm>
            <a:off x="1065390" y="2510860"/>
            <a:ext cx="109704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#102                                                                                                                                                           2</a:t>
            </a:r>
          </a:p>
          <a:p>
            <a:endParaRPr lang="it-IT" dirty="0"/>
          </a:p>
          <a:p>
            <a:r>
              <a:rPr lang="it-IT" dirty="0"/>
              <a:t>       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28CA38E-E0B0-78AA-2B92-00DEAFDFA1C4}"/>
              </a:ext>
            </a:extLst>
          </p:cNvPr>
          <p:cNvSpPr txBox="1"/>
          <p:nvPr/>
        </p:nvSpPr>
        <p:spPr>
          <a:xfrm>
            <a:off x="1051722" y="2962922"/>
            <a:ext cx="10778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#103                                                                                                                                                           3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1841D90-A672-40BA-1640-C4C433A65AD4}"/>
              </a:ext>
            </a:extLst>
          </p:cNvPr>
          <p:cNvSpPr txBox="1"/>
          <p:nvPr/>
        </p:nvSpPr>
        <p:spPr>
          <a:xfrm>
            <a:off x="8160774" y="1722598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172825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pull/>
      </p:transition>
    </mc:Choice>
    <mc:Fallback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-7.40741E-7 L 0.5336 -0.0057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680" y="-3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2.59259E-6 L 0.5336 -0.01204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680" y="-60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3 -0.00718 L 0.5319 -0.01783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523" y="-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3.33333E-6 L 0.53112 -0.01273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549" y="-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305C30-5CFA-04B5-2B08-EA745D0F7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Rilocazione dinamica </a:t>
            </a:r>
          </a:p>
        </p:txBody>
      </p:sp>
      <p:graphicFrame>
        <p:nvGraphicFramePr>
          <p:cNvPr id="5" name="Segnaposto contenuto 4">
            <a:extLst>
              <a:ext uri="{FF2B5EF4-FFF2-40B4-BE49-F238E27FC236}">
                <a16:creationId xmlns:a16="http://schemas.microsoft.com/office/drawing/2014/main" id="{988541B9-845C-AFD6-C478-2A7C64F8AE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2271646"/>
              </p:ext>
            </p:extLst>
          </p:nvPr>
        </p:nvGraphicFramePr>
        <p:xfrm>
          <a:off x="1429364" y="1567955"/>
          <a:ext cx="156087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871">
                  <a:extLst>
                    <a:ext uri="{9D8B030D-6E8A-4147-A177-3AD203B41FA5}">
                      <a16:colId xmlns:a16="http://schemas.microsoft.com/office/drawing/2014/main" val="36561162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7238634"/>
                  </a:ext>
                </a:extLst>
              </a:tr>
            </a:tbl>
          </a:graphicData>
        </a:graphic>
      </p:graphicFrame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32C15E-0052-6919-3575-DACE66A55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2/15/2026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893FAFDC-FD70-A1A5-B509-8D7EF926E4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095709"/>
              </p:ext>
            </p:extLst>
          </p:nvPr>
        </p:nvGraphicFramePr>
        <p:xfrm>
          <a:off x="1429364" y="2080096"/>
          <a:ext cx="156087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871">
                  <a:extLst>
                    <a:ext uri="{9D8B030D-6E8A-4147-A177-3AD203B41FA5}">
                      <a16:colId xmlns:a16="http://schemas.microsoft.com/office/drawing/2014/main" val="11233440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a=5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7443681"/>
                  </a:ext>
                </a:extLst>
              </a:tr>
            </a:tbl>
          </a:graphicData>
        </a:graphic>
      </p:graphicFrame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D565ED93-B76D-8554-3502-1E1A1C5AB9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2263230"/>
              </p:ext>
            </p:extLst>
          </p:nvPr>
        </p:nvGraphicFramePr>
        <p:xfrm>
          <a:off x="1429363" y="2568863"/>
          <a:ext cx="156087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871">
                  <a:extLst>
                    <a:ext uri="{9D8B030D-6E8A-4147-A177-3AD203B41FA5}">
                      <a16:colId xmlns:a16="http://schemas.microsoft.com/office/drawing/2014/main" val="3176192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b=7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1154137"/>
                  </a:ext>
                </a:extLst>
              </a:tr>
            </a:tbl>
          </a:graphicData>
        </a:graphic>
      </p:graphicFrame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9E3D803E-09C8-4771-A02D-D8E4C00B18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4455969"/>
              </p:ext>
            </p:extLst>
          </p:nvPr>
        </p:nvGraphicFramePr>
        <p:xfrm>
          <a:off x="1429363" y="3055172"/>
          <a:ext cx="156087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871">
                  <a:extLst>
                    <a:ext uri="{9D8B030D-6E8A-4147-A177-3AD203B41FA5}">
                      <a16:colId xmlns:a16="http://schemas.microsoft.com/office/drawing/2014/main" val="21063301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somma=</a:t>
                      </a:r>
                      <a:r>
                        <a:rPr lang="it-IT" dirty="0" err="1"/>
                        <a:t>a+b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2085912"/>
                  </a:ext>
                </a:extLst>
              </a:tr>
            </a:tbl>
          </a:graphicData>
        </a:graphic>
      </p:graphicFrame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CB10641E-7D0B-9CFB-7C08-3F0C6170E3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5057922"/>
              </p:ext>
            </p:extLst>
          </p:nvPr>
        </p:nvGraphicFramePr>
        <p:xfrm>
          <a:off x="1429362" y="3547458"/>
          <a:ext cx="156087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871">
                  <a:extLst>
                    <a:ext uri="{9D8B030D-6E8A-4147-A177-3AD203B41FA5}">
                      <a16:colId xmlns:a16="http://schemas.microsoft.com/office/drawing/2014/main" val="11757502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moltipl</a:t>
                      </a:r>
                      <a:r>
                        <a:rPr lang="it-IT" dirty="0"/>
                        <a:t>=a*b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8368092"/>
                  </a:ext>
                </a:extLst>
              </a:tr>
            </a:tbl>
          </a:graphicData>
        </a:graphic>
      </p:graphicFrame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C6D0F3A2-DF52-D0EE-033D-626ECE0F20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493904"/>
              </p:ext>
            </p:extLst>
          </p:nvPr>
        </p:nvGraphicFramePr>
        <p:xfrm>
          <a:off x="1429361" y="4059599"/>
          <a:ext cx="156087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871">
                  <a:extLst>
                    <a:ext uri="{9D8B030D-6E8A-4147-A177-3AD203B41FA5}">
                      <a16:colId xmlns:a16="http://schemas.microsoft.com/office/drawing/2014/main" val="198623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371283"/>
                  </a:ext>
                </a:extLst>
              </a:tr>
            </a:tbl>
          </a:graphicData>
        </a:graphic>
      </p:graphicFrame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88562FC-2977-57AC-4B3D-FF60E9735565}"/>
              </a:ext>
            </a:extLst>
          </p:cNvPr>
          <p:cNvSpPr txBox="1"/>
          <p:nvPr/>
        </p:nvSpPr>
        <p:spPr>
          <a:xfrm>
            <a:off x="635177" y="1570388"/>
            <a:ext cx="1009282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#234                                                                                                                                       0</a:t>
            </a:r>
            <a:r>
              <a:rPr lang="it-IT" dirty="0">
                <a:sym typeface="Wingdings" panose="05000000000000000000" pitchFamily="2" charset="2"/>
              </a:rPr>
              <a:t>235</a:t>
            </a:r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BC1C555-36A4-0A33-5F89-63A2ECEA5995}"/>
              </a:ext>
            </a:extLst>
          </p:cNvPr>
          <p:cNvSpPr txBox="1"/>
          <p:nvPr/>
        </p:nvSpPr>
        <p:spPr>
          <a:xfrm>
            <a:off x="635178" y="2031128"/>
            <a:ext cx="10835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#235                                                                                                                                       1</a:t>
            </a:r>
            <a:r>
              <a:rPr lang="it-IT" dirty="0">
                <a:sym typeface="Wingdings" panose="05000000000000000000" pitchFamily="2" charset="2"/>
              </a:rPr>
              <a:t>236</a:t>
            </a:r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2426395-1831-D5B3-24E0-43D6C685D370}"/>
              </a:ext>
            </a:extLst>
          </p:cNvPr>
          <p:cNvSpPr txBox="1"/>
          <p:nvPr/>
        </p:nvSpPr>
        <p:spPr>
          <a:xfrm>
            <a:off x="646013" y="2599213"/>
            <a:ext cx="110553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#236                                                                                                                                       2</a:t>
            </a:r>
            <a:r>
              <a:rPr lang="it-IT" dirty="0">
                <a:sym typeface="Wingdings" panose="05000000000000000000" pitchFamily="2" charset="2"/>
              </a:rPr>
              <a:t>237</a:t>
            </a:r>
            <a:endParaRPr lang="it-IT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2FD03E9-82B0-4459-FCB1-A059791A7D26}"/>
              </a:ext>
            </a:extLst>
          </p:cNvPr>
          <p:cNvSpPr txBox="1"/>
          <p:nvPr/>
        </p:nvSpPr>
        <p:spPr>
          <a:xfrm>
            <a:off x="596077" y="3105694"/>
            <a:ext cx="11055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#237                                                                                                                                        3</a:t>
            </a:r>
            <a:r>
              <a:rPr lang="it-IT" dirty="0">
                <a:sym typeface="Wingdings" panose="05000000000000000000" pitchFamily="2" charset="2"/>
              </a:rPr>
              <a:t>238</a:t>
            </a:r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608676D8-C05D-642E-B70E-B9C9CEE254BE}"/>
              </a:ext>
            </a:extLst>
          </p:cNvPr>
          <p:cNvSpPr txBox="1"/>
          <p:nvPr/>
        </p:nvSpPr>
        <p:spPr>
          <a:xfrm>
            <a:off x="635178" y="3546773"/>
            <a:ext cx="10200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#238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81E2E0A5-AADD-2B15-BFBD-831FF5B146CB}"/>
              </a:ext>
            </a:extLst>
          </p:cNvPr>
          <p:cNvSpPr txBox="1"/>
          <p:nvPr/>
        </p:nvSpPr>
        <p:spPr>
          <a:xfrm>
            <a:off x="646013" y="4059599"/>
            <a:ext cx="7339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#239</a:t>
            </a:r>
          </a:p>
        </p:txBody>
      </p:sp>
    </p:spTree>
    <p:extLst>
      <p:ext uri="{BB962C8B-B14F-4D97-AF65-F5344CB8AC3E}">
        <p14:creationId xmlns:p14="http://schemas.microsoft.com/office/powerpoint/2010/main" val="40035101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4.07407E-6 L 0.45586 -0.0766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786" y="-384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3.7037E-7 L 0.45586 -0.0879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786" y="-439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3.7037E-6 L 0.4582 -0.08472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04" y="-42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2.96296E-6 L 0.4599 -0.08657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95" y="-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5A855E-4574-43D8-80D4-75CDA217A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Binding e linking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ED5DC8E-CDDC-1791-95A7-A0E7524C32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Linking </a:t>
            </a:r>
            <a:r>
              <a:rPr lang="it-IT" dirty="0">
                <a:sym typeface="Wingdings" panose="05000000000000000000" pitchFamily="2" charset="2"/>
              </a:rPr>
              <a:t> calcolo degli indirizzi logici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>
                <a:sym typeface="Wingdings" panose="05000000000000000000" pitchFamily="2" charset="2"/>
              </a:rPr>
              <a:t>Binding  passaggio da indirizzo logico a fisico 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B3F96D5-72BA-A4CA-EFC6-4649D1093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2/15/2026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68398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98CB1E-A2BC-B535-8DDB-3794B683E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2766218"/>
            <a:ext cx="10515600" cy="1325563"/>
          </a:xfrm>
        </p:spPr>
        <p:txBody>
          <a:bodyPr/>
          <a:lstStyle/>
          <a:p>
            <a:r>
              <a:rPr lang="it-IT" dirty="0"/>
              <a:t>Grazie per l’attenzione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5D88455-43E8-DCED-41C5-320F42CE4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A145D-35C0-4EF1-911A-800C82B2C830}" type="datetime1">
              <a:rPr lang="en-US" sz="1400" smtClean="0">
                <a:solidFill>
                  <a:schemeClr val="tx1"/>
                </a:solidFill>
              </a:rPr>
              <a:t>2/15/2026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1623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/>
      </p:transition>
    </mc:Choice>
    <mc:Fallback>
      <p:transition spd="slow">
        <p:checker/>
      </p:transition>
    </mc:Fallback>
  </mc:AlternateContent>
</p:sld>
</file>

<file path=ppt/theme/theme1.xml><?xml version="1.0" encoding="utf-8"?>
<a:theme xmlns:a="http://schemas.openxmlformats.org/drawingml/2006/main" name="ExploreVTI">
  <a:themeElements>
    <a:clrScheme name="Custom 33">
      <a:dk1>
        <a:sysClr val="windowText" lastClr="000000"/>
      </a:dk1>
      <a:lt1>
        <a:sysClr val="window" lastClr="FFFFFF"/>
      </a:lt1>
      <a:dk2>
        <a:srgbClr val="201449"/>
      </a:dk2>
      <a:lt2>
        <a:srgbClr val="F3F0E9"/>
      </a:lt2>
      <a:accent1>
        <a:srgbClr val="E45221"/>
      </a:accent1>
      <a:accent2>
        <a:srgbClr val="4D4EE6"/>
      </a:accent2>
      <a:accent3>
        <a:srgbClr val="454B78"/>
      </a:accent3>
      <a:accent4>
        <a:srgbClr val="A3A3C1"/>
      </a:accent4>
      <a:accent5>
        <a:srgbClr val="7162FE"/>
      </a:accent5>
      <a:accent6>
        <a:srgbClr val="1EBE9B"/>
      </a:accent6>
      <a:hlink>
        <a:srgbClr val="F900A0"/>
      </a:hlink>
      <a:folHlink>
        <a:srgbClr val="954F72"/>
      </a:folHlink>
    </a:clrScheme>
    <a:fontScheme name="Custom 23">
      <a:majorFont>
        <a:latin typeface="Sagona Boo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xploreVTI" id="{157DDAE2-BFCD-43FD-9602-E5EFEAD66DC3}" vid="{04B6EBF8-4645-4305-9753-050B4204785C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152</Words>
  <Application>Microsoft Office PowerPoint</Application>
  <PresentationFormat>Widescreen</PresentationFormat>
  <Paragraphs>51</Paragraphs>
  <Slides>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5" baseType="lpstr">
      <vt:lpstr>Aptos</vt:lpstr>
      <vt:lpstr>Arial</vt:lpstr>
      <vt:lpstr>Avenir Next LT Pro</vt:lpstr>
      <vt:lpstr>AvenirNext LT Pro Medium</vt:lpstr>
      <vt:lpstr>Sagona Book</vt:lpstr>
      <vt:lpstr>Wingdings</vt:lpstr>
      <vt:lpstr>ExploreVTI</vt:lpstr>
      <vt:lpstr>La gestione delle memorie </vt:lpstr>
      <vt:lpstr>Sommario </vt:lpstr>
      <vt:lpstr>Tipi di memoria </vt:lpstr>
      <vt:lpstr>Caricamento del programma</vt:lpstr>
      <vt:lpstr>Rilocazione statica</vt:lpstr>
      <vt:lpstr>Rilocazione dinamica </vt:lpstr>
      <vt:lpstr>Binding e linking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Nicola Nicola</dc:creator>
  <cp:lastModifiedBy>Nicola Nicola</cp:lastModifiedBy>
  <cp:revision>1</cp:revision>
  <dcterms:created xsi:type="dcterms:W3CDTF">2026-02-15T09:14:48Z</dcterms:created>
  <dcterms:modified xsi:type="dcterms:W3CDTF">2026-02-15T10:34:27Z</dcterms:modified>
</cp:coreProperties>
</file>