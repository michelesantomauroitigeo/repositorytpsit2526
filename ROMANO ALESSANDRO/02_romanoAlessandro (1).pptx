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2" r:id="rId6"/>
    <p:sldId id="266" r:id="rId7"/>
    <p:sldId id="267" r:id="rId8"/>
    <p:sldId id="268" r:id="rId9"/>
    <p:sldId id="264" r:id="rId10"/>
    <p:sldId id="265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6779C4-B507-4352-ACE3-C45D80968580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1BE28C55-8B10-47BB-A81D-44AEB6A259C4}">
      <dgm:prSet custT="1"/>
      <dgm:spPr/>
      <dgm:t>
        <a:bodyPr/>
        <a:lstStyle/>
        <a:p>
          <a:r>
            <a:rPr lang="it-IT" sz="2800"/>
            <a:t>Linking </a:t>
          </a:r>
          <a:r>
            <a:rPr lang="it-IT" sz="2800">
              <a:sym typeface="Wingdings" panose="05000000000000000000" pitchFamily="2" charset="2"/>
            </a:rPr>
            <a:t></a:t>
          </a:r>
          <a:r>
            <a:rPr lang="it-IT" sz="2800"/>
            <a:t> aggiunge al programma compilato le librerie </a:t>
          </a:r>
          <a:endParaRPr lang="en-US" sz="2800"/>
        </a:p>
      </dgm:t>
    </dgm:pt>
    <dgm:pt modelId="{00B36621-50DA-4DE5-ABD4-8DE2FEDD64C5}" type="parTrans" cxnId="{01A72B50-5D76-43B3-AF80-98902BAD79F2}">
      <dgm:prSet/>
      <dgm:spPr/>
      <dgm:t>
        <a:bodyPr/>
        <a:lstStyle/>
        <a:p>
          <a:endParaRPr lang="en-US"/>
        </a:p>
      </dgm:t>
    </dgm:pt>
    <dgm:pt modelId="{BA943548-31BA-485A-A1BA-45AC353698C6}" type="sibTrans" cxnId="{01A72B50-5D76-43B3-AF80-98902BAD79F2}">
      <dgm:prSet/>
      <dgm:spPr/>
      <dgm:t>
        <a:bodyPr/>
        <a:lstStyle/>
        <a:p>
          <a:endParaRPr lang="en-US"/>
        </a:p>
      </dgm:t>
    </dgm:pt>
    <dgm:pt modelId="{CD608AF3-AB0E-4511-803C-C5048EC94A91}">
      <dgm:prSet custT="1"/>
      <dgm:spPr/>
      <dgm:t>
        <a:bodyPr/>
        <a:lstStyle/>
        <a:p>
          <a:r>
            <a:rPr lang="it-IT" sz="2800"/>
            <a:t>Binding </a:t>
          </a:r>
          <a:r>
            <a:rPr lang="it-IT" sz="2800">
              <a:sym typeface="Wingdings" panose="05000000000000000000" pitchFamily="2" charset="2"/>
            </a:rPr>
            <a:t></a:t>
          </a:r>
          <a:r>
            <a:rPr lang="it-IT" sz="2800"/>
            <a:t> passaggio da indirizzo logico a fisico e può avvenire in tre momenti diversi </a:t>
          </a:r>
          <a:endParaRPr lang="en-US" sz="2800"/>
        </a:p>
      </dgm:t>
    </dgm:pt>
    <dgm:pt modelId="{69582B17-8E8D-4F1B-A82D-FCDF65CBBEE0}" type="parTrans" cxnId="{939EDE76-E3F3-447A-AE0A-594BBF85F498}">
      <dgm:prSet/>
      <dgm:spPr/>
      <dgm:t>
        <a:bodyPr/>
        <a:lstStyle/>
        <a:p>
          <a:endParaRPr lang="en-US"/>
        </a:p>
      </dgm:t>
    </dgm:pt>
    <dgm:pt modelId="{F292FE56-BD50-4C29-B977-7BEE32D782D0}" type="sibTrans" cxnId="{939EDE76-E3F3-447A-AE0A-594BBF85F498}">
      <dgm:prSet/>
      <dgm:spPr/>
      <dgm:t>
        <a:bodyPr/>
        <a:lstStyle/>
        <a:p>
          <a:endParaRPr lang="en-US"/>
        </a:p>
      </dgm:t>
    </dgm:pt>
    <dgm:pt modelId="{865A8B77-1009-4418-8DAD-08D54C20D43C}">
      <dgm:prSet custT="1"/>
      <dgm:spPr/>
      <dgm:t>
        <a:bodyPr/>
        <a:lstStyle/>
        <a:p>
          <a:r>
            <a:rPr lang="it-IT" sz="2400"/>
            <a:t>compilazione </a:t>
          </a:r>
          <a:endParaRPr lang="en-US" sz="2400"/>
        </a:p>
      </dgm:t>
    </dgm:pt>
    <dgm:pt modelId="{53F18FD2-2F15-4221-9353-DA8FE77DB44B}" type="parTrans" cxnId="{167EAF65-BE4A-478C-9A67-91C0EE426907}">
      <dgm:prSet/>
      <dgm:spPr/>
      <dgm:t>
        <a:bodyPr/>
        <a:lstStyle/>
        <a:p>
          <a:endParaRPr lang="en-US"/>
        </a:p>
      </dgm:t>
    </dgm:pt>
    <dgm:pt modelId="{3ADB26C0-F590-4F7A-B252-27D3D418CA30}" type="sibTrans" cxnId="{167EAF65-BE4A-478C-9A67-91C0EE426907}">
      <dgm:prSet/>
      <dgm:spPr/>
      <dgm:t>
        <a:bodyPr/>
        <a:lstStyle/>
        <a:p>
          <a:endParaRPr lang="en-US"/>
        </a:p>
      </dgm:t>
    </dgm:pt>
    <dgm:pt modelId="{07B666C9-2E3B-40A0-AE44-E4B24B867179}">
      <dgm:prSet custT="1"/>
      <dgm:spPr/>
      <dgm:t>
        <a:bodyPr/>
        <a:lstStyle/>
        <a:p>
          <a:r>
            <a:rPr lang="it-IT" sz="2400"/>
            <a:t>caricamento (rilocazione statica)</a:t>
          </a:r>
          <a:endParaRPr lang="en-US" sz="2400"/>
        </a:p>
      </dgm:t>
    </dgm:pt>
    <dgm:pt modelId="{4F48FB85-F2A3-46BF-8521-B141D83AC6F1}" type="parTrans" cxnId="{D0FD218A-B797-4CDA-BEC9-D08163F414A6}">
      <dgm:prSet/>
      <dgm:spPr/>
      <dgm:t>
        <a:bodyPr/>
        <a:lstStyle/>
        <a:p>
          <a:endParaRPr lang="en-US"/>
        </a:p>
      </dgm:t>
    </dgm:pt>
    <dgm:pt modelId="{C01075D8-17BA-446C-BCD4-C7258DFF0CC9}" type="sibTrans" cxnId="{D0FD218A-B797-4CDA-BEC9-D08163F414A6}">
      <dgm:prSet/>
      <dgm:spPr/>
      <dgm:t>
        <a:bodyPr/>
        <a:lstStyle/>
        <a:p>
          <a:endParaRPr lang="en-US"/>
        </a:p>
      </dgm:t>
    </dgm:pt>
    <dgm:pt modelId="{DC1B29B4-5D15-4DAA-A9D8-5ED631E35C1C}">
      <dgm:prSet custT="1"/>
      <dgm:spPr/>
      <dgm:t>
        <a:bodyPr/>
        <a:lstStyle/>
        <a:p>
          <a:r>
            <a:rPr lang="it-IT" sz="2400"/>
            <a:t>esecuzione (rilocazione dinamica)</a:t>
          </a:r>
          <a:endParaRPr lang="en-US" sz="2400"/>
        </a:p>
      </dgm:t>
    </dgm:pt>
    <dgm:pt modelId="{844BD0A6-6D9B-4E5D-A73B-8441A8EFF58C}" type="parTrans" cxnId="{209166E6-E93B-4FCD-83AA-AD50F6EFD3B7}">
      <dgm:prSet/>
      <dgm:spPr/>
      <dgm:t>
        <a:bodyPr/>
        <a:lstStyle/>
        <a:p>
          <a:endParaRPr lang="en-US"/>
        </a:p>
      </dgm:t>
    </dgm:pt>
    <dgm:pt modelId="{642A0F8D-5F48-48B8-8DB0-1A074E9B4AC3}" type="sibTrans" cxnId="{209166E6-E93B-4FCD-83AA-AD50F6EFD3B7}">
      <dgm:prSet/>
      <dgm:spPr/>
      <dgm:t>
        <a:bodyPr/>
        <a:lstStyle/>
        <a:p>
          <a:endParaRPr lang="en-US"/>
        </a:p>
      </dgm:t>
    </dgm:pt>
    <dgm:pt modelId="{5F57BA1E-2A5C-477D-ADF9-2F8407C10DA6}" type="pres">
      <dgm:prSet presAssocID="{606779C4-B507-4352-ACE3-C45D80968580}" presName="linear" presStyleCnt="0">
        <dgm:presLayoutVars>
          <dgm:animLvl val="lvl"/>
          <dgm:resizeHandles val="exact"/>
        </dgm:presLayoutVars>
      </dgm:prSet>
      <dgm:spPr/>
    </dgm:pt>
    <dgm:pt modelId="{1781C965-87A9-4DEF-8AD4-CDE53C141EEE}" type="pres">
      <dgm:prSet presAssocID="{1BE28C55-8B10-47BB-A81D-44AEB6A259C4}" presName="parentText" presStyleLbl="node1" presStyleIdx="0" presStyleCnt="2" custLinFactNeighborY="9228">
        <dgm:presLayoutVars>
          <dgm:chMax val="0"/>
          <dgm:bulletEnabled val="1"/>
        </dgm:presLayoutVars>
      </dgm:prSet>
      <dgm:spPr/>
    </dgm:pt>
    <dgm:pt modelId="{2CD0F4C7-8169-4087-A16F-F96DA4282E70}" type="pres">
      <dgm:prSet presAssocID="{BA943548-31BA-485A-A1BA-45AC353698C6}" presName="spacer" presStyleCnt="0"/>
      <dgm:spPr/>
    </dgm:pt>
    <dgm:pt modelId="{806B1A1E-EF10-40DA-B271-5B9711DB82F3}" type="pres">
      <dgm:prSet presAssocID="{CD608AF3-AB0E-4511-803C-C5048EC94A9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FC8874A-D7B4-4E3C-B262-6FA0F0BF86B8}" type="pres">
      <dgm:prSet presAssocID="{CD608AF3-AB0E-4511-803C-C5048EC94A9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19C1D0C-51EB-4551-AD53-C1C1DAAB3F57}" type="presOf" srcId="{865A8B77-1009-4418-8DAD-08D54C20D43C}" destId="{5FC8874A-D7B4-4E3C-B262-6FA0F0BF86B8}" srcOrd="0" destOrd="0" presId="urn:microsoft.com/office/officeart/2005/8/layout/vList2"/>
    <dgm:cxn modelId="{01A72B50-5D76-43B3-AF80-98902BAD79F2}" srcId="{606779C4-B507-4352-ACE3-C45D80968580}" destId="{1BE28C55-8B10-47BB-A81D-44AEB6A259C4}" srcOrd="0" destOrd="0" parTransId="{00B36621-50DA-4DE5-ABD4-8DE2FEDD64C5}" sibTransId="{BA943548-31BA-485A-A1BA-45AC353698C6}"/>
    <dgm:cxn modelId="{167EAF65-BE4A-478C-9A67-91C0EE426907}" srcId="{CD608AF3-AB0E-4511-803C-C5048EC94A91}" destId="{865A8B77-1009-4418-8DAD-08D54C20D43C}" srcOrd="0" destOrd="0" parTransId="{53F18FD2-2F15-4221-9353-DA8FE77DB44B}" sibTransId="{3ADB26C0-F590-4F7A-B252-27D3D418CA30}"/>
    <dgm:cxn modelId="{939EDE76-E3F3-447A-AE0A-594BBF85F498}" srcId="{606779C4-B507-4352-ACE3-C45D80968580}" destId="{CD608AF3-AB0E-4511-803C-C5048EC94A91}" srcOrd="1" destOrd="0" parTransId="{69582B17-8E8D-4F1B-A82D-FCDF65CBBEE0}" sibTransId="{F292FE56-BD50-4C29-B977-7BEE32D782D0}"/>
    <dgm:cxn modelId="{A39AB47F-B751-49B1-B3B1-3619318DCC81}" type="presOf" srcId="{606779C4-B507-4352-ACE3-C45D80968580}" destId="{5F57BA1E-2A5C-477D-ADF9-2F8407C10DA6}" srcOrd="0" destOrd="0" presId="urn:microsoft.com/office/officeart/2005/8/layout/vList2"/>
    <dgm:cxn modelId="{D0FD218A-B797-4CDA-BEC9-D08163F414A6}" srcId="{CD608AF3-AB0E-4511-803C-C5048EC94A91}" destId="{07B666C9-2E3B-40A0-AE44-E4B24B867179}" srcOrd="1" destOrd="0" parTransId="{4F48FB85-F2A3-46BF-8521-B141D83AC6F1}" sibTransId="{C01075D8-17BA-446C-BCD4-C7258DFF0CC9}"/>
    <dgm:cxn modelId="{4A4615AA-09E8-4766-9096-BD0C976B6358}" type="presOf" srcId="{1BE28C55-8B10-47BB-A81D-44AEB6A259C4}" destId="{1781C965-87A9-4DEF-8AD4-CDE53C141EEE}" srcOrd="0" destOrd="0" presId="urn:microsoft.com/office/officeart/2005/8/layout/vList2"/>
    <dgm:cxn modelId="{26A99CBC-E22E-449E-B6DA-7EC0E8AEC064}" type="presOf" srcId="{07B666C9-2E3B-40A0-AE44-E4B24B867179}" destId="{5FC8874A-D7B4-4E3C-B262-6FA0F0BF86B8}" srcOrd="0" destOrd="1" presId="urn:microsoft.com/office/officeart/2005/8/layout/vList2"/>
    <dgm:cxn modelId="{0E112BCE-21A8-4767-BACD-CA0A7A6B4D4F}" type="presOf" srcId="{CD608AF3-AB0E-4511-803C-C5048EC94A91}" destId="{806B1A1E-EF10-40DA-B271-5B9711DB82F3}" srcOrd="0" destOrd="0" presId="urn:microsoft.com/office/officeart/2005/8/layout/vList2"/>
    <dgm:cxn modelId="{92C6A2CE-BF1C-408D-A2AE-EA5981A219A3}" type="presOf" srcId="{DC1B29B4-5D15-4DAA-A9D8-5ED631E35C1C}" destId="{5FC8874A-D7B4-4E3C-B262-6FA0F0BF86B8}" srcOrd="0" destOrd="2" presId="urn:microsoft.com/office/officeart/2005/8/layout/vList2"/>
    <dgm:cxn modelId="{209166E6-E93B-4FCD-83AA-AD50F6EFD3B7}" srcId="{CD608AF3-AB0E-4511-803C-C5048EC94A91}" destId="{DC1B29B4-5D15-4DAA-A9D8-5ED631E35C1C}" srcOrd="2" destOrd="0" parTransId="{844BD0A6-6D9B-4E5D-A73B-8441A8EFF58C}" sibTransId="{642A0F8D-5F48-48B8-8DB0-1A074E9B4AC3}"/>
    <dgm:cxn modelId="{B2069BD8-0385-439C-AD24-9914C83666A0}" type="presParOf" srcId="{5F57BA1E-2A5C-477D-ADF9-2F8407C10DA6}" destId="{1781C965-87A9-4DEF-8AD4-CDE53C141EEE}" srcOrd="0" destOrd="0" presId="urn:microsoft.com/office/officeart/2005/8/layout/vList2"/>
    <dgm:cxn modelId="{7B4DAB3E-9CDE-4459-836F-39019CC42A80}" type="presParOf" srcId="{5F57BA1E-2A5C-477D-ADF9-2F8407C10DA6}" destId="{2CD0F4C7-8169-4087-A16F-F96DA4282E70}" srcOrd="1" destOrd="0" presId="urn:microsoft.com/office/officeart/2005/8/layout/vList2"/>
    <dgm:cxn modelId="{35A69B3D-2A8C-474F-9F66-025DC9645DB6}" type="presParOf" srcId="{5F57BA1E-2A5C-477D-ADF9-2F8407C10DA6}" destId="{806B1A1E-EF10-40DA-B271-5B9711DB82F3}" srcOrd="2" destOrd="0" presId="urn:microsoft.com/office/officeart/2005/8/layout/vList2"/>
    <dgm:cxn modelId="{EA83A195-03AF-4E8D-86E3-F6E20BFC7083}" type="presParOf" srcId="{5F57BA1E-2A5C-477D-ADF9-2F8407C10DA6}" destId="{5FC8874A-D7B4-4E3C-B262-6FA0F0BF86B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87F288-5BB6-4930-80B1-15FD2210205F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6FD80CE3-BC9D-4C02-A834-393595125CD2}">
      <dgm:prSet custT="1"/>
      <dgm:spPr/>
      <dgm:t>
        <a:bodyPr/>
        <a:lstStyle/>
        <a:p>
          <a:r>
            <a:rPr lang="it-IT" sz="2800"/>
            <a:t>Swapping composto da:</a:t>
          </a:r>
          <a:endParaRPr lang="en-US" sz="2800"/>
        </a:p>
      </dgm:t>
    </dgm:pt>
    <dgm:pt modelId="{6E168BCC-8E45-4378-8FB1-9063D2BA67EF}" type="parTrans" cxnId="{3C41F67F-3C02-4F80-812F-415F5C8CC369}">
      <dgm:prSet/>
      <dgm:spPr/>
      <dgm:t>
        <a:bodyPr/>
        <a:lstStyle/>
        <a:p>
          <a:endParaRPr lang="en-US"/>
        </a:p>
      </dgm:t>
    </dgm:pt>
    <dgm:pt modelId="{24B38031-CE47-48C0-A4D0-8EE4F4C4E7FC}" type="sibTrans" cxnId="{3C41F67F-3C02-4F80-812F-415F5C8CC369}">
      <dgm:prSet/>
      <dgm:spPr/>
      <dgm:t>
        <a:bodyPr/>
        <a:lstStyle/>
        <a:p>
          <a:endParaRPr lang="en-US"/>
        </a:p>
      </dgm:t>
    </dgm:pt>
    <dgm:pt modelId="{9C2EC279-6734-4278-95A4-F12EF6AF334F}">
      <dgm:prSet custT="1"/>
      <dgm:spPr/>
      <dgm:t>
        <a:bodyPr/>
        <a:lstStyle/>
        <a:p>
          <a:r>
            <a:rPr lang="it-IT" sz="2400"/>
            <a:t>Identificare i processi inattivi</a:t>
          </a:r>
          <a:endParaRPr lang="en-US" sz="2400"/>
        </a:p>
      </dgm:t>
    </dgm:pt>
    <dgm:pt modelId="{673E614F-8A79-43C7-B777-87CFD482601B}" type="parTrans" cxnId="{51800C45-5B1B-46D4-AA91-EC3775E2806A}">
      <dgm:prSet/>
      <dgm:spPr/>
      <dgm:t>
        <a:bodyPr/>
        <a:lstStyle/>
        <a:p>
          <a:endParaRPr lang="en-US"/>
        </a:p>
      </dgm:t>
    </dgm:pt>
    <dgm:pt modelId="{A4803594-6048-443A-87D1-BF1BB1FBB7D3}" type="sibTrans" cxnId="{51800C45-5B1B-46D4-AA91-EC3775E2806A}">
      <dgm:prSet/>
      <dgm:spPr/>
      <dgm:t>
        <a:bodyPr/>
        <a:lstStyle/>
        <a:p>
          <a:endParaRPr lang="en-US"/>
        </a:p>
      </dgm:t>
    </dgm:pt>
    <dgm:pt modelId="{D9B9F776-01CE-43E0-82D7-B7EE64643924}">
      <dgm:prSet custT="1"/>
      <dgm:spPr/>
      <dgm:t>
        <a:bodyPr/>
        <a:lstStyle/>
        <a:p>
          <a:r>
            <a:rPr lang="it-IT" sz="2400"/>
            <a:t>Salvare i loro dati sulla memoria temporanea </a:t>
          </a:r>
          <a:endParaRPr lang="en-US" sz="2400"/>
        </a:p>
      </dgm:t>
    </dgm:pt>
    <dgm:pt modelId="{13331A15-DE89-4D74-AE25-121B3B05998D}" type="parTrans" cxnId="{9A19D836-0CE5-4938-B22E-4B2E4E89537C}">
      <dgm:prSet/>
      <dgm:spPr/>
      <dgm:t>
        <a:bodyPr/>
        <a:lstStyle/>
        <a:p>
          <a:endParaRPr lang="en-US"/>
        </a:p>
      </dgm:t>
    </dgm:pt>
    <dgm:pt modelId="{D1B91E5B-BD22-474D-A463-A4ECC025D276}" type="sibTrans" cxnId="{9A19D836-0CE5-4938-B22E-4B2E4E89537C}">
      <dgm:prSet/>
      <dgm:spPr/>
      <dgm:t>
        <a:bodyPr/>
        <a:lstStyle/>
        <a:p>
          <a:endParaRPr lang="en-US"/>
        </a:p>
      </dgm:t>
    </dgm:pt>
    <dgm:pt modelId="{13A8883F-F297-4A28-9D31-31FBABE5C0FF}">
      <dgm:prSet custT="1"/>
      <dgm:spPr/>
      <dgm:t>
        <a:bodyPr/>
        <a:lstStyle/>
        <a:p>
          <a:r>
            <a:rPr lang="it-IT" sz="2400"/>
            <a:t>Scaricamento </a:t>
          </a:r>
          <a:endParaRPr lang="en-US" sz="2400"/>
        </a:p>
      </dgm:t>
    </dgm:pt>
    <dgm:pt modelId="{7689CE9F-50B7-4271-8671-3C6B4B061BEA}" type="parTrans" cxnId="{3BC174A4-BF62-46D2-9FC2-967681080BA5}">
      <dgm:prSet/>
      <dgm:spPr/>
      <dgm:t>
        <a:bodyPr/>
        <a:lstStyle/>
        <a:p>
          <a:endParaRPr lang="en-US"/>
        </a:p>
      </dgm:t>
    </dgm:pt>
    <dgm:pt modelId="{0F10057E-BC34-4821-A9D1-4D76318F0C14}" type="sibTrans" cxnId="{3BC174A4-BF62-46D2-9FC2-967681080BA5}">
      <dgm:prSet/>
      <dgm:spPr/>
      <dgm:t>
        <a:bodyPr/>
        <a:lstStyle/>
        <a:p>
          <a:endParaRPr lang="en-US"/>
        </a:p>
      </dgm:t>
    </dgm:pt>
    <dgm:pt modelId="{D50D0C30-A740-4172-96D9-27696AA7D506}">
      <dgm:prSet custT="1"/>
      <dgm:spPr/>
      <dgm:t>
        <a:bodyPr/>
        <a:lstStyle/>
        <a:p>
          <a:r>
            <a:rPr lang="it-IT" sz="2400"/>
            <a:t>Caricamento</a:t>
          </a:r>
          <a:endParaRPr lang="en-US" sz="2400"/>
        </a:p>
      </dgm:t>
    </dgm:pt>
    <dgm:pt modelId="{C2CB8DC1-125B-4511-8D31-4BCA17F8F53A}" type="parTrans" cxnId="{E8C87FF1-9EC1-4653-90D2-446B1F8A54A1}">
      <dgm:prSet/>
      <dgm:spPr/>
      <dgm:t>
        <a:bodyPr/>
        <a:lstStyle/>
        <a:p>
          <a:endParaRPr lang="en-US"/>
        </a:p>
      </dgm:t>
    </dgm:pt>
    <dgm:pt modelId="{7879EC44-9090-4347-8115-97693E3A6D6E}" type="sibTrans" cxnId="{E8C87FF1-9EC1-4653-90D2-446B1F8A54A1}">
      <dgm:prSet/>
      <dgm:spPr/>
      <dgm:t>
        <a:bodyPr/>
        <a:lstStyle/>
        <a:p>
          <a:endParaRPr lang="en-US"/>
        </a:p>
      </dgm:t>
    </dgm:pt>
    <dgm:pt modelId="{0E44CA8C-E204-4653-BF5D-8074BCC7A101}">
      <dgm:prSet custT="1"/>
      <dgm:spPr/>
      <dgm:t>
        <a:bodyPr/>
        <a:lstStyle/>
        <a:p>
          <a:r>
            <a:rPr lang="it-IT" sz="2800"/>
            <a:t>Caricamento dinamico </a:t>
          </a:r>
          <a:endParaRPr lang="en-US" sz="2800"/>
        </a:p>
      </dgm:t>
    </dgm:pt>
    <dgm:pt modelId="{56E5CEFE-E94B-4E4D-92AA-859E92625DA7}" type="parTrans" cxnId="{CE95B9B6-E2C8-43E4-82CD-A1B46AE5A181}">
      <dgm:prSet/>
      <dgm:spPr/>
      <dgm:t>
        <a:bodyPr/>
        <a:lstStyle/>
        <a:p>
          <a:endParaRPr lang="en-US"/>
        </a:p>
      </dgm:t>
    </dgm:pt>
    <dgm:pt modelId="{4E11B6F4-4660-46A8-8236-4F19235B2444}" type="sibTrans" cxnId="{CE95B9B6-E2C8-43E4-82CD-A1B46AE5A181}">
      <dgm:prSet/>
      <dgm:spPr/>
      <dgm:t>
        <a:bodyPr/>
        <a:lstStyle/>
        <a:p>
          <a:endParaRPr lang="en-US"/>
        </a:p>
      </dgm:t>
    </dgm:pt>
    <dgm:pt modelId="{F776A627-63E1-4BD1-9A21-BA64887D1687}">
      <dgm:prSet custT="1"/>
      <dgm:spPr/>
      <dgm:t>
        <a:bodyPr/>
        <a:lstStyle/>
        <a:p>
          <a:r>
            <a:rPr lang="it-IT" sz="2800"/>
            <a:t>Overlay </a:t>
          </a:r>
          <a:endParaRPr lang="en-US" sz="2800"/>
        </a:p>
      </dgm:t>
    </dgm:pt>
    <dgm:pt modelId="{E915AC0D-4B29-4700-83EF-8DBA716A61B3}" type="parTrans" cxnId="{09F6132C-6543-47A2-A2C7-33A01FEE8381}">
      <dgm:prSet/>
      <dgm:spPr/>
      <dgm:t>
        <a:bodyPr/>
        <a:lstStyle/>
        <a:p>
          <a:endParaRPr lang="en-US"/>
        </a:p>
      </dgm:t>
    </dgm:pt>
    <dgm:pt modelId="{E049A47F-FA62-4171-B6A2-603983FE7DD8}" type="sibTrans" cxnId="{09F6132C-6543-47A2-A2C7-33A01FEE8381}">
      <dgm:prSet/>
      <dgm:spPr/>
      <dgm:t>
        <a:bodyPr/>
        <a:lstStyle/>
        <a:p>
          <a:endParaRPr lang="en-US"/>
        </a:p>
      </dgm:t>
    </dgm:pt>
    <dgm:pt modelId="{F08B1B7B-2639-4694-92AB-B7B3F6DDE7AE}">
      <dgm:prSet custT="1"/>
      <dgm:spPr/>
      <dgm:t>
        <a:bodyPr/>
        <a:lstStyle/>
        <a:p>
          <a:r>
            <a:rPr lang="it-IT" sz="2800"/>
            <a:t>Partizionamento </a:t>
          </a:r>
          <a:endParaRPr lang="en-US" sz="2800"/>
        </a:p>
      </dgm:t>
    </dgm:pt>
    <dgm:pt modelId="{6527701D-434C-4552-887F-9ABFCE14B5A8}" type="parTrans" cxnId="{1E6052EA-F798-48A6-9D27-D3C7EB7A35B9}">
      <dgm:prSet/>
      <dgm:spPr/>
      <dgm:t>
        <a:bodyPr/>
        <a:lstStyle/>
        <a:p>
          <a:endParaRPr lang="en-US"/>
        </a:p>
      </dgm:t>
    </dgm:pt>
    <dgm:pt modelId="{5903C695-7168-42DB-A3B5-FD808C76A6BB}" type="sibTrans" cxnId="{1E6052EA-F798-48A6-9D27-D3C7EB7A35B9}">
      <dgm:prSet/>
      <dgm:spPr/>
      <dgm:t>
        <a:bodyPr/>
        <a:lstStyle/>
        <a:p>
          <a:endParaRPr lang="en-US"/>
        </a:p>
      </dgm:t>
    </dgm:pt>
    <dgm:pt modelId="{72157D10-D322-4933-AEE7-8AE13651A8BC}" type="pres">
      <dgm:prSet presAssocID="{FA87F288-5BB6-4930-80B1-15FD2210205F}" presName="linear" presStyleCnt="0">
        <dgm:presLayoutVars>
          <dgm:animLvl val="lvl"/>
          <dgm:resizeHandles val="exact"/>
        </dgm:presLayoutVars>
      </dgm:prSet>
      <dgm:spPr/>
    </dgm:pt>
    <dgm:pt modelId="{578683AB-EC6B-43B5-9D6C-067A24EAE6AF}" type="pres">
      <dgm:prSet presAssocID="{6FD80CE3-BC9D-4C02-A834-393595125CD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DDA8B8C-7F1D-4C26-B733-923A899DE51A}" type="pres">
      <dgm:prSet presAssocID="{6FD80CE3-BC9D-4C02-A834-393595125CD2}" presName="childText" presStyleLbl="revTx" presStyleIdx="0" presStyleCnt="1">
        <dgm:presLayoutVars>
          <dgm:bulletEnabled val="1"/>
        </dgm:presLayoutVars>
      </dgm:prSet>
      <dgm:spPr/>
    </dgm:pt>
    <dgm:pt modelId="{89CD7900-5079-4FDE-9722-09D8A56D55FE}" type="pres">
      <dgm:prSet presAssocID="{0E44CA8C-E204-4653-BF5D-8074BCC7A10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6C72574-DEE8-43BA-85AD-34EC0B6B30DB}" type="pres">
      <dgm:prSet presAssocID="{4E11B6F4-4660-46A8-8236-4F19235B2444}" presName="spacer" presStyleCnt="0"/>
      <dgm:spPr/>
    </dgm:pt>
    <dgm:pt modelId="{E4E945DD-255D-4E24-850F-8452A6FD81B9}" type="pres">
      <dgm:prSet presAssocID="{F776A627-63E1-4BD1-9A21-BA64887D168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1385C8E-8E16-4D66-B1E9-D2FE2D6E10B6}" type="pres">
      <dgm:prSet presAssocID="{E049A47F-FA62-4171-B6A2-603983FE7DD8}" presName="spacer" presStyleCnt="0"/>
      <dgm:spPr/>
    </dgm:pt>
    <dgm:pt modelId="{79C1237A-970E-4693-A2C9-6D9FFD10326C}" type="pres">
      <dgm:prSet presAssocID="{F08B1B7B-2639-4694-92AB-B7B3F6DDE7A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973B91E-69D7-40A4-9F5D-237880F93316}" type="presOf" srcId="{FA87F288-5BB6-4930-80B1-15FD2210205F}" destId="{72157D10-D322-4933-AEE7-8AE13651A8BC}" srcOrd="0" destOrd="0" presId="urn:microsoft.com/office/officeart/2005/8/layout/vList2"/>
    <dgm:cxn modelId="{938B402B-F4BD-4146-9AE1-9318CCCDDCD6}" type="presOf" srcId="{6FD80CE3-BC9D-4C02-A834-393595125CD2}" destId="{578683AB-EC6B-43B5-9D6C-067A24EAE6AF}" srcOrd="0" destOrd="0" presId="urn:microsoft.com/office/officeart/2005/8/layout/vList2"/>
    <dgm:cxn modelId="{09F6132C-6543-47A2-A2C7-33A01FEE8381}" srcId="{FA87F288-5BB6-4930-80B1-15FD2210205F}" destId="{F776A627-63E1-4BD1-9A21-BA64887D1687}" srcOrd="2" destOrd="0" parTransId="{E915AC0D-4B29-4700-83EF-8DBA716A61B3}" sibTransId="{E049A47F-FA62-4171-B6A2-603983FE7DD8}"/>
    <dgm:cxn modelId="{7F39BB30-1493-48EB-9721-9CFD0EC0BCA5}" type="presOf" srcId="{D50D0C30-A740-4172-96D9-27696AA7D506}" destId="{6DDA8B8C-7F1D-4C26-B733-923A899DE51A}" srcOrd="0" destOrd="3" presId="urn:microsoft.com/office/officeart/2005/8/layout/vList2"/>
    <dgm:cxn modelId="{9A19D836-0CE5-4938-B22E-4B2E4E89537C}" srcId="{6FD80CE3-BC9D-4C02-A834-393595125CD2}" destId="{D9B9F776-01CE-43E0-82D7-B7EE64643924}" srcOrd="1" destOrd="0" parTransId="{13331A15-DE89-4D74-AE25-121B3B05998D}" sibTransId="{D1B91E5B-BD22-474D-A463-A4ECC025D276}"/>
    <dgm:cxn modelId="{51800C45-5B1B-46D4-AA91-EC3775E2806A}" srcId="{6FD80CE3-BC9D-4C02-A834-393595125CD2}" destId="{9C2EC279-6734-4278-95A4-F12EF6AF334F}" srcOrd="0" destOrd="0" parTransId="{673E614F-8A79-43C7-B777-87CFD482601B}" sibTransId="{A4803594-6048-443A-87D1-BF1BB1FBB7D3}"/>
    <dgm:cxn modelId="{F917CD64-0C05-4EC8-B574-F2013A22C327}" type="presOf" srcId="{13A8883F-F297-4A28-9D31-31FBABE5C0FF}" destId="{6DDA8B8C-7F1D-4C26-B733-923A899DE51A}" srcOrd="0" destOrd="2" presId="urn:microsoft.com/office/officeart/2005/8/layout/vList2"/>
    <dgm:cxn modelId="{3C41F67F-3C02-4F80-812F-415F5C8CC369}" srcId="{FA87F288-5BB6-4930-80B1-15FD2210205F}" destId="{6FD80CE3-BC9D-4C02-A834-393595125CD2}" srcOrd="0" destOrd="0" parTransId="{6E168BCC-8E45-4378-8FB1-9063D2BA67EF}" sibTransId="{24B38031-CE47-48C0-A4D0-8EE4F4C4E7FC}"/>
    <dgm:cxn modelId="{3BC174A4-BF62-46D2-9FC2-967681080BA5}" srcId="{6FD80CE3-BC9D-4C02-A834-393595125CD2}" destId="{13A8883F-F297-4A28-9D31-31FBABE5C0FF}" srcOrd="2" destOrd="0" parTransId="{7689CE9F-50B7-4271-8671-3C6B4B061BEA}" sibTransId="{0F10057E-BC34-4821-A9D1-4D76318F0C14}"/>
    <dgm:cxn modelId="{4302C0AD-F943-4C47-9DDF-918BFCDD7745}" type="presOf" srcId="{F776A627-63E1-4BD1-9A21-BA64887D1687}" destId="{E4E945DD-255D-4E24-850F-8452A6FD81B9}" srcOrd="0" destOrd="0" presId="urn:microsoft.com/office/officeart/2005/8/layout/vList2"/>
    <dgm:cxn modelId="{CE95B9B6-E2C8-43E4-82CD-A1B46AE5A181}" srcId="{FA87F288-5BB6-4930-80B1-15FD2210205F}" destId="{0E44CA8C-E204-4653-BF5D-8074BCC7A101}" srcOrd="1" destOrd="0" parTransId="{56E5CEFE-E94B-4E4D-92AA-859E92625DA7}" sibTransId="{4E11B6F4-4660-46A8-8236-4F19235B2444}"/>
    <dgm:cxn modelId="{FE01F7B6-5E79-45BA-823E-9834FBD0A9EE}" type="presOf" srcId="{9C2EC279-6734-4278-95A4-F12EF6AF334F}" destId="{6DDA8B8C-7F1D-4C26-B733-923A899DE51A}" srcOrd="0" destOrd="0" presId="urn:microsoft.com/office/officeart/2005/8/layout/vList2"/>
    <dgm:cxn modelId="{3CF071D7-231A-402A-9F76-D6494E0D9EDC}" type="presOf" srcId="{F08B1B7B-2639-4694-92AB-B7B3F6DDE7AE}" destId="{79C1237A-970E-4693-A2C9-6D9FFD10326C}" srcOrd="0" destOrd="0" presId="urn:microsoft.com/office/officeart/2005/8/layout/vList2"/>
    <dgm:cxn modelId="{D9681FD9-C655-4769-9D2B-39C6939D9DF1}" type="presOf" srcId="{0E44CA8C-E204-4653-BF5D-8074BCC7A101}" destId="{89CD7900-5079-4FDE-9722-09D8A56D55FE}" srcOrd="0" destOrd="0" presId="urn:microsoft.com/office/officeart/2005/8/layout/vList2"/>
    <dgm:cxn modelId="{8809A0E0-D7F1-427A-A1D0-8E5997729B01}" type="presOf" srcId="{D9B9F776-01CE-43E0-82D7-B7EE64643924}" destId="{6DDA8B8C-7F1D-4C26-B733-923A899DE51A}" srcOrd="0" destOrd="1" presId="urn:microsoft.com/office/officeart/2005/8/layout/vList2"/>
    <dgm:cxn modelId="{1E6052EA-F798-48A6-9D27-D3C7EB7A35B9}" srcId="{FA87F288-5BB6-4930-80B1-15FD2210205F}" destId="{F08B1B7B-2639-4694-92AB-B7B3F6DDE7AE}" srcOrd="3" destOrd="0" parTransId="{6527701D-434C-4552-887F-9ABFCE14B5A8}" sibTransId="{5903C695-7168-42DB-A3B5-FD808C76A6BB}"/>
    <dgm:cxn modelId="{E8C87FF1-9EC1-4653-90D2-446B1F8A54A1}" srcId="{6FD80CE3-BC9D-4C02-A834-393595125CD2}" destId="{D50D0C30-A740-4172-96D9-27696AA7D506}" srcOrd="3" destOrd="0" parTransId="{C2CB8DC1-125B-4511-8D31-4BCA17F8F53A}" sibTransId="{7879EC44-9090-4347-8115-97693E3A6D6E}"/>
    <dgm:cxn modelId="{62F3AA97-0040-468D-8875-4E69CBE3AD9E}" type="presParOf" srcId="{72157D10-D322-4933-AEE7-8AE13651A8BC}" destId="{578683AB-EC6B-43B5-9D6C-067A24EAE6AF}" srcOrd="0" destOrd="0" presId="urn:microsoft.com/office/officeart/2005/8/layout/vList2"/>
    <dgm:cxn modelId="{250C396E-D275-4E9A-842E-D60B17657125}" type="presParOf" srcId="{72157D10-D322-4933-AEE7-8AE13651A8BC}" destId="{6DDA8B8C-7F1D-4C26-B733-923A899DE51A}" srcOrd="1" destOrd="0" presId="urn:microsoft.com/office/officeart/2005/8/layout/vList2"/>
    <dgm:cxn modelId="{09340123-A2B6-4E3F-82D1-D53995E2DC33}" type="presParOf" srcId="{72157D10-D322-4933-AEE7-8AE13651A8BC}" destId="{89CD7900-5079-4FDE-9722-09D8A56D55FE}" srcOrd="2" destOrd="0" presId="urn:microsoft.com/office/officeart/2005/8/layout/vList2"/>
    <dgm:cxn modelId="{6DB5C815-9D2F-45DF-9085-F9680E0894D0}" type="presParOf" srcId="{72157D10-D322-4933-AEE7-8AE13651A8BC}" destId="{26C72574-DEE8-43BA-85AD-34EC0B6B30DB}" srcOrd="3" destOrd="0" presId="urn:microsoft.com/office/officeart/2005/8/layout/vList2"/>
    <dgm:cxn modelId="{C643A6BF-96E8-450C-96AB-72C369525B62}" type="presParOf" srcId="{72157D10-D322-4933-AEE7-8AE13651A8BC}" destId="{E4E945DD-255D-4E24-850F-8452A6FD81B9}" srcOrd="4" destOrd="0" presId="urn:microsoft.com/office/officeart/2005/8/layout/vList2"/>
    <dgm:cxn modelId="{9DF22F92-8CDC-427E-990E-4575DB93ED40}" type="presParOf" srcId="{72157D10-D322-4933-AEE7-8AE13651A8BC}" destId="{A1385C8E-8E16-4D66-B1E9-D2FE2D6E10B6}" srcOrd="5" destOrd="0" presId="urn:microsoft.com/office/officeart/2005/8/layout/vList2"/>
    <dgm:cxn modelId="{8D76944F-34D8-4D6B-B8C1-3EE049D0AF01}" type="presParOf" srcId="{72157D10-D322-4933-AEE7-8AE13651A8BC}" destId="{79C1237A-970E-4693-A2C9-6D9FFD10326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81C965-87A9-4DEF-8AD4-CDE53C141EEE}">
      <dsp:nvSpPr>
        <dsp:cNvPr id="0" name=""/>
        <dsp:cNvSpPr/>
      </dsp:nvSpPr>
      <dsp:spPr>
        <a:xfrm>
          <a:off x="0" y="277068"/>
          <a:ext cx="10515600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/>
            <a:t>Linking </a:t>
          </a:r>
          <a:r>
            <a:rPr lang="it-IT" sz="2800" kern="1200">
              <a:sym typeface="Wingdings" panose="05000000000000000000" pitchFamily="2" charset="2"/>
            </a:rPr>
            <a:t></a:t>
          </a:r>
          <a:r>
            <a:rPr lang="it-IT" sz="2800" kern="1200"/>
            <a:t> aggiunge al programma compilato le librerie </a:t>
          </a:r>
          <a:endParaRPr lang="en-US" sz="2800" kern="1200"/>
        </a:p>
      </dsp:txBody>
      <dsp:txXfrm>
        <a:off x="59399" y="336467"/>
        <a:ext cx="10396802" cy="1098002"/>
      </dsp:txXfrm>
    </dsp:sp>
    <dsp:sp modelId="{806B1A1E-EF10-40DA-B271-5B9711DB82F3}">
      <dsp:nvSpPr>
        <dsp:cNvPr id="0" name=""/>
        <dsp:cNvSpPr/>
      </dsp:nvSpPr>
      <dsp:spPr>
        <a:xfrm>
          <a:off x="0" y="1663794"/>
          <a:ext cx="10515600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/>
            <a:t>Binding </a:t>
          </a:r>
          <a:r>
            <a:rPr lang="it-IT" sz="2800" kern="1200">
              <a:sym typeface="Wingdings" panose="05000000000000000000" pitchFamily="2" charset="2"/>
            </a:rPr>
            <a:t></a:t>
          </a:r>
          <a:r>
            <a:rPr lang="it-IT" sz="2800" kern="1200"/>
            <a:t> passaggio da indirizzo logico a fisico e può avvenire in tre momenti diversi </a:t>
          </a:r>
          <a:endParaRPr lang="en-US" sz="2800" kern="1200"/>
        </a:p>
      </dsp:txBody>
      <dsp:txXfrm>
        <a:off x="59399" y="1723193"/>
        <a:ext cx="10396802" cy="1098002"/>
      </dsp:txXfrm>
    </dsp:sp>
    <dsp:sp modelId="{5FC8874A-D7B4-4E3C-B262-6FA0F0BF86B8}">
      <dsp:nvSpPr>
        <dsp:cNvPr id="0" name=""/>
        <dsp:cNvSpPr/>
      </dsp:nvSpPr>
      <dsp:spPr>
        <a:xfrm>
          <a:off x="0" y="2880594"/>
          <a:ext cx="10515600" cy="121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/>
            <a:t>compilazione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/>
            <a:t>caricamento (rilocazione statica)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/>
            <a:t>esecuzione (rilocazione dinamica)</a:t>
          </a:r>
          <a:endParaRPr lang="en-US" sz="2400" kern="1200"/>
        </a:p>
      </dsp:txBody>
      <dsp:txXfrm>
        <a:off x="0" y="2880594"/>
        <a:ext cx="10515600" cy="12109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8683AB-EC6B-43B5-9D6C-067A24EAE6AF}">
      <dsp:nvSpPr>
        <dsp:cNvPr id="0" name=""/>
        <dsp:cNvSpPr/>
      </dsp:nvSpPr>
      <dsp:spPr>
        <a:xfrm>
          <a:off x="0" y="5552"/>
          <a:ext cx="10684933" cy="6762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/>
            <a:t>Swapping composto da:</a:t>
          </a:r>
          <a:endParaRPr lang="en-US" sz="2800" kern="1200"/>
        </a:p>
      </dsp:txBody>
      <dsp:txXfrm>
        <a:off x="33012" y="38564"/>
        <a:ext cx="10618909" cy="610236"/>
      </dsp:txXfrm>
    </dsp:sp>
    <dsp:sp modelId="{6DDA8B8C-7F1D-4C26-B733-923A899DE51A}">
      <dsp:nvSpPr>
        <dsp:cNvPr id="0" name=""/>
        <dsp:cNvSpPr/>
      </dsp:nvSpPr>
      <dsp:spPr>
        <a:xfrm>
          <a:off x="0" y="681812"/>
          <a:ext cx="10684933" cy="161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247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/>
            <a:t>Identificare i processi inattivi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/>
            <a:t>Salvare i loro dati sulla memoria temporanea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/>
            <a:t>Scaricamento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2400" kern="1200"/>
            <a:t>Caricamento</a:t>
          </a:r>
          <a:endParaRPr lang="en-US" sz="2400" kern="1200"/>
        </a:p>
      </dsp:txBody>
      <dsp:txXfrm>
        <a:off x="0" y="681812"/>
        <a:ext cx="10684933" cy="1618740"/>
      </dsp:txXfrm>
    </dsp:sp>
    <dsp:sp modelId="{89CD7900-5079-4FDE-9722-09D8A56D55FE}">
      <dsp:nvSpPr>
        <dsp:cNvPr id="0" name=""/>
        <dsp:cNvSpPr/>
      </dsp:nvSpPr>
      <dsp:spPr>
        <a:xfrm>
          <a:off x="0" y="2300552"/>
          <a:ext cx="10684933" cy="6762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/>
            <a:t>Caricamento dinamico </a:t>
          </a:r>
          <a:endParaRPr lang="en-US" sz="2800" kern="1200"/>
        </a:p>
      </dsp:txBody>
      <dsp:txXfrm>
        <a:off x="33012" y="2333564"/>
        <a:ext cx="10618909" cy="610236"/>
      </dsp:txXfrm>
    </dsp:sp>
    <dsp:sp modelId="{E4E945DD-255D-4E24-850F-8452A6FD81B9}">
      <dsp:nvSpPr>
        <dsp:cNvPr id="0" name=""/>
        <dsp:cNvSpPr/>
      </dsp:nvSpPr>
      <dsp:spPr>
        <a:xfrm>
          <a:off x="0" y="3074732"/>
          <a:ext cx="10684933" cy="6762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/>
            <a:t>Overlay </a:t>
          </a:r>
          <a:endParaRPr lang="en-US" sz="2800" kern="1200"/>
        </a:p>
      </dsp:txBody>
      <dsp:txXfrm>
        <a:off x="33012" y="3107744"/>
        <a:ext cx="10618909" cy="610236"/>
      </dsp:txXfrm>
    </dsp:sp>
    <dsp:sp modelId="{79C1237A-970E-4693-A2C9-6D9FFD10326C}">
      <dsp:nvSpPr>
        <dsp:cNvPr id="0" name=""/>
        <dsp:cNvSpPr/>
      </dsp:nvSpPr>
      <dsp:spPr>
        <a:xfrm>
          <a:off x="0" y="3848912"/>
          <a:ext cx="10684933" cy="6762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/>
            <a:t>Partizionamento </a:t>
          </a:r>
          <a:endParaRPr lang="en-US" sz="2800" kern="1200"/>
        </a:p>
      </dsp:txBody>
      <dsp:txXfrm>
        <a:off x="33012" y="3881924"/>
        <a:ext cx="10618909" cy="610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BA1BB-160F-462D-926B-23E09097FA49}" type="datetimeFigureOut">
              <a:t>18/03/26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668C0B-DAE4-4661-A03B-A1A1A00D8D5B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974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38303-157E-4474-B632-3C2541D8979B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9033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02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17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0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25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60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99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66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05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74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795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78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3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753579" y="893741"/>
            <a:ext cx="8656389" cy="3303764"/>
          </a:xfrm>
        </p:spPr>
        <p:txBody>
          <a:bodyPr anchor="t">
            <a:normAutofit/>
          </a:bodyPr>
          <a:lstStyle/>
          <a:p>
            <a:r>
              <a:rPr lang="de-DE" sz="4800"/>
              <a:t>La </a:t>
            </a:r>
            <a:r>
              <a:rPr lang="de-DE" sz="4800" err="1"/>
              <a:t>G</a:t>
            </a:r>
            <a:r>
              <a:rPr lang="de-DE" sz="5400" err="1"/>
              <a:t>estione</a:t>
            </a:r>
            <a:r>
              <a:rPr lang="de-DE" sz="5400"/>
              <a:t> </a:t>
            </a:r>
            <a:r>
              <a:rPr lang="de-DE" sz="4800"/>
              <a:t>della memoria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21208" y="4354633"/>
            <a:ext cx="3397649" cy="17065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Alessandro Romano 3I 19/03/2026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96254F-2BDB-E614-523E-B1C8CCBEC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2894633" cy="1463040"/>
          </a:xfrm>
        </p:spPr>
        <p:txBody>
          <a:bodyPr/>
          <a:lstStyle/>
          <a:p>
            <a:r>
              <a:rPr lang="it-IT"/>
              <a:t>sommario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7D659A9-BC44-FC1C-1292-FCF9367C3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28703"/>
            <a:ext cx="4757300" cy="376732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it-IT"/>
              <a:t>Memoria centrale </a:t>
            </a:r>
          </a:p>
          <a:p>
            <a:r>
              <a:rPr lang="it-IT"/>
              <a:t>Tipi di memoria </a:t>
            </a:r>
          </a:p>
          <a:p>
            <a:r>
              <a:rPr lang="it-IT"/>
              <a:t>Caricamento del programma </a:t>
            </a:r>
          </a:p>
          <a:p>
            <a:r>
              <a:rPr lang="it-IT"/>
              <a:t>Rilocazione statica </a:t>
            </a:r>
          </a:p>
          <a:p>
            <a:r>
              <a:rPr lang="it-IT"/>
              <a:t>Rilocazione dinamica</a:t>
            </a:r>
          </a:p>
          <a:p>
            <a:r>
              <a:rPr lang="it-IT"/>
              <a:t>Binding e linking</a:t>
            </a:r>
          </a:p>
          <a:p>
            <a:r>
              <a:rPr lang="it-IT"/>
              <a:t>Tecniche di allocazione della memoria centrale</a:t>
            </a:r>
          </a:p>
          <a:p>
            <a:r>
              <a:rPr lang="it-IT"/>
              <a:t>Partizione fissa </a:t>
            </a:r>
          </a:p>
          <a:p>
            <a:r>
              <a:rPr lang="it-IT"/>
              <a:t>Partizione variabile </a:t>
            </a:r>
          </a:p>
        </p:txBody>
      </p:sp>
    </p:spTree>
    <p:extLst>
      <p:ext uri="{BB962C8B-B14F-4D97-AF65-F5344CB8AC3E}">
        <p14:creationId xmlns:p14="http://schemas.microsoft.com/office/powerpoint/2010/main" val="25118032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92D95A-39C1-137B-5250-78DE98B9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Memoria centrale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1EAC46-F9FA-58FE-F7F1-F442BED45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Gestita dal </a:t>
            </a:r>
            <a:r>
              <a:rPr lang="it-IT" err="1"/>
              <a:t>memory</a:t>
            </a:r>
            <a:r>
              <a:rPr lang="it-IT"/>
              <a:t> manager </a:t>
            </a:r>
          </a:p>
          <a:p>
            <a:r>
              <a:rPr lang="it-IT"/>
              <a:t> Non basta mai </a:t>
            </a:r>
          </a:p>
          <a:p>
            <a:r>
              <a:rPr lang="it-IT"/>
              <a:t>Anni 80 128kB</a:t>
            </a:r>
          </a:p>
          <a:p>
            <a:r>
              <a:rPr lang="it-IT"/>
              <a:t>Anni 90 1MB</a:t>
            </a:r>
          </a:p>
          <a:p>
            <a:r>
              <a:rPr lang="it-IT"/>
              <a:t>Anni 2000 128MB</a:t>
            </a:r>
          </a:p>
          <a:p>
            <a:r>
              <a:rPr lang="it-IT"/>
              <a:t>Attualmente 4-8GB</a:t>
            </a:r>
          </a:p>
        </p:txBody>
      </p:sp>
    </p:spTree>
    <p:extLst>
      <p:ext uri="{BB962C8B-B14F-4D97-AF65-F5344CB8AC3E}">
        <p14:creationId xmlns:p14="http://schemas.microsoft.com/office/powerpoint/2010/main" val="2791277933"/>
      </p:ext>
    </p:extLst>
  </p:cSld>
  <p:clrMapOvr>
    <a:masterClrMapping/>
  </p:clrMapOvr>
  <p:transition spd="slow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42E03F-18F9-A91C-EEBE-D6C8AE37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Tipi di memoria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91FE85-5488-EF53-5E62-CF824B8E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Memoria centrale </a:t>
            </a:r>
          </a:p>
          <a:p>
            <a:r>
              <a:rPr lang="it-IT"/>
              <a:t>Nastro </a:t>
            </a:r>
          </a:p>
          <a:p>
            <a:r>
              <a:rPr lang="it-IT"/>
              <a:t>Disco </a:t>
            </a:r>
          </a:p>
          <a:p>
            <a:r>
              <a:rPr lang="it-IT"/>
              <a:t>Cache </a:t>
            </a:r>
          </a:p>
          <a:p>
            <a:r>
              <a:rPr lang="it-IT"/>
              <a:t>Registri  </a:t>
            </a:r>
          </a:p>
        </p:txBody>
      </p:sp>
    </p:spTree>
    <p:extLst>
      <p:ext uri="{BB962C8B-B14F-4D97-AF65-F5344CB8AC3E}">
        <p14:creationId xmlns:p14="http://schemas.microsoft.com/office/powerpoint/2010/main" val="845171862"/>
      </p:ext>
    </p:extLst>
  </p:cSld>
  <p:clrMapOvr>
    <a:masterClrMapping/>
  </p:clrMapOvr>
  <p:transition spd="slow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DE99DB-836E-5185-2379-DA768287B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69285"/>
            <a:ext cx="10515600" cy="1179411"/>
          </a:xfrm>
        </p:spPr>
        <p:txBody>
          <a:bodyPr/>
          <a:lstStyle/>
          <a:p>
            <a:pPr algn="ctr"/>
            <a:r>
              <a:rPr lang="it-IT">
                <a:solidFill>
                  <a:schemeClr val="tx1"/>
                </a:solidFill>
              </a:rPr>
              <a:t>Caricamento del programma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07F59E-BC27-83AD-B3FA-8DD52C3A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3/18/26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9" name="Segnaposto contenuto 8">
            <a:extLst>
              <a:ext uri="{FF2B5EF4-FFF2-40B4-BE49-F238E27FC236}">
                <a16:creationId xmlns:a16="http://schemas.microsoft.com/office/drawing/2014/main" id="{31B467A9-1F78-DD81-E426-05CE6E8EB2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2487507"/>
              </p:ext>
            </p:extLst>
          </p:nvPr>
        </p:nvGraphicFramePr>
        <p:xfrm>
          <a:off x="543911" y="2054808"/>
          <a:ext cx="53266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626">
                  <a:extLst>
                    <a:ext uri="{9D8B030D-6E8A-4147-A177-3AD203B41FA5}">
                      <a16:colId xmlns:a16="http://schemas.microsoft.com/office/drawing/2014/main" val="34630350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chemeClr val="tx1"/>
                          </a:solidFill>
                        </a:rPr>
                        <a:t>Programmi caricati nella memoria centrale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964673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202DEE24-1CD1-90EF-57D9-D830DDDD7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696182"/>
              </p:ext>
            </p:extLst>
          </p:nvPr>
        </p:nvGraphicFramePr>
        <p:xfrm>
          <a:off x="543911" y="2854488"/>
          <a:ext cx="532662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625">
                  <a:extLst>
                    <a:ext uri="{9D8B030D-6E8A-4147-A177-3AD203B41FA5}">
                      <a16:colId xmlns:a16="http://schemas.microsoft.com/office/drawing/2014/main" val="1906608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chemeClr val="tx1"/>
                          </a:solidFill>
                        </a:rPr>
                        <a:t>Coda di entrata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095776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E72B6AB1-0B19-1119-4704-112D40748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143001"/>
              </p:ext>
            </p:extLst>
          </p:nvPr>
        </p:nvGraphicFramePr>
        <p:xfrm>
          <a:off x="543910" y="3225621"/>
          <a:ext cx="532662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625">
                  <a:extLst>
                    <a:ext uri="{9D8B030D-6E8A-4147-A177-3AD203B41FA5}">
                      <a16:colId xmlns:a16="http://schemas.microsoft.com/office/drawing/2014/main" val="2644006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chemeClr val="tx1"/>
                          </a:solidFill>
                        </a:rPr>
                        <a:t>Processi pronti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346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5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0 0.2148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F5931-CB0A-952C-9960-E280F11A5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tx1"/>
                </a:solidFill>
              </a:rPr>
              <a:t>Rilocazione statica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2B220C-AEE9-01D4-0D0A-63F31B60D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3/18/26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1C39F9A-2F91-7CE4-6911-8CE6DA2AD25A}"/>
              </a:ext>
            </a:extLst>
          </p:cNvPr>
          <p:cNvSpPr txBox="1"/>
          <p:nvPr/>
        </p:nvSpPr>
        <p:spPr>
          <a:xfrm>
            <a:off x="838200" y="1553496"/>
            <a:ext cx="10480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/>
              <a:t>Indirizzi logici  							Memoria fisica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042D848-0EAF-DB14-E16B-68E39F324FB2}"/>
              </a:ext>
            </a:extLst>
          </p:cNvPr>
          <p:cNvSpPr txBox="1"/>
          <p:nvPr/>
        </p:nvSpPr>
        <p:spPr>
          <a:xfrm>
            <a:off x="914401" y="2094229"/>
            <a:ext cx="3561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/>
              <a:t>0</a:t>
            </a:r>
          </a:p>
          <a:p>
            <a:r>
              <a:rPr lang="it-IT" sz="2400"/>
              <a:t>1</a:t>
            </a:r>
          </a:p>
          <a:p>
            <a:r>
              <a:rPr lang="it-IT" sz="2400"/>
              <a:t>2</a:t>
            </a:r>
          </a:p>
          <a:p>
            <a:r>
              <a:rPr lang="it-IT" sz="2400"/>
              <a:t>3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B731CF5-6277-6588-AD00-EEFF86F4B107}"/>
              </a:ext>
            </a:extLst>
          </p:cNvPr>
          <p:cNvSpPr txBox="1"/>
          <p:nvPr/>
        </p:nvSpPr>
        <p:spPr>
          <a:xfrm>
            <a:off x="9212826" y="2015161"/>
            <a:ext cx="87075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/>
              <a:t>#100</a:t>
            </a:r>
          </a:p>
          <a:p>
            <a:r>
              <a:rPr lang="it-IT" sz="2400"/>
              <a:t>#101</a:t>
            </a:r>
          </a:p>
          <a:p>
            <a:r>
              <a:rPr lang="it-IT" sz="2400"/>
              <a:t>#102</a:t>
            </a:r>
          </a:p>
          <a:p>
            <a:r>
              <a:rPr lang="it-IT" sz="2400"/>
              <a:t>#103</a:t>
            </a:r>
          </a:p>
          <a:p>
            <a:r>
              <a:rPr lang="it-IT" sz="2400"/>
              <a:t>#104</a:t>
            </a:r>
          </a:p>
          <a:p>
            <a:r>
              <a:rPr lang="it-IT" sz="2400"/>
              <a:t>#105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8D4B827B-7343-A963-6BB0-6B355FBD9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374739"/>
              </p:ext>
            </p:extLst>
          </p:nvPr>
        </p:nvGraphicFramePr>
        <p:xfrm>
          <a:off x="1491225" y="2103170"/>
          <a:ext cx="199922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9226">
                  <a:extLst>
                    <a:ext uri="{9D8B030D-6E8A-4147-A177-3AD203B41FA5}">
                      <a16:colId xmlns:a16="http://schemas.microsoft.com/office/drawing/2014/main" val="795955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chemeClr val="tx1"/>
                          </a:solidFill>
                        </a:rPr>
                        <a:t>a=5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802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/>
                        <a:t>b=7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932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/>
                        <a:t>somma=</a:t>
                      </a:r>
                      <a:r>
                        <a:rPr lang="it-IT" err="1"/>
                        <a:t>a+b</a:t>
                      </a:r>
                      <a:endParaRPr lang="it-IT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057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err="1"/>
                        <a:t>moltipl</a:t>
                      </a:r>
                      <a:r>
                        <a:rPr lang="it-IT"/>
                        <a:t>=a*b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754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876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07407E-6 L 0.63216 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6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65198-9B16-255B-5108-54FE14BD7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012C11-0213-C44B-1B00-6362A11D3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tx1"/>
                </a:solidFill>
              </a:rPr>
              <a:t>Rilocazione dinamica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A3555F-E3CD-21B2-DA52-10B2E60D7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3/18/26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6990599-4110-FD56-76C4-CD63FFFC5589}"/>
              </a:ext>
            </a:extLst>
          </p:cNvPr>
          <p:cNvSpPr txBox="1"/>
          <p:nvPr/>
        </p:nvSpPr>
        <p:spPr>
          <a:xfrm>
            <a:off x="838200" y="1553496"/>
            <a:ext cx="10480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/>
              <a:t>Indirizzi logici  							Memoria fisica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7D04743-19A5-724C-E858-A9BEED98108D}"/>
              </a:ext>
            </a:extLst>
          </p:cNvPr>
          <p:cNvSpPr txBox="1"/>
          <p:nvPr/>
        </p:nvSpPr>
        <p:spPr>
          <a:xfrm>
            <a:off x="914401" y="2094229"/>
            <a:ext cx="3561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/>
              <a:t>0</a:t>
            </a:r>
          </a:p>
          <a:p>
            <a:r>
              <a:rPr lang="it-IT" sz="2400"/>
              <a:t>1</a:t>
            </a:r>
          </a:p>
          <a:p>
            <a:r>
              <a:rPr lang="it-IT" sz="2400"/>
              <a:t>2</a:t>
            </a:r>
          </a:p>
          <a:p>
            <a:r>
              <a:rPr lang="it-IT" sz="2400"/>
              <a:t>3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B93F664-6536-3A32-8F8C-FC58CAC2B520}"/>
              </a:ext>
            </a:extLst>
          </p:cNvPr>
          <p:cNvSpPr txBox="1"/>
          <p:nvPr/>
        </p:nvSpPr>
        <p:spPr>
          <a:xfrm>
            <a:off x="9212826" y="2015161"/>
            <a:ext cx="87075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/>
              <a:t>#234</a:t>
            </a:r>
          </a:p>
          <a:p>
            <a:r>
              <a:rPr lang="it-IT" sz="2400"/>
              <a:t>#235</a:t>
            </a:r>
          </a:p>
          <a:p>
            <a:r>
              <a:rPr lang="it-IT" sz="2400"/>
              <a:t>#236</a:t>
            </a:r>
          </a:p>
          <a:p>
            <a:r>
              <a:rPr lang="it-IT" sz="2400"/>
              <a:t>#237</a:t>
            </a:r>
          </a:p>
          <a:p>
            <a:r>
              <a:rPr lang="it-IT" sz="2400"/>
              <a:t>#238</a:t>
            </a:r>
          </a:p>
          <a:p>
            <a:r>
              <a:rPr lang="it-IT" sz="2400"/>
              <a:t>#239</a:t>
            </a:r>
          </a:p>
          <a:p>
            <a:r>
              <a:rPr lang="it-IT" sz="2400"/>
              <a:t>#240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307486E6-B28F-A140-1812-A95D9D120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46430"/>
              </p:ext>
            </p:extLst>
          </p:nvPr>
        </p:nvGraphicFramePr>
        <p:xfrm>
          <a:off x="1491225" y="2103170"/>
          <a:ext cx="199922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9226">
                  <a:extLst>
                    <a:ext uri="{9D8B030D-6E8A-4147-A177-3AD203B41FA5}">
                      <a16:colId xmlns:a16="http://schemas.microsoft.com/office/drawing/2014/main" val="795955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chemeClr val="tx1"/>
                          </a:solidFill>
                        </a:rPr>
                        <a:t>a=5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802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/>
                        <a:t>b=7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932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/>
                        <a:t>somma=</a:t>
                      </a:r>
                      <a:r>
                        <a:rPr lang="it-IT" err="1"/>
                        <a:t>a+b</a:t>
                      </a:r>
                      <a:endParaRPr lang="it-IT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057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err="1"/>
                        <a:t>moltipl</a:t>
                      </a:r>
                      <a:r>
                        <a:rPr lang="it-IT"/>
                        <a:t>=a*b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754138"/>
                  </a:ext>
                </a:extLst>
              </a:tr>
            </a:tbl>
          </a:graphicData>
        </a:graphic>
      </p:graphicFrame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6E44F490-006B-937A-16CB-52183FA6F542}"/>
              </a:ext>
            </a:extLst>
          </p:cNvPr>
          <p:cNvCxnSpPr>
            <a:cxnSpLocks/>
          </p:cNvCxnSpPr>
          <p:nvPr/>
        </p:nvCxnSpPr>
        <p:spPr>
          <a:xfrm>
            <a:off x="10052509" y="2635045"/>
            <a:ext cx="5440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33EF1E3-49C8-DFC0-8596-FAD5F2D226B5}"/>
              </a:ext>
            </a:extLst>
          </p:cNvPr>
          <p:cNvSpPr txBox="1"/>
          <p:nvPr/>
        </p:nvSpPr>
        <p:spPr>
          <a:xfrm>
            <a:off x="10596561" y="2440547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Registro base 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69447175-C161-F78D-6570-E89E494E8171}"/>
              </a:ext>
            </a:extLst>
          </p:cNvPr>
          <p:cNvCxnSpPr>
            <a:cxnSpLocks/>
          </p:cNvCxnSpPr>
          <p:nvPr/>
        </p:nvCxnSpPr>
        <p:spPr>
          <a:xfrm>
            <a:off x="10083577" y="3698302"/>
            <a:ext cx="5440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7DE64F0-CDD4-46F1-758B-323C288CC951}"/>
              </a:ext>
            </a:extLst>
          </p:cNvPr>
          <p:cNvSpPr txBox="1"/>
          <p:nvPr/>
        </p:nvSpPr>
        <p:spPr>
          <a:xfrm>
            <a:off x="10596561" y="3513636"/>
            <a:ext cx="1999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/>
              <a:t>Registro limite </a:t>
            </a:r>
          </a:p>
        </p:txBody>
      </p:sp>
    </p:spTree>
    <p:extLst>
      <p:ext uri="{BB962C8B-B14F-4D97-AF65-F5344CB8AC3E}">
        <p14:creationId xmlns:p14="http://schemas.microsoft.com/office/powerpoint/2010/main" val="7083572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07407E-6 L 0.63464 0.0532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732" y="2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5A855E-4574-43D8-80D4-75CDA217A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tx1"/>
                </a:solidFill>
              </a:rPr>
              <a:t>Binding e linking</a:t>
            </a:r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8DFA333D-22F6-4555-C90F-8DEB341D62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70333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3F96D5-72BA-A4CA-EFC6-4649D1093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3/18/26</a:t>
            </a:fld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839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39A285-63BB-0036-FC96-157EFD507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9125"/>
            <a:ext cx="10515600" cy="1460500"/>
          </a:xfrm>
        </p:spPr>
        <p:txBody>
          <a:bodyPr>
            <a:normAutofit/>
          </a:bodyPr>
          <a:lstStyle/>
          <a:p>
            <a:pPr algn="ctr"/>
            <a:r>
              <a:rPr lang="it-IT">
                <a:solidFill>
                  <a:schemeClr val="tx1"/>
                </a:solidFill>
              </a:rPr>
              <a:t>Tecniche per migliorare l’uso della memoria</a:t>
            </a:r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4242203B-98E3-5B17-EE98-7F6956B60D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8794687"/>
              </p:ext>
            </p:extLst>
          </p:nvPr>
        </p:nvGraphicFramePr>
        <p:xfrm>
          <a:off x="487438" y="1898197"/>
          <a:ext cx="10684933" cy="4530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CE2921-526C-FF8B-9700-DBAB13A7D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3/18/26</a:t>
            </a:fld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78570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7C2E39-9E45-1B5A-8A67-A2DBE7120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5705" y="665238"/>
            <a:ext cx="12523409" cy="1708700"/>
          </a:xfrm>
        </p:spPr>
        <p:txBody>
          <a:bodyPr>
            <a:normAutofit/>
          </a:bodyPr>
          <a:lstStyle/>
          <a:p>
            <a:pPr algn="ctr"/>
            <a:r>
              <a:rPr lang="it-IT">
                <a:solidFill>
                  <a:schemeClr val="tx1"/>
                </a:solidFill>
              </a:rPr>
              <a:t>Tecniche di allocazione della memoria centrale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29B472-84C6-D6D6-8492-089242026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692" y="2781375"/>
            <a:ext cx="10515600" cy="4351338"/>
          </a:xfrm>
        </p:spPr>
        <p:txBody>
          <a:bodyPr>
            <a:normAutofit lnSpcReduction="10000"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it-IT"/>
              <a:t>Allocazione contigua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/>
              <a:t>A partizione fissa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it-IT"/>
          </a:p>
          <a:p>
            <a:pPr marL="457200" lvl="1" indent="0">
              <a:buNone/>
            </a:pPr>
            <a:endParaRPr lang="it-IT"/>
          </a:p>
          <a:p>
            <a:pPr lvl="1">
              <a:buFont typeface="Arial" panose="020B0604020202020204" pitchFamily="34" charset="0"/>
              <a:buChar char="•"/>
            </a:pPr>
            <a:r>
              <a:rPr lang="it-IT"/>
              <a:t>Allocazione contigua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it-IT"/>
              <a:t>A partizioni fisse e variabili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/>
              <a:t>Allocazione non contigua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it-IT"/>
              <a:t>Paginazione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it-IT"/>
              <a:t>Segmentazione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it-IT"/>
              <a:t>Segmentazione con paginazione </a:t>
            </a:r>
          </a:p>
          <a:p>
            <a:pPr marL="457200" lvl="1" indent="0">
              <a:buNone/>
            </a:pPr>
            <a:endParaRPr lang="it-IT"/>
          </a:p>
          <a:p>
            <a:pPr lvl="1">
              <a:buFont typeface="Arial" panose="020B0604020202020204" pitchFamily="34" charset="0"/>
              <a:buChar char="•"/>
            </a:pPr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B33A77-89F3-76E0-0B42-95DBC19504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594" y="6492875"/>
            <a:ext cx="2743200" cy="365125"/>
          </a:xfrm>
        </p:spPr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3/18/26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F90A2CEB-DB8B-8205-DD16-B02E602EE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452440"/>
              </p:ext>
            </p:extLst>
          </p:nvPr>
        </p:nvGraphicFramePr>
        <p:xfrm>
          <a:off x="838200" y="1974796"/>
          <a:ext cx="81280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430984909"/>
                    </a:ext>
                  </a:extLst>
                </a:gridCol>
              </a:tblGrid>
              <a:tr h="620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800" err="1">
                          <a:solidFill>
                            <a:schemeClr val="tx1"/>
                          </a:solidFill>
                        </a:rPr>
                        <a:t>Monoprogrammato</a:t>
                      </a:r>
                      <a:r>
                        <a:rPr lang="it-IT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endParaRPr lang="it-IT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446052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1C3ACACA-66C6-5152-D3FC-ACCD0917C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863698"/>
              </p:ext>
            </p:extLst>
          </p:nvPr>
        </p:nvGraphicFramePr>
        <p:xfrm>
          <a:off x="838200" y="3320640"/>
          <a:ext cx="8128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339701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2800" err="1">
                          <a:solidFill>
                            <a:schemeClr val="tx1"/>
                          </a:solidFill>
                        </a:rPr>
                        <a:t>Multiprogrammato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909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25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B7E5D1-7FF7-C9B1-EB08-4FEC21F3F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tx1"/>
                </a:solidFill>
              </a:rPr>
              <a:t>Partizione fissa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DB43CF-455A-E781-9353-C4BBA2C1B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732" y="1707750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it-IT"/>
              <a:t>La dimensione della partizione è già definita </a:t>
            </a:r>
          </a:p>
          <a:p>
            <a:pPr marL="0" indent="0">
              <a:buNone/>
            </a:pPr>
            <a:r>
              <a:rPr lang="it-IT"/>
              <a:t>  Possono esserci due problemi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/>
              <a:t>Frammentazione interna (partizioni troppo grandi)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/>
              <a:t>Frammentazione esterna (partizioni di piccole dimensioni)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5343D2E-4154-995A-F88C-5BAD35FC3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3/18/26</a:t>
            </a:fld>
            <a:endParaRPr lang="en-US" sz="1400">
              <a:solidFill>
                <a:schemeClr val="tx1"/>
              </a:solidFill>
            </a:endParaRP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6C279CBE-FF9E-8754-783A-987BC6307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836362"/>
              </p:ext>
            </p:extLst>
          </p:nvPr>
        </p:nvGraphicFramePr>
        <p:xfrm>
          <a:off x="5490633" y="3614299"/>
          <a:ext cx="1549400" cy="2941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4220554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chemeClr val="bg1"/>
                          </a:solidFill>
                        </a:rPr>
                        <a:t>Partizione </a:t>
                      </a:r>
                      <a:r>
                        <a:rPr lang="it-IT">
                          <a:solidFill>
                            <a:srgbClr val="000000"/>
                          </a:solidFill>
                        </a:rPr>
                        <a:t>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555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t-IT"/>
                    </a:p>
                    <a:p>
                      <a:r>
                        <a:rPr lang="it-IT"/>
                        <a:t>Partizione 3</a:t>
                      </a:r>
                    </a:p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50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/>
                    </a:p>
                    <a:p>
                      <a:r>
                        <a:rPr lang="it-IT"/>
                        <a:t>Partizione 2</a:t>
                      </a:r>
                    </a:p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059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/>
                        <a:t>Partizione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722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/>
                        <a:t>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121845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55CDFA85-7301-E2B6-C471-A474774A9C73}"/>
              </a:ext>
            </a:extLst>
          </p:cNvPr>
          <p:cNvSpPr txBox="1"/>
          <p:nvPr/>
        </p:nvSpPr>
        <p:spPr>
          <a:xfrm>
            <a:off x="7233557" y="3590108"/>
            <a:ext cx="68480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700k</a:t>
            </a:r>
          </a:p>
          <a:p>
            <a:endParaRPr lang="it-IT"/>
          </a:p>
          <a:p>
            <a:endParaRPr lang="it-IT"/>
          </a:p>
          <a:p>
            <a:endParaRPr lang="it-IT"/>
          </a:p>
          <a:p>
            <a:r>
              <a:rPr lang="it-IT"/>
              <a:t>400k</a:t>
            </a:r>
          </a:p>
          <a:p>
            <a:endParaRPr lang="it-IT"/>
          </a:p>
          <a:p>
            <a:endParaRPr lang="it-IT"/>
          </a:p>
          <a:p>
            <a:r>
              <a:rPr lang="it-IT"/>
              <a:t>100k</a:t>
            </a:r>
          </a:p>
          <a:p>
            <a:endParaRPr lang="it-IT"/>
          </a:p>
          <a:p>
            <a:r>
              <a:rPr lang="it-IT"/>
              <a:t>0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CF6FFE6-1CFE-970F-9780-084028FC43E1}"/>
              </a:ext>
            </a:extLst>
          </p:cNvPr>
          <p:cNvSpPr/>
          <p:nvPr/>
        </p:nvSpPr>
        <p:spPr>
          <a:xfrm>
            <a:off x="4899420" y="5887811"/>
            <a:ext cx="233721" cy="32226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04114E3-69EF-FA85-89BD-49746FC55CFA}"/>
              </a:ext>
            </a:extLst>
          </p:cNvPr>
          <p:cNvSpPr/>
          <p:nvPr/>
        </p:nvSpPr>
        <p:spPr>
          <a:xfrm>
            <a:off x="4259826" y="5869596"/>
            <a:ext cx="233721" cy="32226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1867AA0-910A-D5EB-05F9-F60260AB5243}"/>
              </a:ext>
            </a:extLst>
          </p:cNvPr>
          <p:cNvSpPr/>
          <p:nvPr/>
        </p:nvSpPr>
        <p:spPr>
          <a:xfrm>
            <a:off x="3586097" y="5869596"/>
            <a:ext cx="233721" cy="32226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96FA850-E7DA-C073-822B-2E8FEEFA4931}"/>
              </a:ext>
            </a:extLst>
          </p:cNvPr>
          <p:cNvSpPr/>
          <p:nvPr/>
        </p:nvSpPr>
        <p:spPr>
          <a:xfrm>
            <a:off x="4790562" y="5266192"/>
            <a:ext cx="233721" cy="32226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2093601-1C2B-2F8C-C76B-BEE407458278}"/>
              </a:ext>
            </a:extLst>
          </p:cNvPr>
          <p:cNvSpPr/>
          <p:nvPr/>
        </p:nvSpPr>
        <p:spPr>
          <a:xfrm>
            <a:off x="4560752" y="3614299"/>
            <a:ext cx="233721" cy="32226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0FA3332-6131-2619-B7F0-AB8863909D10}"/>
              </a:ext>
            </a:extLst>
          </p:cNvPr>
          <p:cNvSpPr/>
          <p:nvPr/>
        </p:nvSpPr>
        <p:spPr>
          <a:xfrm>
            <a:off x="3945349" y="3614298"/>
            <a:ext cx="233721" cy="32226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2F3EB829-3FD5-82D0-3EB8-C12A655EB205}"/>
              </a:ext>
            </a:extLst>
          </p:cNvPr>
          <p:cNvCxnSpPr>
            <a:cxnSpLocks/>
          </p:cNvCxnSpPr>
          <p:nvPr/>
        </p:nvCxnSpPr>
        <p:spPr>
          <a:xfrm>
            <a:off x="5152735" y="6042823"/>
            <a:ext cx="253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70D7A4A2-4426-887A-1098-7FD573BCEDA5}"/>
              </a:ext>
            </a:extLst>
          </p:cNvPr>
          <p:cNvCxnSpPr>
            <a:cxnSpLocks/>
          </p:cNvCxnSpPr>
          <p:nvPr/>
        </p:nvCxnSpPr>
        <p:spPr>
          <a:xfrm>
            <a:off x="4585710" y="6047390"/>
            <a:ext cx="253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94C52DB1-0505-5ABB-E11D-D1E104C72A0F}"/>
              </a:ext>
            </a:extLst>
          </p:cNvPr>
          <p:cNvCxnSpPr>
            <a:cxnSpLocks/>
          </p:cNvCxnSpPr>
          <p:nvPr/>
        </p:nvCxnSpPr>
        <p:spPr>
          <a:xfrm>
            <a:off x="3909831" y="6035295"/>
            <a:ext cx="253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DF6EA208-9AF0-1FA1-0815-C506853AC7F2}"/>
              </a:ext>
            </a:extLst>
          </p:cNvPr>
          <p:cNvCxnSpPr>
            <a:cxnSpLocks/>
          </p:cNvCxnSpPr>
          <p:nvPr/>
        </p:nvCxnSpPr>
        <p:spPr>
          <a:xfrm>
            <a:off x="3195120" y="6030727"/>
            <a:ext cx="253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DABD2B66-888A-A0D3-4002-DA778BF3B6E3}"/>
              </a:ext>
            </a:extLst>
          </p:cNvPr>
          <p:cNvCxnSpPr>
            <a:cxnSpLocks/>
          </p:cNvCxnSpPr>
          <p:nvPr/>
        </p:nvCxnSpPr>
        <p:spPr>
          <a:xfrm>
            <a:off x="5133139" y="5415269"/>
            <a:ext cx="253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82407176-D110-1B45-AB09-58EECA8635BF}"/>
              </a:ext>
            </a:extLst>
          </p:cNvPr>
          <p:cNvCxnSpPr>
            <a:cxnSpLocks/>
          </p:cNvCxnSpPr>
          <p:nvPr/>
        </p:nvCxnSpPr>
        <p:spPr>
          <a:xfrm>
            <a:off x="4481451" y="5415227"/>
            <a:ext cx="253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D3BAA09D-C93C-3282-8268-467E76582640}"/>
              </a:ext>
            </a:extLst>
          </p:cNvPr>
          <p:cNvCxnSpPr>
            <a:cxnSpLocks/>
          </p:cNvCxnSpPr>
          <p:nvPr/>
        </p:nvCxnSpPr>
        <p:spPr>
          <a:xfrm>
            <a:off x="3650485" y="3777734"/>
            <a:ext cx="253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A8A576BF-0909-37E7-C1C1-02A9B87E66CE}"/>
              </a:ext>
            </a:extLst>
          </p:cNvPr>
          <p:cNvCxnSpPr>
            <a:cxnSpLocks/>
          </p:cNvCxnSpPr>
          <p:nvPr/>
        </p:nvCxnSpPr>
        <p:spPr>
          <a:xfrm>
            <a:off x="4235937" y="3787566"/>
            <a:ext cx="253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4F4494A9-0C04-A76F-04B1-3B6222587984}"/>
              </a:ext>
            </a:extLst>
          </p:cNvPr>
          <p:cNvCxnSpPr>
            <a:cxnSpLocks/>
          </p:cNvCxnSpPr>
          <p:nvPr/>
        </p:nvCxnSpPr>
        <p:spPr>
          <a:xfrm>
            <a:off x="4897139" y="3787566"/>
            <a:ext cx="253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11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0CB546-CB0F-615E-7875-76693AA5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solidFill>
                  <a:schemeClr val="tx1"/>
                </a:solidFill>
              </a:rPr>
              <a:t>Partizione variabile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0B5E44-CF87-41D8-2ED2-41B7505FA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/>
              <a:t>È possibile modificare il numero e la dimensione di ogni partizione.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/>
              <a:t>Ci può essere un problema legato allo spazio disponibili.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/>
              <a:t>Ci sono 4 possibili soluzioni: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/>
              <a:t>First-</a:t>
            </a:r>
            <a:r>
              <a:rPr lang="it-IT" err="1"/>
              <a:t>fit</a:t>
            </a:r>
            <a:endParaRPr lang="it-IT"/>
          </a:p>
          <a:p>
            <a:pPr lvl="1">
              <a:buFont typeface="Arial" panose="020B0604020202020204" pitchFamily="34" charset="0"/>
              <a:buChar char="•"/>
            </a:pPr>
            <a:r>
              <a:rPr lang="it-IT"/>
              <a:t>Next-</a:t>
            </a:r>
            <a:r>
              <a:rPr lang="it-IT" err="1"/>
              <a:t>fit</a:t>
            </a:r>
            <a:endParaRPr lang="it-IT"/>
          </a:p>
          <a:p>
            <a:pPr lvl="1">
              <a:buFont typeface="Arial" panose="020B0604020202020204" pitchFamily="34" charset="0"/>
              <a:buChar char="•"/>
            </a:pPr>
            <a:r>
              <a:rPr lang="it-IT"/>
              <a:t>Best-</a:t>
            </a:r>
            <a:r>
              <a:rPr lang="it-IT" err="1"/>
              <a:t>fit</a:t>
            </a:r>
            <a:endParaRPr lang="it-IT"/>
          </a:p>
          <a:p>
            <a:pPr lvl="1">
              <a:buFont typeface="Arial" panose="020B0604020202020204" pitchFamily="34" charset="0"/>
              <a:buChar char="•"/>
            </a:pPr>
            <a:r>
              <a:rPr lang="it-IT" err="1"/>
              <a:t>Worst-fit</a:t>
            </a:r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D3FEB36-1F8A-90FC-35E5-1B5A1B02F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4CDE-B292-4CAF-88CE-BCA13E6C4E7F}" type="datetime1">
              <a:rPr lang="en-US" sz="1400" smtClean="0">
                <a:solidFill>
                  <a:schemeClr val="tx1"/>
                </a:solidFill>
              </a:rPr>
              <a:t>3/18/26</a:t>
            </a:fld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91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10BCA2-6919-9F80-6FC9-DB775A7D2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351" y="2695932"/>
            <a:ext cx="6281300" cy="1463040"/>
          </a:xfrm>
        </p:spPr>
        <p:txBody>
          <a:bodyPr/>
          <a:lstStyle/>
          <a:p>
            <a:r>
              <a:rPr lang="it-IT"/>
              <a:t>Grazie Per L'Attenzione</a:t>
            </a:r>
          </a:p>
        </p:txBody>
      </p:sp>
    </p:spTree>
    <p:extLst>
      <p:ext uri="{BB962C8B-B14F-4D97-AF65-F5344CB8AC3E}">
        <p14:creationId xmlns:p14="http://schemas.microsoft.com/office/powerpoint/2010/main" val="303078268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4" baseType="lpstr">
      <vt:lpstr>GestaltVTI</vt:lpstr>
      <vt:lpstr>La Gestione della memoria</vt:lpstr>
      <vt:lpstr>sommario</vt:lpstr>
      <vt:lpstr>Memoria centrale </vt:lpstr>
      <vt:lpstr>Tipi di memoria </vt:lpstr>
      <vt:lpstr>Caricamento del programma</vt:lpstr>
      <vt:lpstr>Rilocazione statica</vt:lpstr>
      <vt:lpstr>Rilocazione dinamica</vt:lpstr>
      <vt:lpstr>Binding e linking</vt:lpstr>
      <vt:lpstr>Tecniche per migliorare l’uso della memoria</vt:lpstr>
      <vt:lpstr>Tecniche di allocazione della memoria centrale</vt:lpstr>
      <vt:lpstr>Partizione fissa </vt:lpstr>
      <vt:lpstr>Partizione variabile </vt:lpstr>
      <vt:lpstr>Grazie Per L'Attenzione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Gestione della memoria</dc:title>
  <dc:creator/>
  <cp:lastModifiedBy>alessandro romano</cp:lastModifiedBy>
  <cp:revision>2</cp:revision>
  <dcterms:created xsi:type="dcterms:W3CDTF">2026-03-18T17:36:19Z</dcterms:created>
  <dcterms:modified xsi:type="dcterms:W3CDTF">2026-03-18T19:51:23Z</dcterms:modified>
</cp:coreProperties>
</file>