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gestione della memoria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Sistema Operativo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Cos’è la 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 RAM è la memoria principale</a:t>
            </a:r>
          </a:p>
          <a:p>
            <a:r>
              <a:t>• Serve per eseguire programmi</a:t>
            </a:r>
          </a:p>
          <a:p>
            <a:r>
              <a:t>• È veloce ma limitata</a:t>
            </a:r>
          </a:p>
          <a:p>
            <a:r>
              <a:t>• Gestita dal Sistema Operativo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Perché la memoria è un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 programmi usano molta memoria</a:t>
            </a:r>
          </a:p>
          <a:p>
            <a:r>
              <a:t>• La RAM non basta mai</a:t>
            </a:r>
          </a:p>
          <a:p>
            <a:r>
              <a:t>• In passato era molto più piccola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Memoria virtuale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Usata dal Sistema Operativo</a:t>
            </a:r>
          </a:p>
          <a:p>
            <a:r>
              <a:t>• Fa sembrare la memoria più grande</a:t>
            </a:r>
          </a:p>
          <a:p>
            <a:r>
              <a:t>• Usa anche il disco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Tipi di memoria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Registri</a:t>
            </a:r>
          </a:p>
          <a:p>
            <a:r>
              <a:t>• Cache</a:t>
            </a:r>
          </a:p>
          <a:p>
            <a:r>
              <a:t>• RAM</a:t>
            </a:r>
          </a:p>
          <a:p>
            <a:r>
              <a:t>• Disco</a:t>
            </a:r>
          </a:p>
          <a:p>
            <a:r>
              <a:t>• Nastro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Gerarchia della memoria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Più veloce = meno grande</a:t>
            </a:r>
          </a:p>
          <a:p>
            <a:r>
              <a:t>• Più grande = più lenta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Gestore della memoria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Controlla RAM libera</a:t>
            </a:r>
          </a:p>
          <a:p>
            <a:r>
              <a:t>• Assegna memoria</a:t>
            </a:r>
          </a:p>
          <a:p>
            <a:r>
              <a:t>• Libera memoria</a:t>
            </a:r>
          </a:p>
          <a:p>
            <a:r>
              <a:t>• Usa il disco se serve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Programma e processo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Programma su disco</a:t>
            </a:r>
          </a:p>
          <a:p>
            <a:r>
              <a:t>• Diventa processo</a:t>
            </a:r>
          </a:p>
          <a:p>
            <a:r>
              <a:t>• Caricato in 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Indirizzi di memoria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Indirizzi logici</a:t>
            </a:r>
          </a:p>
          <a:p>
            <a:r>
              <a:t>• Indirizzi fisici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Codice rilocabile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Può stare ovunque in 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Rilocazione statica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Avviene al caricamento</a:t>
            </a:r>
          </a:p>
          <a:p>
            <a:r>
              <a:t>• Indirizzi fissi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Rilocazione dinamica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Avviene durante l’esecuzione</a:t>
            </a:r>
          </a:p>
          <a:p>
            <a:r>
              <a:t>• Usa registro base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MMU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Traduce indirizzi</a:t>
            </a:r>
          </a:p>
          <a:p>
            <a:r>
              <a:t>• Logico → fisico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Registri base e limite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Base: inizio memoria</a:t>
            </a:r>
          </a:p>
          <a:p>
            <a:r>
              <a:t>• Limite: dimensione massima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Protezione della memoria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Evita accessi illegali</a:t>
            </a:r>
          </a:p>
          <a:p>
            <a:r>
              <a:t>• Blocca errori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Compilazione</a:t>
            </a:r>
          </a:p>
          <a:p>
            <a:r>
              <a:t>• Caricamento</a:t>
            </a:r>
          </a:p>
          <a:p>
            <a:r>
              <a:t>• Esecuzione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