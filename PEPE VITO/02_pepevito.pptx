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F69E2C-0EA7-419F-97E0-49C88331AB77}" v="198" dt="2026-02-15T22:58:08.575"/>
    <p1510:client id="{68A64039-FB54-4D01-9A39-69D4D19976E9}" v="736" dt="2026-02-15T23:53:09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to Pepe" userId="S::pepe.vito@pzis022008.onmicrosoft.com::c1270e66-27c0-4eb3-8edf-4d7c33be4b58" providerId="AD" clId="Web-{51F69E2C-0EA7-419F-97E0-49C88331AB77}"/>
    <pc:docChg chg="addSld modSld addMainMaster delMainMaster">
      <pc:chgData name="Vito Pepe" userId="S::pepe.vito@pzis022008.onmicrosoft.com::c1270e66-27c0-4eb3-8edf-4d7c33be4b58" providerId="AD" clId="Web-{51F69E2C-0EA7-419F-97E0-49C88331AB77}" dt="2026-02-15T22:58:08.575" v="208" actId="20577"/>
      <pc:docMkLst>
        <pc:docMk/>
      </pc:docMkLst>
      <pc:sldChg chg="addSp modSp new mod setBg modClrScheme chgLayout">
        <pc:chgData name="Vito Pepe" userId="S::pepe.vito@pzis022008.onmicrosoft.com::c1270e66-27c0-4eb3-8edf-4d7c33be4b58" providerId="AD" clId="Web-{51F69E2C-0EA7-419F-97E0-49C88331AB77}" dt="2026-02-15T22:40:18.933" v="28"/>
        <pc:sldMkLst>
          <pc:docMk/>
          <pc:sldMk cId="4232718772" sldId="256"/>
        </pc:sldMkLst>
        <pc:spChg chg="mod">
          <ac:chgData name="Vito Pepe" userId="S::pepe.vito@pzis022008.onmicrosoft.com::c1270e66-27c0-4eb3-8edf-4d7c33be4b58" providerId="AD" clId="Web-{51F69E2C-0EA7-419F-97E0-49C88331AB77}" dt="2026-02-15T22:40:18.933" v="28"/>
          <ac:spMkLst>
            <pc:docMk/>
            <pc:sldMk cId="4232718772" sldId="256"/>
            <ac:spMk id="2" creationId="{A762347B-110E-54A2-9ED6-931F1D39BAF0}"/>
          </ac:spMkLst>
        </pc:spChg>
        <pc:spChg chg="mod">
          <ac:chgData name="Vito Pepe" userId="S::pepe.vito@pzis022008.onmicrosoft.com::c1270e66-27c0-4eb3-8edf-4d7c33be4b58" providerId="AD" clId="Web-{51F69E2C-0EA7-419F-97E0-49C88331AB77}" dt="2026-02-15T22:40:18.933" v="28"/>
          <ac:spMkLst>
            <pc:docMk/>
            <pc:sldMk cId="4232718772" sldId="256"/>
            <ac:spMk id="3" creationId="{4A454C5A-DF34-BCD9-2C3F-202183523151}"/>
          </ac:spMkLst>
        </pc:spChg>
        <pc:spChg chg="add">
          <ac:chgData name="Vito Pepe" userId="S::pepe.vito@pzis022008.onmicrosoft.com::c1270e66-27c0-4eb3-8edf-4d7c33be4b58" providerId="AD" clId="Web-{51F69E2C-0EA7-419F-97E0-49C88331AB77}" dt="2026-02-15T22:40:18.933" v="28"/>
          <ac:spMkLst>
            <pc:docMk/>
            <pc:sldMk cId="4232718772" sldId="256"/>
            <ac:spMk id="9" creationId="{551580BD-7D80-4957-A58D-916E994AB787}"/>
          </ac:spMkLst>
        </pc:spChg>
        <pc:spChg chg="add">
          <ac:chgData name="Vito Pepe" userId="S::pepe.vito@pzis022008.onmicrosoft.com::c1270e66-27c0-4eb3-8edf-4d7c33be4b58" providerId="AD" clId="Web-{51F69E2C-0EA7-419F-97E0-49C88331AB77}" dt="2026-02-15T22:40:18.933" v="28"/>
          <ac:spMkLst>
            <pc:docMk/>
            <pc:sldMk cId="4232718772" sldId="256"/>
            <ac:spMk id="11" creationId="{A2C45B16-36EC-4606-9AE0-6F220A9403B4}"/>
          </ac:spMkLst>
        </pc:spChg>
        <pc:spChg chg="add">
          <ac:chgData name="Vito Pepe" userId="S::pepe.vito@pzis022008.onmicrosoft.com::c1270e66-27c0-4eb3-8edf-4d7c33be4b58" providerId="AD" clId="Web-{51F69E2C-0EA7-419F-97E0-49C88331AB77}" dt="2026-02-15T22:40:18.933" v="28"/>
          <ac:spMkLst>
            <pc:docMk/>
            <pc:sldMk cId="4232718772" sldId="256"/>
            <ac:spMk id="13" creationId="{CB59DE95-F3B9-4A35-9681-78FA926F024B}"/>
          </ac:spMkLst>
        </pc:spChg>
        <pc:picChg chg="add">
          <ac:chgData name="Vito Pepe" userId="S::pepe.vito@pzis022008.onmicrosoft.com::c1270e66-27c0-4eb3-8edf-4d7c33be4b58" providerId="AD" clId="Web-{51F69E2C-0EA7-419F-97E0-49C88331AB77}" dt="2026-02-15T22:40:18.933" v="28"/>
          <ac:picMkLst>
            <pc:docMk/>
            <pc:sldMk cId="4232718772" sldId="256"/>
            <ac:picMk id="4" creationId="{8D023E3C-B4B3-4D14-6982-CCD147F416BA}"/>
          </ac:picMkLst>
        </pc:picChg>
        <pc:cxnChg chg="add">
          <ac:chgData name="Vito Pepe" userId="S::pepe.vito@pzis022008.onmicrosoft.com::c1270e66-27c0-4eb3-8edf-4d7c33be4b58" providerId="AD" clId="Web-{51F69E2C-0EA7-419F-97E0-49C88331AB77}" dt="2026-02-15T22:40:18.933" v="28"/>
          <ac:cxnSpMkLst>
            <pc:docMk/>
            <pc:sldMk cId="4232718772" sldId="256"/>
            <ac:cxnSpMk id="15" creationId="{5E687E3B-9C6D-4102-8F38-DCB77C49C6FD}"/>
          </ac:cxnSpMkLst>
        </pc:cxnChg>
        <pc:cxnChg chg="add">
          <ac:chgData name="Vito Pepe" userId="S::pepe.vito@pzis022008.onmicrosoft.com::c1270e66-27c0-4eb3-8edf-4d7c33be4b58" providerId="AD" clId="Web-{51F69E2C-0EA7-419F-97E0-49C88331AB77}" dt="2026-02-15T22:40:18.933" v="28"/>
          <ac:cxnSpMkLst>
            <pc:docMk/>
            <pc:sldMk cId="4232718772" sldId="256"/>
            <ac:cxnSpMk id="17" creationId="{D2D5243F-6AFC-4A87-8525-C3B22EFD9438}"/>
          </ac:cxnSpMkLst>
        </pc:cxnChg>
        <pc:cxnChg chg="add">
          <ac:chgData name="Vito Pepe" userId="S::pepe.vito@pzis022008.onmicrosoft.com::c1270e66-27c0-4eb3-8edf-4d7c33be4b58" providerId="AD" clId="Web-{51F69E2C-0EA7-419F-97E0-49C88331AB77}" dt="2026-02-15T22:40:18.933" v="28"/>
          <ac:cxnSpMkLst>
            <pc:docMk/>
            <pc:sldMk cId="4232718772" sldId="256"/>
            <ac:cxnSpMk id="19" creationId="{573C7C39-C73B-4051-B742-C9086B7BE3EC}"/>
          </ac:cxnSpMkLst>
        </pc:cxnChg>
      </pc:sldChg>
      <pc:sldChg chg="addSp delSp modSp new mod setBg">
        <pc:chgData name="Vito Pepe" userId="S::pepe.vito@pzis022008.onmicrosoft.com::c1270e66-27c0-4eb3-8edf-4d7c33be4b58" providerId="AD" clId="Web-{51F69E2C-0EA7-419F-97E0-49C88331AB77}" dt="2026-02-15T22:44:06.281" v="100"/>
        <pc:sldMkLst>
          <pc:docMk/>
          <pc:sldMk cId="1377708922" sldId="257"/>
        </pc:sldMkLst>
        <pc:spChg chg="mod">
          <ac:chgData name="Vito Pepe" userId="S::pepe.vito@pzis022008.onmicrosoft.com::c1270e66-27c0-4eb3-8edf-4d7c33be4b58" providerId="AD" clId="Web-{51F69E2C-0EA7-419F-97E0-49C88331AB77}" dt="2026-02-15T22:44:06.281" v="100"/>
          <ac:spMkLst>
            <pc:docMk/>
            <pc:sldMk cId="1377708922" sldId="257"/>
            <ac:spMk id="2" creationId="{57016C59-A751-E796-3D2B-BA0E1466294F}"/>
          </ac:spMkLst>
        </pc:spChg>
        <pc:spChg chg="add del mod">
          <ac:chgData name="Vito Pepe" userId="S::pepe.vito@pzis022008.onmicrosoft.com::c1270e66-27c0-4eb3-8edf-4d7c33be4b58" providerId="AD" clId="Web-{51F69E2C-0EA7-419F-97E0-49C88331AB77}" dt="2026-02-15T22:43:46.093" v="95"/>
          <ac:spMkLst>
            <pc:docMk/>
            <pc:sldMk cId="1377708922" sldId="257"/>
            <ac:spMk id="3" creationId="{F8FB7E94-EC79-35A4-9F8E-65D2B604C104}"/>
          </ac:spMkLst>
        </pc:spChg>
        <pc:spChg chg="mod ord">
          <ac:chgData name="Vito Pepe" userId="S::pepe.vito@pzis022008.onmicrosoft.com::c1270e66-27c0-4eb3-8edf-4d7c33be4b58" providerId="AD" clId="Web-{51F69E2C-0EA7-419F-97E0-49C88331AB77}" dt="2026-02-15T22:44:06.250" v="99"/>
          <ac:spMkLst>
            <pc:docMk/>
            <pc:sldMk cId="1377708922" sldId="257"/>
            <ac:spMk id="4" creationId="{D0D74E30-FCA7-1B8B-8FDA-05B79177538C}"/>
          </ac:spMkLst>
        </pc:spChg>
        <pc:spChg chg="mod">
          <ac:chgData name="Vito Pepe" userId="S::pepe.vito@pzis022008.onmicrosoft.com::c1270e66-27c0-4eb3-8edf-4d7c33be4b58" providerId="AD" clId="Web-{51F69E2C-0EA7-419F-97E0-49C88331AB77}" dt="2026-02-15T22:43:46.093" v="95"/>
          <ac:spMkLst>
            <pc:docMk/>
            <pc:sldMk cId="1377708922" sldId="257"/>
            <ac:spMk id="5" creationId="{3B169B2B-3966-C988-857B-C2932851EAAE}"/>
          </ac:spMkLst>
        </pc:spChg>
        <pc:spChg chg="mod">
          <ac:chgData name="Vito Pepe" userId="S::pepe.vito@pzis022008.onmicrosoft.com::c1270e66-27c0-4eb3-8edf-4d7c33be4b58" providerId="AD" clId="Web-{51F69E2C-0EA7-419F-97E0-49C88331AB77}" dt="2026-02-15T22:43:46.093" v="95"/>
          <ac:spMkLst>
            <pc:docMk/>
            <pc:sldMk cId="1377708922" sldId="257"/>
            <ac:spMk id="6" creationId="{F6551956-54CB-7E74-FD98-AEEF1514225F}"/>
          </ac:spMkLst>
        </pc:spChg>
        <pc:spChg chg="add del">
          <ac:chgData name="Vito Pepe" userId="S::pepe.vito@pzis022008.onmicrosoft.com::c1270e66-27c0-4eb3-8edf-4d7c33be4b58" providerId="AD" clId="Web-{51F69E2C-0EA7-419F-97E0-49C88331AB77}" dt="2026-02-15T22:44:06.281" v="100"/>
          <ac:spMkLst>
            <pc:docMk/>
            <pc:sldMk cId="1377708922" sldId="257"/>
            <ac:spMk id="11" creationId="{870F1165-C2FC-4313-ADED-D8514C00E1EE}"/>
          </ac:spMkLst>
        </pc:spChg>
        <pc:spChg chg="add del">
          <ac:chgData name="Vito Pepe" userId="S::pepe.vito@pzis022008.onmicrosoft.com::c1270e66-27c0-4eb3-8edf-4d7c33be4b58" providerId="AD" clId="Web-{51F69E2C-0EA7-419F-97E0-49C88331AB77}" dt="2026-02-15T22:43:46.062" v="94"/>
          <ac:spMkLst>
            <pc:docMk/>
            <pc:sldMk cId="1377708922" sldId="257"/>
            <ac:spMk id="12" creationId="{EFDD989F-EB09-444D-A035-5AB121E9F650}"/>
          </ac:spMkLst>
        </pc:spChg>
        <pc:spChg chg="add del">
          <ac:chgData name="Vito Pepe" userId="S::pepe.vito@pzis022008.onmicrosoft.com::c1270e66-27c0-4eb3-8edf-4d7c33be4b58" providerId="AD" clId="Web-{51F69E2C-0EA7-419F-97E0-49C88331AB77}" dt="2026-02-15T22:44:06.281" v="100"/>
          <ac:spMkLst>
            <pc:docMk/>
            <pc:sldMk cId="1377708922" sldId="257"/>
            <ac:spMk id="13" creationId="{3FD564DD-780E-4279-99FF-A16618E11908}"/>
          </ac:spMkLst>
        </pc:spChg>
        <pc:spChg chg="add del">
          <ac:chgData name="Vito Pepe" userId="S::pepe.vito@pzis022008.onmicrosoft.com::c1270e66-27c0-4eb3-8edf-4d7c33be4b58" providerId="AD" clId="Web-{51F69E2C-0EA7-419F-97E0-49C88331AB77}" dt="2026-02-15T22:43:46.062" v="94"/>
          <ac:spMkLst>
            <pc:docMk/>
            <pc:sldMk cId="1377708922" sldId="257"/>
            <ac:spMk id="14" creationId="{4EC491AA-162B-48F4-800A-DDD46340103F}"/>
          </ac:spMkLst>
        </pc:spChg>
        <pc:spChg chg="add del">
          <ac:chgData name="Vito Pepe" userId="S::pepe.vito@pzis022008.onmicrosoft.com::c1270e66-27c0-4eb3-8edf-4d7c33be4b58" providerId="AD" clId="Web-{51F69E2C-0EA7-419F-97E0-49C88331AB77}" dt="2026-02-15T22:44:06.281" v="100"/>
          <ac:spMkLst>
            <pc:docMk/>
            <pc:sldMk cId="1377708922" sldId="257"/>
            <ac:spMk id="15" creationId="{F5BB14C7-B6E4-427D-AEAC-7A18D089F922}"/>
          </ac:spMkLst>
        </pc:spChg>
        <pc:spChg chg="add del">
          <ac:chgData name="Vito Pepe" userId="S::pepe.vito@pzis022008.onmicrosoft.com::c1270e66-27c0-4eb3-8edf-4d7c33be4b58" providerId="AD" clId="Web-{51F69E2C-0EA7-419F-97E0-49C88331AB77}" dt="2026-02-15T22:43:46.062" v="94"/>
          <ac:spMkLst>
            <pc:docMk/>
            <pc:sldMk cId="1377708922" sldId="257"/>
            <ac:spMk id="16" creationId="{059C28DC-C15C-4518-9BFF-1C616FAABB53}"/>
          </ac:spMkLst>
        </pc:spChg>
        <pc:spChg chg="add del">
          <ac:chgData name="Vito Pepe" userId="S::pepe.vito@pzis022008.onmicrosoft.com::c1270e66-27c0-4eb3-8edf-4d7c33be4b58" providerId="AD" clId="Web-{51F69E2C-0EA7-419F-97E0-49C88331AB77}" dt="2026-02-15T22:44:06.281" v="100"/>
          <ac:spMkLst>
            <pc:docMk/>
            <pc:sldMk cId="1377708922" sldId="257"/>
            <ac:spMk id="24" creationId="{F8FB7E94-EC79-35A4-9F8E-65D2B604C104}"/>
          </ac:spMkLst>
        </pc:spChg>
        <pc:spChg chg="add del">
          <ac:chgData name="Vito Pepe" userId="S::pepe.vito@pzis022008.onmicrosoft.com::c1270e66-27c0-4eb3-8edf-4d7c33be4b58" providerId="AD" clId="Web-{51F69E2C-0EA7-419F-97E0-49C88331AB77}" dt="2026-02-15T22:44:01.890" v="97"/>
          <ac:spMkLst>
            <pc:docMk/>
            <pc:sldMk cId="1377708922" sldId="257"/>
            <ac:spMk id="30" creationId="{EFDD989F-EB09-444D-A035-5AB121E9F650}"/>
          </ac:spMkLst>
        </pc:spChg>
        <pc:spChg chg="add del">
          <ac:chgData name="Vito Pepe" userId="S::pepe.vito@pzis022008.onmicrosoft.com::c1270e66-27c0-4eb3-8edf-4d7c33be4b58" providerId="AD" clId="Web-{51F69E2C-0EA7-419F-97E0-49C88331AB77}" dt="2026-02-15T22:44:01.890" v="97"/>
          <ac:spMkLst>
            <pc:docMk/>
            <pc:sldMk cId="1377708922" sldId="257"/>
            <ac:spMk id="32" creationId="{4EC491AA-162B-48F4-800A-DDD46340103F}"/>
          </ac:spMkLst>
        </pc:spChg>
        <pc:spChg chg="add del">
          <ac:chgData name="Vito Pepe" userId="S::pepe.vito@pzis022008.onmicrosoft.com::c1270e66-27c0-4eb3-8edf-4d7c33be4b58" providerId="AD" clId="Web-{51F69E2C-0EA7-419F-97E0-49C88331AB77}" dt="2026-02-15T22:44:01.890" v="97"/>
          <ac:spMkLst>
            <pc:docMk/>
            <pc:sldMk cId="1377708922" sldId="257"/>
            <ac:spMk id="34" creationId="{059C28DC-C15C-4518-9BFF-1C616FAABB53}"/>
          </ac:spMkLst>
        </pc:spChg>
        <pc:spChg chg="add del">
          <ac:chgData name="Vito Pepe" userId="S::pepe.vito@pzis022008.onmicrosoft.com::c1270e66-27c0-4eb3-8edf-4d7c33be4b58" providerId="AD" clId="Web-{51F69E2C-0EA7-419F-97E0-49C88331AB77}" dt="2026-02-15T22:44:06.250" v="99"/>
          <ac:spMkLst>
            <pc:docMk/>
            <pc:sldMk cId="1377708922" sldId="257"/>
            <ac:spMk id="42" creationId="{870F1165-C2FC-4313-ADED-D8514C00E1EE}"/>
          </ac:spMkLst>
        </pc:spChg>
        <pc:spChg chg="add del">
          <ac:chgData name="Vito Pepe" userId="S::pepe.vito@pzis022008.onmicrosoft.com::c1270e66-27c0-4eb3-8edf-4d7c33be4b58" providerId="AD" clId="Web-{51F69E2C-0EA7-419F-97E0-49C88331AB77}" dt="2026-02-15T22:44:06.250" v="99"/>
          <ac:spMkLst>
            <pc:docMk/>
            <pc:sldMk cId="1377708922" sldId="257"/>
            <ac:spMk id="43" creationId="{3FD564DD-780E-4279-99FF-A16618E11908}"/>
          </ac:spMkLst>
        </pc:spChg>
        <pc:spChg chg="add del">
          <ac:chgData name="Vito Pepe" userId="S::pepe.vito@pzis022008.onmicrosoft.com::c1270e66-27c0-4eb3-8edf-4d7c33be4b58" providerId="AD" clId="Web-{51F69E2C-0EA7-419F-97E0-49C88331AB77}" dt="2026-02-15T22:44:06.250" v="99"/>
          <ac:spMkLst>
            <pc:docMk/>
            <pc:sldMk cId="1377708922" sldId="257"/>
            <ac:spMk id="45" creationId="{F8FB7E94-EC79-35A4-9F8E-65D2B604C104}"/>
          </ac:spMkLst>
        </pc:spChg>
        <pc:spChg chg="add del">
          <ac:chgData name="Vito Pepe" userId="S::pepe.vito@pzis022008.onmicrosoft.com::c1270e66-27c0-4eb3-8edf-4d7c33be4b58" providerId="AD" clId="Web-{51F69E2C-0EA7-419F-97E0-49C88331AB77}" dt="2026-02-15T22:44:06.250" v="99"/>
          <ac:spMkLst>
            <pc:docMk/>
            <pc:sldMk cId="1377708922" sldId="257"/>
            <ac:spMk id="47" creationId="{F5BB14C7-B6E4-427D-AEAC-7A18D089F922}"/>
          </ac:spMkLst>
        </pc:spChg>
        <pc:spChg chg="add">
          <ac:chgData name="Vito Pepe" userId="S::pepe.vito@pzis022008.onmicrosoft.com::c1270e66-27c0-4eb3-8edf-4d7c33be4b58" providerId="AD" clId="Web-{51F69E2C-0EA7-419F-97E0-49C88331AB77}" dt="2026-02-15T22:44:06.281" v="100"/>
          <ac:spMkLst>
            <pc:docMk/>
            <pc:sldMk cId="1377708922" sldId="257"/>
            <ac:spMk id="51" creationId="{EFDD989F-EB09-444D-A035-5AB121E9F650}"/>
          </ac:spMkLst>
        </pc:spChg>
        <pc:spChg chg="add">
          <ac:chgData name="Vito Pepe" userId="S::pepe.vito@pzis022008.onmicrosoft.com::c1270e66-27c0-4eb3-8edf-4d7c33be4b58" providerId="AD" clId="Web-{51F69E2C-0EA7-419F-97E0-49C88331AB77}" dt="2026-02-15T22:44:06.281" v="100"/>
          <ac:spMkLst>
            <pc:docMk/>
            <pc:sldMk cId="1377708922" sldId="257"/>
            <ac:spMk id="52" creationId="{4EC491AA-162B-48F4-800A-DDD46340103F}"/>
          </ac:spMkLst>
        </pc:spChg>
        <pc:spChg chg="add">
          <ac:chgData name="Vito Pepe" userId="S::pepe.vito@pzis022008.onmicrosoft.com::c1270e66-27c0-4eb3-8edf-4d7c33be4b58" providerId="AD" clId="Web-{51F69E2C-0EA7-419F-97E0-49C88331AB77}" dt="2026-02-15T22:44:06.281" v="100"/>
          <ac:spMkLst>
            <pc:docMk/>
            <pc:sldMk cId="1377708922" sldId="257"/>
            <ac:spMk id="53" creationId="{059C28DC-C15C-4518-9BFF-1C616FAABB53}"/>
          </ac:spMkLst>
        </pc:spChg>
        <pc:graphicFrameChg chg="add del">
          <ac:chgData name="Vito Pepe" userId="S::pepe.vito@pzis022008.onmicrosoft.com::c1270e66-27c0-4eb3-8edf-4d7c33be4b58" providerId="AD" clId="Web-{51F69E2C-0EA7-419F-97E0-49C88331AB77}" dt="2026-02-15T22:43:46.062" v="94"/>
          <ac:graphicFrameMkLst>
            <pc:docMk/>
            <pc:sldMk cId="1377708922" sldId="257"/>
            <ac:graphicFrameMk id="8" creationId="{93B5D6FC-5B03-75D5-0696-CDE7553C70C4}"/>
          </ac:graphicFrameMkLst>
        </pc:graphicFrameChg>
        <pc:graphicFrameChg chg="add del">
          <ac:chgData name="Vito Pepe" userId="S::pepe.vito@pzis022008.onmicrosoft.com::c1270e66-27c0-4eb3-8edf-4d7c33be4b58" providerId="AD" clId="Web-{51F69E2C-0EA7-419F-97E0-49C88331AB77}" dt="2026-02-15T22:44:01.890" v="97"/>
          <ac:graphicFrameMkLst>
            <pc:docMk/>
            <pc:sldMk cId="1377708922" sldId="257"/>
            <ac:graphicFrameMk id="26" creationId="{16634A1B-AC1C-1D5F-F7BD-598AAFBF389F}"/>
          </ac:graphicFrameMkLst>
        </pc:graphicFrameChg>
        <pc:graphicFrameChg chg="add">
          <ac:chgData name="Vito Pepe" userId="S::pepe.vito@pzis022008.onmicrosoft.com::c1270e66-27c0-4eb3-8edf-4d7c33be4b58" providerId="AD" clId="Web-{51F69E2C-0EA7-419F-97E0-49C88331AB77}" dt="2026-02-15T22:44:06.281" v="100"/>
          <ac:graphicFrameMkLst>
            <pc:docMk/>
            <pc:sldMk cId="1377708922" sldId="257"/>
            <ac:graphicFrameMk id="56" creationId="{A150DA2F-F06D-9822-B14B-56B45570CC31}"/>
          </ac:graphicFrameMkLst>
        </pc:graphicFrameChg>
        <pc:cxnChg chg="add del">
          <ac:chgData name="Vito Pepe" userId="S::pepe.vito@pzis022008.onmicrosoft.com::c1270e66-27c0-4eb3-8edf-4d7c33be4b58" providerId="AD" clId="Web-{51F69E2C-0EA7-419F-97E0-49C88331AB77}" dt="2026-02-15T22:43:57.859" v="96"/>
          <ac:cxnSpMkLst>
            <pc:docMk/>
            <pc:sldMk cId="1377708922" sldId="257"/>
            <ac:cxnSpMk id="17" creationId="{ABAD74CF-CB22-463B-9031-D3BE16111B9B}"/>
          </ac:cxnSpMkLst>
        </pc:cxnChg>
        <pc:cxnChg chg="add del">
          <ac:chgData name="Vito Pepe" userId="S::pepe.vito@pzis022008.onmicrosoft.com::c1270e66-27c0-4eb3-8edf-4d7c33be4b58" providerId="AD" clId="Web-{51F69E2C-0EA7-419F-97E0-49C88331AB77}" dt="2026-02-15T22:43:46.062" v="94"/>
          <ac:cxnSpMkLst>
            <pc:docMk/>
            <pc:sldMk cId="1377708922" sldId="257"/>
            <ac:cxnSpMk id="18" creationId="{1B7656F4-2A34-42A9-AF61-EE853285958D}"/>
          </ac:cxnSpMkLst>
        </pc:cxnChg>
        <pc:cxnChg chg="del">
          <ac:chgData name="Vito Pepe" userId="S::pepe.vito@pzis022008.onmicrosoft.com::c1270e66-27c0-4eb3-8edf-4d7c33be4b58" providerId="AD" clId="Web-{51F69E2C-0EA7-419F-97E0-49C88331AB77}" dt="2026-02-15T22:44:01.890" v="97"/>
          <ac:cxnSpMkLst>
            <pc:docMk/>
            <pc:sldMk cId="1377708922" sldId="257"/>
            <ac:cxnSpMk id="36" creationId="{1B7656F4-2A34-42A9-AF61-EE853285958D}"/>
          </ac:cxnSpMkLst>
        </pc:cxnChg>
        <pc:cxnChg chg="add">
          <ac:chgData name="Vito Pepe" userId="S::pepe.vito@pzis022008.onmicrosoft.com::c1270e66-27c0-4eb3-8edf-4d7c33be4b58" providerId="AD" clId="Web-{51F69E2C-0EA7-419F-97E0-49C88331AB77}" dt="2026-02-15T22:44:06.281" v="100"/>
          <ac:cxnSpMkLst>
            <pc:docMk/>
            <pc:sldMk cId="1377708922" sldId="257"/>
            <ac:cxnSpMk id="54" creationId="{3344AEC7-1D13-4017-A59D-22E452832DF5}"/>
          </ac:cxnSpMkLst>
        </pc:cxnChg>
      </pc:sldChg>
      <pc:sldChg chg="addSp delSp modSp new mod setBg">
        <pc:chgData name="Vito Pepe" userId="S::pepe.vito@pzis022008.onmicrosoft.com::c1270e66-27c0-4eb3-8edf-4d7c33be4b58" providerId="AD" clId="Web-{51F69E2C-0EA7-419F-97E0-49C88331AB77}" dt="2026-02-15T22:57:38.793" v="200" actId="14100"/>
        <pc:sldMkLst>
          <pc:docMk/>
          <pc:sldMk cId="1727681943" sldId="258"/>
        </pc:sldMkLst>
        <pc:spChg chg="mod">
          <ac:chgData name="Vito Pepe" userId="S::pepe.vito@pzis022008.onmicrosoft.com::c1270e66-27c0-4eb3-8edf-4d7c33be4b58" providerId="AD" clId="Web-{51F69E2C-0EA7-419F-97E0-49C88331AB77}" dt="2026-02-15T22:54:30.679" v="138"/>
          <ac:spMkLst>
            <pc:docMk/>
            <pc:sldMk cId="1727681943" sldId="258"/>
            <ac:spMk id="2" creationId="{08389F4F-329A-92E9-23E3-21EE3981B583}"/>
          </ac:spMkLst>
        </pc:spChg>
        <pc:spChg chg="mod">
          <ac:chgData name="Vito Pepe" userId="S::pepe.vito@pzis022008.onmicrosoft.com::c1270e66-27c0-4eb3-8edf-4d7c33be4b58" providerId="AD" clId="Web-{51F69E2C-0EA7-419F-97E0-49C88331AB77}" dt="2026-02-15T22:57:22.730" v="198" actId="20577"/>
          <ac:spMkLst>
            <pc:docMk/>
            <pc:sldMk cId="1727681943" sldId="258"/>
            <ac:spMk id="3" creationId="{B95B3554-65C8-D02C-722F-8CAE1F341A44}"/>
          </ac:spMkLst>
        </pc:spChg>
        <pc:spChg chg="mod ord">
          <ac:chgData name="Vito Pepe" userId="S::pepe.vito@pzis022008.onmicrosoft.com::c1270e66-27c0-4eb3-8edf-4d7c33be4b58" providerId="AD" clId="Web-{51F69E2C-0EA7-419F-97E0-49C88331AB77}" dt="2026-02-15T22:53:59.241" v="134"/>
          <ac:spMkLst>
            <pc:docMk/>
            <pc:sldMk cId="1727681943" sldId="258"/>
            <ac:spMk id="4" creationId="{61725272-D236-30DD-BDF2-AC7570D839F1}"/>
          </ac:spMkLst>
        </pc:spChg>
        <pc:spChg chg="mod">
          <ac:chgData name="Vito Pepe" userId="S::pepe.vito@pzis022008.onmicrosoft.com::c1270e66-27c0-4eb3-8edf-4d7c33be4b58" providerId="AD" clId="Web-{51F69E2C-0EA7-419F-97E0-49C88331AB77}" dt="2026-02-15T22:53:59.241" v="134"/>
          <ac:spMkLst>
            <pc:docMk/>
            <pc:sldMk cId="1727681943" sldId="258"/>
            <ac:spMk id="5" creationId="{851CF5E5-9824-0C1C-8D1B-48FB6132B868}"/>
          </ac:spMkLst>
        </pc:spChg>
        <pc:spChg chg="mod">
          <ac:chgData name="Vito Pepe" userId="S::pepe.vito@pzis022008.onmicrosoft.com::c1270e66-27c0-4eb3-8edf-4d7c33be4b58" providerId="AD" clId="Web-{51F69E2C-0EA7-419F-97E0-49C88331AB77}" dt="2026-02-15T22:53:59.241" v="134"/>
          <ac:spMkLst>
            <pc:docMk/>
            <pc:sldMk cId="1727681943" sldId="258"/>
            <ac:spMk id="6" creationId="{1A2DA069-BF22-468D-BB80-A828FCA121DE}"/>
          </ac:spMkLst>
        </pc:spChg>
        <pc:spChg chg="add del">
          <ac:chgData name="Vito Pepe" userId="S::pepe.vito@pzis022008.onmicrosoft.com::c1270e66-27c0-4eb3-8edf-4d7c33be4b58" providerId="AD" clId="Web-{51F69E2C-0EA7-419F-97E0-49C88331AB77}" dt="2026-02-15T22:53:59.225" v="133"/>
          <ac:spMkLst>
            <pc:docMk/>
            <pc:sldMk cId="1727681943" sldId="258"/>
            <ac:spMk id="12" creationId="{870F1165-C2FC-4313-ADED-D8514C00E1EE}"/>
          </ac:spMkLst>
        </pc:spChg>
        <pc:spChg chg="add del">
          <ac:chgData name="Vito Pepe" userId="S::pepe.vito@pzis022008.onmicrosoft.com::c1270e66-27c0-4eb3-8edf-4d7c33be4b58" providerId="AD" clId="Web-{51F69E2C-0EA7-419F-97E0-49C88331AB77}" dt="2026-02-15T22:53:59.225" v="133"/>
          <ac:spMkLst>
            <pc:docMk/>
            <pc:sldMk cId="1727681943" sldId="258"/>
            <ac:spMk id="14" creationId="{3FD564DD-780E-4279-99FF-A16618E11908}"/>
          </ac:spMkLst>
        </pc:spChg>
        <pc:spChg chg="add del">
          <ac:chgData name="Vito Pepe" userId="S::pepe.vito@pzis022008.onmicrosoft.com::c1270e66-27c0-4eb3-8edf-4d7c33be4b58" providerId="AD" clId="Web-{51F69E2C-0EA7-419F-97E0-49C88331AB77}" dt="2026-02-15T22:53:59.225" v="133"/>
          <ac:spMkLst>
            <pc:docMk/>
            <pc:sldMk cId="1727681943" sldId="258"/>
            <ac:spMk id="18" creationId="{F5BB14C7-B6E4-427D-AEAC-7A18D089F922}"/>
          </ac:spMkLst>
        </pc:spChg>
        <pc:spChg chg="add del">
          <ac:chgData name="Vito Pepe" userId="S::pepe.vito@pzis022008.onmicrosoft.com::c1270e66-27c0-4eb3-8edf-4d7c33be4b58" providerId="AD" clId="Web-{51F69E2C-0EA7-419F-97E0-49C88331AB77}" dt="2026-02-15T22:54:30.679" v="138"/>
          <ac:spMkLst>
            <pc:docMk/>
            <pc:sldMk cId="1727681943" sldId="258"/>
            <ac:spMk id="27" creationId="{870F1165-C2FC-4313-ADED-D8514C00E1EE}"/>
          </ac:spMkLst>
        </pc:spChg>
        <pc:spChg chg="add del">
          <ac:chgData name="Vito Pepe" userId="S::pepe.vito@pzis022008.onmicrosoft.com::c1270e66-27c0-4eb3-8edf-4d7c33be4b58" providerId="AD" clId="Web-{51F69E2C-0EA7-419F-97E0-49C88331AB77}" dt="2026-02-15T22:54:30.679" v="138"/>
          <ac:spMkLst>
            <pc:docMk/>
            <pc:sldMk cId="1727681943" sldId="258"/>
            <ac:spMk id="28" creationId="{3FD564DD-780E-4279-99FF-A16618E11908}"/>
          </ac:spMkLst>
        </pc:spChg>
        <pc:spChg chg="add del">
          <ac:chgData name="Vito Pepe" userId="S::pepe.vito@pzis022008.onmicrosoft.com::c1270e66-27c0-4eb3-8edf-4d7c33be4b58" providerId="AD" clId="Web-{51F69E2C-0EA7-419F-97E0-49C88331AB77}" dt="2026-02-15T22:54:30.679" v="138"/>
          <ac:spMkLst>
            <pc:docMk/>
            <pc:sldMk cId="1727681943" sldId="258"/>
            <ac:spMk id="29" creationId="{E528A49F-B706-4CD3-8311-D627B5B5EE42}"/>
          </ac:spMkLst>
        </pc:spChg>
        <pc:spChg chg="add del">
          <ac:chgData name="Vito Pepe" userId="S::pepe.vito@pzis022008.onmicrosoft.com::c1270e66-27c0-4eb3-8edf-4d7c33be4b58" providerId="AD" clId="Web-{51F69E2C-0EA7-419F-97E0-49C88331AB77}" dt="2026-02-15T22:54:30.679" v="138"/>
          <ac:spMkLst>
            <pc:docMk/>
            <pc:sldMk cId="1727681943" sldId="258"/>
            <ac:spMk id="31" creationId="{F5BB14C7-B6E4-427D-AEAC-7A18D089F922}"/>
          </ac:spMkLst>
        </pc:spChg>
        <pc:spChg chg="add">
          <ac:chgData name="Vito Pepe" userId="S::pepe.vito@pzis022008.onmicrosoft.com::c1270e66-27c0-4eb3-8edf-4d7c33be4b58" providerId="AD" clId="Web-{51F69E2C-0EA7-419F-97E0-49C88331AB77}" dt="2026-02-15T22:54:30.679" v="138"/>
          <ac:spMkLst>
            <pc:docMk/>
            <pc:sldMk cId="1727681943" sldId="258"/>
            <ac:spMk id="38" creationId="{870F1165-C2FC-4313-ADED-D8514C00E1EE}"/>
          </ac:spMkLst>
        </pc:spChg>
        <pc:spChg chg="add">
          <ac:chgData name="Vito Pepe" userId="S::pepe.vito@pzis022008.onmicrosoft.com::c1270e66-27c0-4eb3-8edf-4d7c33be4b58" providerId="AD" clId="Web-{51F69E2C-0EA7-419F-97E0-49C88331AB77}" dt="2026-02-15T22:54:30.679" v="138"/>
          <ac:spMkLst>
            <pc:docMk/>
            <pc:sldMk cId="1727681943" sldId="258"/>
            <ac:spMk id="40" creationId="{3FD564DD-780E-4279-99FF-A16618E11908}"/>
          </ac:spMkLst>
        </pc:spChg>
        <pc:spChg chg="add">
          <ac:chgData name="Vito Pepe" userId="S::pepe.vito@pzis022008.onmicrosoft.com::c1270e66-27c0-4eb3-8edf-4d7c33be4b58" providerId="AD" clId="Web-{51F69E2C-0EA7-419F-97E0-49C88331AB77}" dt="2026-02-15T22:54:30.679" v="138"/>
          <ac:spMkLst>
            <pc:docMk/>
            <pc:sldMk cId="1727681943" sldId="258"/>
            <ac:spMk id="44" creationId="{F5BB14C7-B6E4-427D-AEAC-7A18D089F922}"/>
          </ac:spMkLst>
        </pc:spChg>
        <pc:picChg chg="add mod ord">
          <ac:chgData name="Vito Pepe" userId="S::pepe.vito@pzis022008.onmicrosoft.com::c1270e66-27c0-4eb3-8edf-4d7c33be4b58" providerId="AD" clId="Web-{51F69E2C-0EA7-419F-97E0-49C88331AB77}" dt="2026-02-15T22:54:30.679" v="138"/>
          <ac:picMkLst>
            <pc:docMk/>
            <pc:sldMk cId="1727681943" sldId="258"/>
            <ac:picMk id="7" creationId="{19E0714B-F98C-3BA7-E33A-C5A9974E3988}"/>
          </ac:picMkLst>
        </pc:picChg>
        <pc:cxnChg chg="add mod">
          <ac:chgData name="Vito Pepe" userId="S::pepe.vito@pzis022008.onmicrosoft.com::c1270e66-27c0-4eb3-8edf-4d7c33be4b58" providerId="AD" clId="Web-{51F69E2C-0EA7-419F-97E0-49C88331AB77}" dt="2026-02-15T22:57:38.793" v="200" actId="14100"/>
          <ac:cxnSpMkLst>
            <pc:docMk/>
            <pc:sldMk cId="1727681943" sldId="258"/>
            <ac:cxnSpMk id="8" creationId="{A8EF4034-B3FA-6750-B162-4C0BA0588E56}"/>
          </ac:cxnSpMkLst>
        </pc:cxnChg>
        <pc:cxnChg chg="add del">
          <ac:chgData name="Vito Pepe" userId="S::pepe.vito@pzis022008.onmicrosoft.com::c1270e66-27c0-4eb3-8edf-4d7c33be4b58" providerId="AD" clId="Web-{51F69E2C-0EA7-419F-97E0-49C88331AB77}" dt="2026-02-15T22:53:59.225" v="133"/>
          <ac:cxnSpMkLst>
            <pc:docMk/>
            <pc:sldMk cId="1727681943" sldId="258"/>
            <ac:cxnSpMk id="20" creationId="{82B589D1-AB2D-469C-960E-40C719BA8281}"/>
          </ac:cxnSpMkLst>
        </pc:cxnChg>
      </pc:sldChg>
      <pc:sldChg chg="modSp new">
        <pc:chgData name="Vito Pepe" userId="S::pepe.vito@pzis022008.onmicrosoft.com::c1270e66-27c0-4eb3-8edf-4d7c33be4b58" providerId="AD" clId="Web-{51F69E2C-0EA7-419F-97E0-49C88331AB77}" dt="2026-02-15T22:58:08.575" v="208" actId="20577"/>
        <pc:sldMkLst>
          <pc:docMk/>
          <pc:sldMk cId="3464977759" sldId="259"/>
        </pc:sldMkLst>
        <pc:spChg chg="mod">
          <ac:chgData name="Vito Pepe" userId="S::pepe.vito@pzis022008.onmicrosoft.com::c1270e66-27c0-4eb3-8edf-4d7c33be4b58" providerId="AD" clId="Web-{51F69E2C-0EA7-419F-97E0-49C88331AB77}" dt="2026-02-15T22:58:08.575" v="208" actId="20577"/>
          <ac:spMkLst>
            <pc:docMk/>
            <pc:sldMk cId="3464977759" sldId="259"/>
            <ac:spMk id="2" creationId="{62181A9D-EFB4-0F73-7653-AAE4A79B30F0}"/>
          </ac:spMkLst>
        </pc:spChg>
      </pc:sldChg>
      <pc:sldMasterChg chg="del delSldLayout">
        <pc:chgData name="Vito Pepe" userId="S::pepe.vito@pzis022008.onmicrosoft.com::c1270e66-27c0-4eb3-8edf-4d7c33be4b58" providerId="AD" clId="Web-{51F69E2C-0EA7-419F-97E0-49C88331AB77}" dt="2026-02-15T22:40:18.933" v="28"/>
        <pc:sldMasterMkLst>
          <pc:docMk/>
          <pc:sldMasterMk cId="1801931499" sldId="2147483648"/>
        </pc:sldMasterMkLst>
        <pc:sldLayoutChg chg="del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1801931499" sldId="2147483648"/>
            <pc:sldLayoutMk cId="3186192645" sldId="2147483649"/>
          </pc:sldLayoutMkLst>
        </pc:sldLayoutChg>
        <pc:sldLayoutChg chg="del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1801931499" sldId="2147483648"/>
            <pc:sldLayoutMk cId="126318104" sldId="2147483650"/>
          </pc:sldLayoutMkLst>
        </pc:sldLayoutChg>
        <pc:sldLayoutChg chg="del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1801931499" sldId="2147483648"/>
            <pc:sldLayoutMk cId="3577393581" sldId="2147483651"/>
          </pc:sldLayoutMkLst>
        </pc:sldLayoutChg>
        <pc:sldLayoutChg chg="del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1801931499" sldId="2147483648"/>
            <pc:sldLayoutMk cId="1284089777" sldId="2147483652"/>
          </pc:sldLayoutMkLst>
        </pc:sldLayoutChg>
        <pc:sldLayoutChg chg="del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1801931499" sldId="2147483648"/>
            <pc:sldLayoutMk cId="2747982985" sldId="2147483653"/>
          </pc:sldLayoutMkLst>
        </pc:sldLayoutChg>
        <pc:sldLayoutChg chg="del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1801931499" sldId="2147483648"/>
            <pc:sldLayoutMk cId="331782546" sldId="2147483654"/>
          </pc:sldLayoutMkLst>
        </pc:sldLayoutChg>
        <pc:sldLayoutChg chg="del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1801931499" sldId="2147483648"/>
            <pc:sldLayoutMk cId="1894095149" sldId="2147483655"/>
          </pc:sldLayoutMkLst>
        </pc:sldLayoutChg>
        <pc:sldLayoutChg chg="del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1801931499" sldId="2147483648"/>
            <pc:sldLayoutMk cId="2365816325" sldId="2147483656"/>
          </pc:sldLayoutMkLst>
        </pc:sldLayoutChg>
        <pc:sldLayoutChg chg="del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1801931499" sldId="2147483648"/>
            <pc:sldLayoutMk cId="1688576698" sldId="2147483657"/>
          </pc:sldLayoutMkLst>
        </pc:sldLayoutChg>
        <pc:sldLayoutChg chg="del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1801931499" sldId="2147483648"/>
            <pc:sldLayoutMk cId="3424469029" sldId="2147483658"/>
          </pc:sldLayoutMkLst>
        </pc:sldLayoutChg>
        <pc:sldLayoutChg chg="del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1801931499" sldId="2147483648"/>
            <pc:sldLayoutMk cId="1026842362" sldId="2147483659"/>
          </pc:sldLayoutMkLst>
        </pc:sldLayoutChg>
      </pc:sldMasterChg>
      <pc:sldMasterChg chg="add addSldLayout">
        <pc:chgData name="Vito Pepe" userId="S::pepe.vito@pzis022008.onmicrosoft.com::c1270e66-27c0-4eb3-8edf-4d7c33be4b58" providerId="AD" clId="Web-{51F69E2C-0EA7-419F-97E0-49C88331AB77}" dt="2026-02-15T22:40:18.933" v="28"/>
        <pc:sldMasterMkLst>
          <pc:docMk/>
          <pc:sldMasterMk cId="2238963640" sldId="2147483738"/>
        </pc:sldMasterMkLst>
        <pc:sldLayoutChg chg="add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2238963640" sldId="2147483738"/>
            <pc:sldLayoutMk cId="3266744062" sldId="2147483727"/>
          </pc:sldLayoutMkLst>
        </pc:sldLayoutChg>
        <pc:sldLayoutChg chg="add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2238963640" sldId="2147483738"/>
            <pc:sldLayoutMk cId="3543047487" sldId="2147483728"/>
          </pc:sldLayoutMkLst>
        </pc:sldLayoutChg>
        <pc:sldLayoutChg chg="add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2238963640" sldId="2147483738"/>
            <pc:sldLayoutMk cId="3974003401" sldId="2147483729"/>
          </pc:sldLayoutMkLst>
        </pc:sldLayoutChg>
        <pc:sldLayoutChg chg="add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2238963640" sldId="2147483738"/>
            <pc:sldLayoutMk cId="592224342" sldId="2147483730"/>
          </pc:sldLayoutMkLst>
        </pc:sldLayoutChg>
        <pc:sldLayoutChg chg="add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2238963640" sldId="2147483738"/>
            <pc:sldLayoutMk cId="4087860964" sldId="2147483731"/>
          </pc:sldLayoutMkLst>
        </pc:sldLayoutChg>
        <pc:sldLayoutChg chg="add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2238963640" sldId="2147483738"/>
            <pc:sldLayoutMk cId="2945479220" sldId="2147483732"/>
          </pc:sldLayoutMkLst>
        </pc:sldLayoutChg>
        <pc:sldLayoutChg chg="add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2238963640" sldId="2147483738"/>
            <pc:sldLayoutMk cId="241345731" sldId="2147483733"/>
          </pc:sldLayoutMkLst>
        </pc:sldLayoutChg>
        <pc:sldLayoutChg chg="add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2238963640" sldId="2147483738"/>
            <pc:sldLayoutMk cId="1140961841" sldId="2147483734"/>
          </pc:sldLayoutMkLst>
        </pc:sldLayoutChg>
        <pc:sldLayoutChg chg="add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2238963640" sldId="2147483738"/>
            <pc:sldLayoutMk cId="2646112785" sldId="2147483735"/>
          </pc:sldLayoutMkLst>
        </pc:sldLayoutChg>
        <pc:sldLayoutChg chg="add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2238963640" sldId="2147483738"/>
            <pc:sldLayoutMk cId="3208312010" sldId="2147483736"/>
          </pc:sldLayoutMkLst>
        </pc:sldLayoutChg>
        <pc:sldLayoutChg chg="add">
          <pc:chgData name="Vito Pepe" userId="S::pepe.vito@pzis022008.onmicrosoft.com::c1270e66-27c0-4eb3-8edf-4d7c33be4b58" providerId="AD" clId="Web-{51F69E2C-0EA7-419F-97E0-49C88331AB77}" dt="2026-02-15T22:40:18.933" v="28"/>
          <pc:sldLayoutMkLst>
            <pc:docMk/>
            <pc:sldMasterMk cId="2238963640" sldId="2147483738"/>
            <pc:sldLayoutMk cId="2188592814" sldId="2147483737"/>
          </pc:sldLayoutMkLst>
        </pc:sldLayoutChg>
      </pc:sldMasterChg>
    </pc:docChg>
  </pc:docChgLst>
  <pc:docChgLst>
    <pc:chgData name="Vito Pepe" userId="S::pepe.vito@pzis022008.onmicrosoft.com::c1270e66-27c0-4eb3-8edf-4d7c33be4b58" providerId="AD" clId="Web-{68A64039-FB54-4D01-9A39-69D4D19976E9}"/>
    <pc:docChg chg="addSld modSld sldOrd">
      <pc:chgData name="Vito Pepe" userId="S::pepe.vito@pzis022008.onmicrosoft.com::c1270e66-27c0-4eb3-8edf-4d7c33be4b58" providerId="AD" clId="Web-{68A64039-FB54-4D01-9A39-69D4D19976E9}" dt="2026-02-15T23:53:06.286" v="621" actId="20577"/>
      <pc:docMkLst>
        <pc:docMk/>
      </pc:docMkLst>
      <pc:sldChg chg="addSp modSp">
        <pc:chgData name="Vito Pepe" userId="S::pepe.vito@pzis022008.onmicrosoft.com::c1270e66-27c0-4eb3-8edf-4d7c33be4b58" providerId="AD" clId="Web-{68A64039-FB54-4D01-9A39-69D4D19976E9}" dt="2026-02-15T23:53:06.286" v="621" actId="20577"/>
        <pc:sldMkLst>
          <pc:docMk/>
          <pc:sldMk cId="1727681943" sldId="258"/>
        </pc:sldMkLst>
        <pc:spChg chg="mod">
          <ac:chgData name="Vito Pepe" userId="S::pepe.vito@pzis022008.onmicrosoft.com::c1270e66-27c0-4eb3-8edf-4d7c33be4b58" providerId="AD" clId="Web-{68A64039-FB54-4D01-9A39-69D4D19976E9}" dt="2026-02-15T23:52:51.660" v="616" actId="20577"/>
          <ac:spMkLst>
            <pc:docMk/>
            <pc:sldMk cId="1727681943" sldId="258"/>
            <ac:spMk id="3" creationId="{B95B3554-65C8-D02C-722F-8CAE1F341A44}"/>
          </ac:spMkLst>
        </pc:spChg>
        <pc:spChg chg="add mod">
          <ac:chgData name="Vito Pepe" userId="S::pepe.vito@pzis022008.onmicrosoft.com::c1270e66-27c0-4eb3-8edf-4d7c33be4b58" providerId="AD" clId="Web-{68A64039-FB54-4D01-9A39-69D4D19976E9}" dt="2026-02-15T23:53:06.286" v="621" actId="20577"/>
          <ac:spMkLst>
            <pc:docMk/>
            <pc:sldMk cId="1727681943" sldId="258"/>
            <ac:spMk id="9" creationId="{9330A8A1-F64D-D95B-5484-B8E6E6F8DCDE}"/>
          </ac:spMkLst>
        </pc:spChg>
        <pc:cxnChg chg="mod">
          <ac:chgData name="Vito Pepe" userId="S::pepe.vito@pzis022008.onmicrosoft.com::c1270e66-27c0-4eb3-8edf-4d7c33be4b58" providerId="AD" clId="Web-{68A64039-FB54-4D01-9A39-69D4D19976E9}" dt="2026-02-15T23:52:57.145" v="617" actId="14100"/>
          <ac:cxnSpMkLst>
            <pc:docMk/>
            <pc:sldMk cId="1727681943" sldId="258"/>
            <ac:cxnSpMk id="8" creationId="{A8EF4034-B3FA-6750-B162-4C0BA0588E56}"/>
          </ac:cxnSpMkLst>
        </pc:cxnChg>
      </pc:sldChg>
      <pc:sldChg chg="addSp modSp">
        <pc:chgData name="Vito Pepe" userId="S::pepe.vito@pzis022008.onmicrosoft.com::c1270e66-27c0-4eb3-8edf-4d7c33be4b58" providerId="AD" clId="Web-{68A64039-FB54-4D01-9A39-69D4D19976E9}" dt="2026-02-15T23:17:32.751" v="99" actId="1076"/>
        <pc:sldMkLst>
          <pc:docMk/>
          <pc:sldMk cId="3464977759" sldId="259"/>
        </pc:sldMkLst>
        <pc:spChg chg="mod">
          <ac:chgData name="Vito Pepe" userId="S::pepe.vito@pzis022008.onmicrosoft.com::c1270e66-27c0-4eb3-8edf-4d7c33be4b58" providerId="AD" clId="Web-{68A64039-FB54-4D01-9A39-69D4D19976E9}" dt="2026-02-15T23:17:02.859" v="94" actId="20577"/>
          <ac:spMkLst>
            <pc:docMk/>
            <pc:sldMk cId="3464977759" sldId="259"/>
            <ac:spMk id="3" creationId="{87F791F5-2424-AB6F-0E18-C4EEADBE4D6C}"/>
          </ac:spMkLst>
        </pc:spChg>
        <pc:spChg chg="add mod">
          <ac:chgData name="Vito Pepe" userId="S::pepe.vito@pzis022008.onmicrosoft.com::c1270e66-27c0-4eb3-8edf-4d7c33be4b58" providerId="AD" clId="Web-{68A64039-FB54-4D01-9A39-69D4D19976E9}" dt="2026-02-15T23:17:22.672" v="97" actId="1076"/>
          <ac:spMkLst>
            <pc:docMk/>
            <pc:sldMk cId="3464977759" sldId="259"/>
            <ac:spMk id="7" creationId="{894DB20D-9F6E-22CD-9EE2-C4AD47240CEC}"/>
          </ac:spMkLst>
        </pc:spChg>
        <pc:spChg chg="add mod">
          <ac:chgData name="Vito Pepe" userId="S::pepe.vito@pzis022008.onmicrosoft.com::c1270e66-27c0-4eb3-8edf-4d7c33be4b58" providerId="AD" clId="Web-{68A64039-FB54-4D01-9A39-69D4D19976E9}" dt="2026-02-15T23:17:32.751" v="99" actId="1076"/>
          <ac:spMkLst>
            <pc:docMk/>
            <pc:sldMk cId="3464977759" sldId="259"/>
            <ac:spMk id="8" creationId="{DA68619B-0A0F-F580-B6EF-1DAAC159C3C7}"/>
          </ac:spMkLst>
        </pc:spChg>
      </pc:sldChg>
      <pc:sldChg chg="addSp delSp modSp new">
        <pc:chgData name="Vito Pepe" userId="S::pepe.vito@pzis022008.onmicrosoft.com::c1270e66-27c0-4eb3-8edf-4d7c33be4b58" providerId="AD" clId="Web-{68A64039-FB54-4D01-9A39-69D4D19976E9}" dt="2026-02-15T23:30:34.402" v="339" actId="20577"/>
        <pc:sldMkLst>
          <pc:docMk/>
          <pc:sldMk cId="1732784251" sldId="260"/>
        </pc:sldMkLst>
        <pc:spChg chg="mod">
          <ac:chgData name="Vito Pepe" userId="S::pepe.vito@pzis022008.onmicrosoft.com::c1270e66-27c0-4eb3-8edf-4d7c33be4b58" providerId="AD" clId="Web-{68A64039-FB54-4D01-9A39-69D4D19976E9}" dt="2026-02-15T23:18:45.833" v="109" actId="20577"/>
          <ac:spMkLst>
            <pc:docMk/>
            <pc:sldMk cId="1732784251" sldId="260"/>
            <ac:spMk id="2" creationId="{2C2CAD97-AFA5-4052-035E-AB4FD619E421}"/>
          </ac:spMkLst>
        </pc:spChg>
        <pc:spChg chg="mod">
          <ac:chgData name="Vito Pepe" userId="S::pepe.vito@pzis022008.onmicrosoft.com::c1270e66-27c0-4eb3-8edf-4d7c33be4b58" providerId="AD" clId="Web-{68A64039-FB54-4D01-9A39-69D4D19976E9}" dt="2026-02-15T23:28:17.601" v="305" actId="14100"/>
          <ac:spMkLst>
            <pc:docMk/>
            <pc:sldMk cId="1732784251" sldId="260"/>
            <ac:spMk id="3" creationId="{91311B8B-B061-9C64-9A11-614CEF6032BC}"/>
          </ac:spMkLst>
        </pc:spChg>
        <pc:spChg chg="add mod">
          <ac:chgData name="Vito Pepe" userId="S::pepe.vito@pzis022008.onmicrosoft.com::c1270e66-27c0-4eb3-8edf-4d7c33be4b58" providerId="AD" clId="Web-{68A64039-FB54-4D01-9A39-69D4D19976E9}" dt="2026-02-15T23:28:37.695" v="314" actId="20577"/>
          <ac:spMkLst>
            <pc:docMk/>
            <pc:sldMk cId="1732784251" sldId="260"/>
            <ac:spMk id="12" creationId="{E0DF62FE-EABF-70E0-B148-AAA1541E96B1}"/>
          </ac:spMkLst>
        </pc:spChg>
        <pc:spChg chg="add mod">
          <ac:chgData name="Vito Pepe" userId="S::pepe.vito@pzis022008.onmicrosoft.com::c1270e66-27c0-4eb3-8edf-4d7c33be4b58" providerId="AD" clId="Web-{68A64039-FB54-4D01-9A39-69D4D19976E9}" dt="2026-02-15T23:29:06.633" v="320" actId="20577"/>
          <ac:spMkLst>
            <pc:docMk/>
            <pc:sldMk cId="1732784251" sldId="260"/>
            <ac:spMk id="14" creationId="{88138943-A847-8C2F-89C8-84E4F8F0162F}"/>
          </ac:spMkLst>
        </pc:spChg>
        <pc:spChg chg="add del">
          <ac:chgData name="Vito Pepe" userId="S::pepe.vito@pzis022008.onmicrosoft.com::c1270e66-27c0-4eb3-8edf-4d7c33be4b58" providerId="AD" clId="Web-{68A64039-FB54-4D01-9A39-69D4D19976E9}" dt="2026-02-15T23:29:24.087" v="323"/>
          <ac:spMkLst>
            <pc:docMk/>
            <pc:sldMk cId="1732784251" sldId="260"/>
            <ac:spMk id="16" creationId="{8CBFCA1F-3937-F3C7-4DD5-DD0FB451694C}"/>
          </ac:spMkLst>
        </pc:spChg>
        <pc:spChg chg="add mod">
          <ac:chgData name="Vito Pepe" userId="S::pepe.vito@pzis022008.onmicrosoft.com::c1270e66-27c0-4eb3-8edf-4d7c33be4b58" providerId="AD" clId="Web-{68A64039-FB54-4D01-9A39-69D4D19976E9}" dt="2026-02-15T23:29:39.055" v="328" actId="1076"/>
          <ac:spMkLst>
            <pc:docMk/>
            <pc:sldMk cId="1732784251" sldId="260"/>
            <ac:spMk id="17" creationId="{CA1B00EA-492D-4314-9B50-A240C6E37C9A}"/>
          </ac:spMkLst>
        </pc:spChg>
        <pc:spChg chg="add mod">
          <ac:chgData name="Vito Pepe" userId="S::pepe.vito@pzis022008.onmicrosoft.com::c1270e66-27c0-4eb3-8edf-4d7c33be4b58" providerId="AD" clId="Web-{68A64039-FB54-4D01-9A39-69D4D19976E9}" dt="2026-02-15T23:30:21.369" v="335" actId="1076"/>
          <ac:spMkLst>
            <pc:docMk/>
            <pc:sldMk cId="1732784251" sldId="260"/>
            <ac:spMk id="20" creationId="{4F07A939-4131-63CE-5382-7279491B40FC}"/>
          </ac:spMkLst>
        </pc:spChg>
        <pc:spChg chg="add mod">
          <ac:chgData name="Vito Pepe" userId="S::pepe.vito@pzis022008.onmicrosoft.com::c1270e66-27c0-4eb3-8edf-4d7c33be4b58" providerId="AD" clId="Web-{68A64039-FB54-4D01-9A39-69D4D19976E9}" dt="2026-02-15T23:30:34.402" v="339" actId="20577"/>
          <ac:spMkLst>
            <pc:docMk/>
            <pc:sldMk cId="1732784251" sldId="260"/>
            <ac:spMk id="21" creationId="{67D2BBBE-5129-DC2E-A641-05D5E62304A1}"/>
          </ac:spMkLst>
        </pc:spChg>
        <pc:cxnChg chg="add">
          <ac:chgData name="Vito Pepe" userId="S::pepe.vito@pzis022008.onmicrosoft.com::c1270e66-27c0-4eb3-8edf-4d7c33be4b58" providerId="AD" clId="Web-{68A64039-FB54-4D01-9A39-69D4D19976E9}" dt="2026-02-15T23:26:38.256" v="298"/>
          <ac:cxnSpMkLst>
            <pc:docMk/>
            <pc:sldMk cId="1732784251" sldId="260"/>
            <ac:cxnSpMk id="7" creationId="{361B0280-82D4-DE74-5294-E426328F6479}"/>
          </ac:cxnSpMkLst>
        </pc:cxnChg>
        <pc:cxnChg chg="add">
          <ac:chgData name="Vito Pepe" userId="S::pepe.vito@pzis022008.onmicrosoft.com::c1270e66-27c0-4eb3-8edf-4d7c33be4b58" providerId="AD" clId="Web-{68A64039-FB54-4D01-9A39-69D4D19976E9}" dt="2026-02-15T23:26:48.413" v="299"/>
          <ac:cxnSpMkLst>
            <pc:docMk/>
            <pc:sldMk cId="1732784251" sldId="260"/>
            <ac:cxnSpMk id="8" creationId="{E3FE595B-2847-8413-3E89-C834C73AD103}"/>
          </ac:cxnSpMkLst>
        </pc:cxnChg>
        <pc:cxnChg chg="add">
          <ac:chgData name="Vito Pepe" userId="S::pepe.vito@pzis022008.onmicrosoft.com::c1270e66-27c0-4eb3-8edf-4d7c33be4b58" providerId="AD" clId="Web-{68A64039-FB54-4D01-9A39-69D4D19976E9}" dt="2026-02-15T23:26:56.491" v="300"/>
          <ac:cxnSpMkLst>
            <pc:docMk/>
            <pc:sldMk cId="1732784251" sldId="260"/>
            <ac:cxnSpMk id="9" creationId="{AD81E0A3-AA3E-3137-52B6-1B2A350A9375}"/>
          </ac:cxnSpMkLst>
        </pc:cxnChg>
        <pc:cxnChg chg="add">
          <ac:chgData name="Vito Pepe" userId="S::pepe.vito@pzis022008.onmicrosoft.com::c1270e66-27c0-4eb3-8edf-4d7c33be4b58" providerId="AD" clId="Web-{68A64039-FB54-4D01-9A39-69D4D19976E9}" dt="2026-02-15T23:27:04.835" v="301"/>
          <ac:cxnSpMkLst>
            <pc:docMk/>
            <pc:sldMk cId="1732784251" sldId="260"/>
            <ac:cxnSpMk id="10" creationId="{7EE4792F-A7B6-FF2A-95FB-CF53B3CAEA5D}"/>
          </ac:cxnSpMkLst>
        </pc:cxnChg>
        <pc:cxnChg chg="add mod">
          <ac:chgData name="Vito Pepe" userId="S::pepe.vito@pzis022008.onmicrosoft.com::c1270e66-27c0-4eb3-8edf-4d7c33be4b58" providerId="AD" clId="Web-{68A64039-FB54-4D01-9A39-69D4D19976E9}" dt="2026-02-15T23:28:12.711" v="304" actId="14100"/>
          <ac:cxnSpMkLst>
            <pc:docMk/>
            <pc:sldMk cId="1732784251" sldId="260"/>
            <ac:cxnSpMk id="11" creationId="{C503809E-5FFC-AAA8-AC2C-E44CAE45CB19}"/>
          </ac:cxnSpMkLst>
        </pc:cxnChg>
        <pc:cxnChg chg="add">
          <ac:chgData name="Vito Pepe" userId="S::pepe.vito@pzis022008.onmicrosoft.com::c1270e66-27c0-4eb3-8edf-4d7c33be4b58" providerId="AD" clId="Web-{68A64039-FB54-4D01-9A39-69D4D19976E9}" dt="2026-02-15T23:28:51.242" v="315"/>
          <ac:cxnSpMkLst>
            <pc:docMk/>
            <pc:sldMk cId="1732784251" sldId="260"/>
            <ac:cxnSpMk id="13" creationId="{2F2E880A-A74D-F7B0-F34C-B7E04839B493}"/>
          </ac:cxnSpMkLst>
        </pc:cxnChg>
        <pc:cxnChg chg="add">
          <ac:chgData name="Vito Pepe" userId="S::pepe.vito@pzis022008.onmicrosoft.com::c1270e66-27c0-4eb3-8edf-4d7c33be4b58" providerId="AD" clId="Web-{68A64039-FB54-4D01-9A39-69D4D19976E9}" dt="2026-02-15T23:29:14.243" v="321"/>
          <ac:cxnSpMkLst>
            <pc:docMk/>
            <pc:sldMk cId="1732784251" sldId="260"/>
            <ac:cxnSpMk id="15" creationId="{BDF3304B-D6F6-1AF9-B2D8-1423B2133FD9}"/>
          </ac:cxnSpMkLst>
        </pc:cxnChg>
        <pc:cxnChg chg="add">
          <ac:chgData name="Vito Pepe" userId="S::pepe.vito@pzis022008.onmicrosoft.com::c1270e66-27c0-4eb3-8edf-4d7c33be4b58" providerId="AD" clId="Web-{68A64039-FB54-4D01-9A39-69D4D19976E9}" dt="2026-02-15T23:29:53.509" v="329"/>
          <ac:cxnSpMkLst>
            <pc:docMk/>
            <pc:sldMk cId="1732784251" sldId="260"/>
            <ac:cxnSpMk id="18" creationId="{B1B5FF48-E3E0-EFE7-21E4-A85FF4FB8761}"/>
          </ac:cxnSpMkLst>
        </pc:cxnChg>
        <pc:cxnChg chg="add">
          <ac:chgData name="Vito Pepe" userId="S::pepe.vito@pzis022008.onmicrosoft.com::c1270e66-27c0-4eb3-8edf-4d7c33be4b58" providerId="AD" clId="Web-{68A64039-FB54-4D01-9A39-69D4D19976E9}" dt="2026-02-15T23:30:04.571" v="330"/>
          <ac:cxnSpMkLst>
            <pc:docMk/>
            <pc:sldMk cId="1732784251" sldId="260"/>
            <ac:cxnSpMk id="19" creationId="{B2FA7F7E-E141-C23D-4EE7-4A4AD9AFE8D9}"/>
          </ac:cxnSpMkLst>
        </pc:cxnChg>
      </pc:sldChg>
      <pc:sldChg chg="addSp delSp modSp new mod ord setBg">
        <pc:chgData name="Vito Pepe" userId="S::pepe.vito@pzis022008.onmicrosoft.com::c1270e66-27c0-4eb3-8edf-4d7c33be4b58" providerId="AD" clId="Web-{68A64039-FB54-4D01-9A39-69D4D19976E9}" dt="2026-02-15T23:51:08.873" v="612"/>
        <pc:sldMkLst>
          <pc:docMk/>
          <pc:sldMk cId="3046811059" sldId="261"/>
        </pc:sldMkLst>
        <pc:spChg chg="mod">
          <ac:chgData name="Vito Pepe" userId="S::pepe.vito@pzis022008.onmicrosoft.com::c1270e66-27c0-4eb3-8edf-4d7c33be4b58" providerId="AD" clId="Web-{68A64039-FB54-4D01-9A39-69D4D19976E9}" dt="2026-02-15T23:51:08.873" v="612"/>
          <ac:spMkLst>
            <pc:docMk/>
            <pc:sldMk cId="3046811059" sldId="261"/>
            <ac:spMk id="2" creationId="{87748BE3-0A93-5D1A-6A58-B338F02146E6}"/>
          </ac:spMkLst>
        </pc:spChg>
        <pc:spChg chg="del">
          <ac:chgData name="Vito Pepe" userId="S::pepe.vito@pzis022008.onmicrosoft.com::c1270e66-27c0-4eb3-8edf-4d7c33be4b58" providerId="AD" clId="Web-{68A64039-FB54-4D01-9A39-69D4D19976E9}" dt="2026-02-15T23:51:08.873" v="612"/>
          <ac:spMkLst>
            <pc:docMk/>
            <pc:sldMk cId="3046811059" sldId="261"/>
            <ac:spMk id="3" creationId="{C2FB6203-815B-DF1C-DDD3-3878D1DE5F6E}"/>
          </ac:spMkLst>
        </pc:spChg>
        <pc:spChg chg="mod ord">
          <ac:chgData name="Vito Pepe" userId="S::pepe.vito@pzis022008.onmicrosoft.com::c1270e66-27c0-4eb3-8edf-4d7c33be4b58" providerId="AD" clId="Web-{68A64039-FB54-4D01-9A39-69D4D19976E9}" dt="2026-02-15T23:51:08.873" v="612"/>
          <ac:spMkLst>
            <pc:docMk/>
            <pc:sldMk cId="3046811059" sldId="261"/>
            <ac:spMk id="4" creationId="{1F4F2CB1-3C78-1DC8-698D-650188849F85}"/>
          </ac:spMkLst>
        </pc:spChg>
        <pc:spChg chg="mod">
          <ac:chgData name="Vito Pepe" userId="S::pepe.vito@pzis022008.onmicrosoft.com::c1270e66-27c0-4eb3-8edf-4d7c33be4b58" providerId="AD" clId="Web-{68A64039-FB54-4D01-9A39-69D4D19976E9}" dt="2026-02-15T23:51:08.873" v="612"/>
          <ac:spMkLst>
            <pc:docMk/>
            <pc:sldMk cId="3046811059" sldId="261"/>
            <ac:spMk id="5" creationId="{2FBB643B-26F4-64B8-AB82-74C005D539D7}"/>
          </ac:spMkLst>
        </pc:spChg>
        <pc:spChg chg="mod">
          <ac:chgData name="Vito Pepe" userId="S::pepe.vito@pzis022008.onmicrosoft.com::c1270e66-27c0-4eb3-8edf-4d7c33be4b58" providerId="AD" clId="Web-{68A64039-FB54-4D01-9A39-69D4D19976E9}" dt="2026-02-15T23:51:08.873" v="612"/>
          <ac:spMkLst>
            <pc:docMk/>
            <pc:sldMk cId="3046811059" sldId="261"/>
            <ac:spMk id="6" creationId="{14CAF03E-D959-9F40-5F54-FD8BDB2F9EA3}"/>
          </ac:spMkLst>
        </pc:spChg>
        <pc:spChg chg="add">
          <ac:chgData name="Vito Pepe" userId="S::pepe.vito@pzis022008.onmicrosoft.com::c1270e66-27c0-4eb3-8edf-4d7c33be4b58" providerId="AD" clId="Web-{68A64039-FB54-4D01-9A39-69D4D19976E9}" dt="2026-02-15T23:51:08.873" v="612"/>
          <ac:spMkLst>
            <pc:docMk/>
            <pc:sldMk cId="3046811059" sldId="261"/>
            <ac:spMk id="13" creationId="{8FBA68A5-A7C7-4D91-AB95-6E0B6FFD8743}"/>
          </ac:spMkLst>
        </pc:spChg>
        <pc:spChg chg="add">
          <ac:chgData name="Vito Pepe" userId="S::pepe.vito@pzis022008.onmicrosoft.com::c1270e66-27c0-4eb3-8edf-4d7c33be4b58" providerId="AD" clId="Web-{68A64039-FB54-4D01-9A39-69D4D19976E9}" dt="2026-02-15T23:51:08.873" v="612"/>
          <ac:spMkLst>
            <pc:docMk/>
            <pc:sldMk cId="3046811059" sldId="261"/>
            <ac:spMk id="15" creationId="{DA4051E3-92B2-42FC-BB3D-372E4A614439}"/>
          </ac:spMkLst>
        </pc:spChg>
        <pc:spChg chg="add">
          <ac:chgData name="Vito Pepe" userId="S::pepe.vito@pzis022008.onmicrosoft.com::c1270e66-27c0-4eb3-8edf-4d7c33be4b58" providerId="AD" clId="Web-{68A64039-FB54-4D01-9A39-69D4D19976E9}" dt="2026-02-15T23:51:08.873" v="612"/>
          <ac:spMkLst>
            <pc:docMk/>
            <pc:sldMk cId="3046811059" sldId="261"/>
            <ac:spMk id="23" creationId="{551580BD-7D80-4957-A58D-916E994AB787}"/>
          </ac:spMkLst>
        </pc:spChg>
        <pc:spChg chg="add">
          <ac:chgData name="Vito Pepe" userId="S::pepe.vito@pzis022008.onmicrosoft.com::c1270e66-27c0-4eb3-8edf-4d7c33be4b58" providerId="AD" clId="Web-{68A64039-FB54-4D01-9A39-69D4D19976E9}" dt="2026-02-15T23:51:08.873" v="612"/>
          <ac:spMkLst>
            <pc:docMk/>
            <pc:sldMk cId="3046811059" sldId="261"/>
            <ac:spMk id="25" creationId="{5BDD2E98-F85F-4C9F-B090-4DF4DA71570B}"/>
          </ac:spMkLst>
        </pc:spChg>
        <pc:spChg chg="add">
          <ac:chgData name="Vito Pepe" userId="S::pepe.vito@pzis022008.onmicrosoft.com::c1270e66-27c0-4eb3-8edf-4d7c33be4b58" providerId="AD" clId="Web-{68A64039-FB54-4D01-9A39-69D4D19976E9}" dt="2026-02-15T23:51:08.873" v="612"/>
          <ac:spMkLst>
            <pc:docMk/>
            <pc:sldMk cId="3046811059" sldId="261"/>
            <ac:spMk id="27" creationId="{2619FA3B-6977-47DB-8048-B342BD3BE785}"/>
          </ac:spMkLst>
        </pc:spChg>
      </pc:sldChg>
      <pc:sldChg chg="addSp delSp modSp add replId">
        <pc:chgData name="Vito Pepe" userId="S::pepe.vito@pzis022008.onmicrosoft.com::c1270e66-27c0-4eb3-8edf-4d7c33be4b58" providerId="AD" clId="Web-{68A64039-FB54-4D01-9A39-69D4D19976E9}" dt="2026-02-15T23:40:11.343" v="488" actId="1076"/>
        <pc:sldMkLst>
          <pc:docMk/>
          <pc:sldMk cId="3584508603" sldId="262"/>
        </pc:sldMkLst>
        <pc:spChg chg="mod">
          <ac:chgData name="Vito Pepe" userId="S::pepe.vito@pzis022008.onmicrosoft.com::c1270e66-27c0-4eb3-8edf-4d7c33be4b58" providerId="AD" clId="Web-{68A64039-FB54-4D01-9A39-69D4D19976E9}" dt="2026-02-15T23:32:21.477" v="341" actId="20577"/>
          <ac:spMkLst>
            <pc:docMk/>
            <pc:sldMk cId="3584508603" sldId="262"/>
            <ac:spMk id="2" creationId="{6ABD06A8-F5F8-C5AD-3C6D-9882C93E5A12}"/>
          </ac:spMkLst>
        </pc:spChg>
        <pc:spChg chg="mod">
          <ac:chgData name="Vito Pepe" userId="S::pepe.vito@pzis022008.onmicrosoft.com::c1270e66-27c0-4eb3-8edf-4d7c33be4b58" providerId="AD" clId="Web-{68A64039-FB54-4D01-9A39-69D4D19976E9}" dt="2026-02-15T23:35:04.192" v="415" actId="14100"/>
          <ac:spMkLst>
            <pc:docMk/>
            <pc:sldMk cId="3584508603" sldId="262"/>
            <ac:spMk id="3" creationId="{EC13804A-0CEE-5D25-BE14-3AC6D8AADA72}"/>
          </ac:spMkLst>
        </pc:spChg>
        <pc:spChg chg="add mod">
          <ac:chgData name="Vito Pepe" userId="S::pepe.vito@pzis022008.onmicrosoft.com::c1270e66-27c0-4eb3-8edf-4d7c33be4b58" providerId="AD" clId="Web-{68A64039-FB54-4D01-9A39-69D4D19976E9}" dt="2026-02-15T23:34:11.157" v="394" actId="14100"/>
          <ac:spMkLst>
            <pc:docMk/>
            <pc:sldMk cId="3584508603" sldId="262"/>
            <ac:spMk id="7" creationId="{D60C238A-1762-79E6-8430-F2B596EC7E08}"/>
          </ac:spMkLst>
        </pc:spChg>
        <pc:spChg chg="add mod">
          <ac:chgData name="Vito Pepe" userId="S::pepe.vito@pzis022008.onmicrosoft.com::c1270e66-27c0-4eb3-8edf-4d7c33be4b58" providerId="AD" clId="Web-{68A64039-FB54-4D01-9A39-69D4D19976E9}" dt="2026-02-15T23:34:47.222" v="413" actId="14100"/>
          <ac:spMkLst>
            <pc:docMk/>
            <pc:sldMk cId="3584508603" sldId="262"/>
            <ac:spMk id="8" creationId="{3CE4460A-D7F5-47BA-90F2-2F8370E55459}"/>
          </ac:spMkLst>
        </pc:spChg>
        <pc:spChg chg="add mod">
          <ac:chgData name="Vito Pepe" userId="S::pepe.vito@pzis022008.onmicrosoft.com::c1270e66-27c0-4eb3-8edf-4d7c33be4b58" providerId="AD" clId="Web-{68A64039-FB54-4D01-9A39-69D4D19976E9}" dt="2026-02-15T23:35:22.490" v="422" actId="1076"/>
          <ac:spMkLst>
            <pc:docMk/>
            <pc:sldMk cId="3584508603" sldId="262"/>
            <ac:spMk id="10" creationId="{F8E69B3A-F465-5A1F-3FB9-64B46A150157}"/>
          </ac:spMkLst>
        </pc:spChg>
        <pc:spChg chg="add mod">
          <ac:chgData name="Vito Pepe" userId="S::pepe.vito@pzis022008.onmicrosoft.com::c1270e66-27c0-4eb3-8edf-4d7c33be4b58" providerId="AD" clId="Web-{68A64039-FB54-4D01-9A39-69D4D19976E9}" dt="2026-02-15T23:37:26.432" v="474" actId="1076"/>
          <ac:spMkLst>
            <pc:docMk/>
            <pc:sldMk cId="3584508603" sldId="262"/>
            <ac:spMk id="12" creationId="{3068BB5E-3307-EC65-338A-E26EC2B60005}"/>
          </ac:spMkLst>
        </pc:spChg>
        <pc:spChg chg="add del mod">
          <ac:chgData name="Vito Pepe" userId="S::pepe.vito@pzis022008.onmicrosoft.com::c1270e66-27c0-4eb3-8edf-4d7c33be4b58" providerId="AD" clId="Web-{68A64039-FB54-4D01-9A39-69D4D19976E9}" dt="2026-02-15T23:39:12.670" v="481"/>
          <ac:spMkLst>
            <pc:docMk/>
            <pc:sldMk cId="3584508603" sldId="262"/>
            <ac:spMk id="13" creationId="{054F143B-8F0A-8E03-CB04-7A0B5BFBD10F}"/>
          </ac:spMkLst>
        </pc:spChg>
        <pc:spChg chg="add mod">
          <ac:chgData name="Vito Pepe" userId="S::pepe.vito@pzis022008.onmicrosoft.com::c1270e66-27c0-4eb3-8edf-4d7c33be4b58" providerId="AD" clId="Web-{68A64039-FB54-4D01-9A39-69D4D19976E9}" dt="2026-02-15T23:40:11.343" v="488" actId="1076"/>
          <ac:spMkLst>
            <pc:docMk/>
            <pc:sldMk cId="3584508603" sldId="262"/>
            <ac:spMk id="15" creationId="{7743B916-B986-164F-61D4-8649EB8C43F9}"/>
          </ac:spMkLst>
        </pc:spChg>
        <pc:cxnChg chg="add">
          <ac:chgData name="Vito Pepe" userId="S::pepe.vito@pzis022008.onmicrosoft.com::c1270e66-27c0-4eb3-8edf-4d7c33be4b58" providerId="AD" clId="Web-{68A64039-FB54-4D01-9A39-69D4D19976E9}" dt="2026-02-15T23:34:59.895" v="414"/>
          <ac:cxnSpMkLst>
            <pc:docMk/>
            <pc:sldMk cId="3584508603" sldId="262"/>
            <ac:cxnSpMk id="9" creationId="{1C351B1C-FFC0-6F5F-F1A2-A23FE7EC2735}"/>
          </ac:cxnSpMkLst>
        </pc:cxnChg>
        <pc:cxnChg chg="add">
          <ac:chgData name="Vito Pepe" userId="S::pepe.vito@pzis022008.onmicrosoft.com::c1270e66-27c0-4eb3-8edf-4d7c33be4b58" providerId="AD" clId="Web-{68A64039-FB54-4D01-9A39-69D4D19976E9}" dt="2026-02-15T23:35:54.366" v="423"/>
          <ac:cxnSpMkLst>
            <pc:docMk/>
            <pc:sldMk cId="3584508603" sldId="262"/>
            <ac:cxnSpMk id="11" creationId="{53B2767A-50E2-97CE-32AB-44E84A12732D}"/>
          </ac:cxnSpMkLst>
        </pc:cxnChg>
        <pc:cxnChg chg="add">
          <ac:chgData name="Vito Pepe" userId="S::pepe.vito@pzis022008.onmicrosoft.com::c1270e66-27c0-4eb3-8edf-4d7c33be4b58" providerId="AD" clId="Web-{68A64039-FB54-4D01-9A39-69D4D19976E9}" dt="2026-02-15T23:39:52.546" v="482"/>
          <ac:cxnSpMkLst>
            <pc:docMk/>
            <pc:sldMk cId="3584508603" sldId="262"/>
            <ac:cxnSpMk id="14" creationId="{34A902D5-A9F1-6EEE-1CAE-4849362E7C6B}"/>
          </ac:cxnSpMkLst>
        </pc:cxnChg>
      </pc:sldChg>
      <pc:sldChg chg="addSp delSp modSp new">
        <pc:chgData name="Vito Pepe" userId="S::pepe.vito@pzis022008.onmicrosoft.com::c1270e66-27c0-4eb3-8edf-4d7c33be4b58" providerId="AD" clId="Web-{68A64039-FB54-4D01-9A39-69D4D19976E9}" dt="2026-02-15T23:50:13.744" v="598" actId="20577"/>
        <pc:sldMkLst>
          <pc:docMk/>
          <pc:sldMk cId="1364903592" sldId="263"/>
        </pc:sldMkLst>
        <pc:spChg chg="mod">
          <ac:chgData name="Vito Pepe" userId="S::pepe.vito@pzis022008.onmicrosoft.com::c1270e66-27c0-4eb3-8edf-4d7c33be4b58" providerId="AD" clId="Web-{68A64039-FB54-4D01-9A39-69D4D19976E9}" dt="2026-02-15T23:40:45.860" v="501" actId="20577"/>
          <ac:spMkLst>
            <pc:docMk/>
            <pc:sldMk cId="1364903592" sldId="263"/>
            <ac:spMk id="2" creationId="{EFC62087-868C-5C09-3342-97962F69A85A}"/>
          </ac:spMkLst>
        </pc:spChg>
        <pc:spChg chg="mod">
          <ac:chgData name="Vito Pepe" userId="S::pepe.vito@pzis022008.onmicrosoft.com::c1270e66-27c0-4eb3-8edf-4d7c33be4b58" providerId="AD" clId="Web-{68A64039-FB54-4D01-9A39-69D4D19976E9}" dt="2026-02-15T23:46:32.537" v="580" actId="20577"/>
          <ac:spMkLst>
            <pc:docMk/>
            <pc:sldMk cId="1364903592" sldId="263"/>
            <ac:spMk id="3" creationId="{47105492-74C9-F93B-B116-83667A0C60FD}"/>
          </ac:spMkLst>
        </pc:spChg>
        <pc:spChg chg="add mod">
          <ac:chgData name="Vito Pepe" userId="S::pepe.vito@pzis022008.onmicrosoft.com::c1270e66-27c0-4eb3-8edf-4d7c33be4b58" providerId="AD" clId="Web-{68A64039-FB54-4D01-9A39-69D4D19976E9}" dt="2026-02-15T23:43:02.487" v="510"/>
          <ac:spMkLst>
            <pc:docMk/>
            <pc:sldMk cId="1364903592" sldId="263"/>
            <ac:spMk id="7" creationId="{1BBF71B2-1AE9-8EE5-E037-3C1CEF195A8B}"/>
          </ac:spMkLst>
        </pc:spChg>
        <pc:spChg chg="add mod">
          <ac:chgData name="Vito Pepe" userId="S::pepe.vito@pzis022008.onmicrosoft.com::c1270e66-27c0-4eb3-8edf-4d7c33be4b58" providerId="AD" clId="Web-{68A64039-FB54-4D01-9A39-69D4D19976E9}" dt="2026-02-15T23:44:10.332" v="539" actId="1076"/>
          <ac:spMkLst>
            <pc:docMk/>
            <pc:sldMk cId="1364903592" sldId="263"/>
            <ac:spMk id="9" creationId="{A7872F1B-BD95-0C2C-5DB2-A9F0B28E51D6}"/>
          </ac:spMkLst>
        </pc:spChg>
        <pc:spChg chg="add mod">
          <ac:chgData name="Vito Pepe" userId="S::pepe.vito@pzis022008.onmicrosoft.com::c1270e66-27c0-4eb3-8edf-4d7c33be4b58" providerId="AD" clId="Web-{68A64039-FB54-4D01-9A39-69D4D19976E9}" dt="2026-02-15T23:45:04.083" v="550" actId="1076"/>
          <ac:spMkLst>
            <pc:docMk/>
            <pc:sldMk cId="1364903592" sldId="263"/>
            <ac:spMk id="11" creationId="{CF516BAF-2D77-0ED2-6765-109C63E11975}"/>
          </ac:spMkLst>
        </pc:spChg>
        <pc:spChg chg="add mod">
          <ac:chgData name="Vito Pepe" userId="S::pepe.vito@pzis022008.onmicrosoft.com::c1270e66-27c0-4eb3-8edf-4d7c33be4b58" providerId="AD" clId="Web-{68A64039-FB54-4D01-9A39-69D4D19976E9}" dt="2026-02-15T23:45:59.052" v="565" actId="20577"/>
          <ac:spMkLst>
            <pc:docMk/>
            <pc:sldMk cId="1364903592" sldId="263"/>
            <ac:spMk id="12" creationId="{C35B954D-4CC8-A506-0DA1-33A657F3552D}"/>
          </ac:spMkLst>
        </pc:spChg>
        <pc:spChg chg="add mod">
          <ac:chgData name="Vito Pepe" userId="S::pepe.vito@pzis022008.onmicrosoft.com::c1270e66-27c0-4eb3-8edf-4d7c33be4b58" providerId="AD" clId="Web-{68A64039-FB54-4D01-9A39-69D4D19976E9}" dt="2026-02-15T23:50:13.744" v="598" actId="20577"/>
          <ac:spMkLst>
            <pc:docMk/>
            <pc:sldMk cId="1364903592" sldId="263"/>
            <ac:spMk id="18" creationId="{AC2DFF42-63F2-2F87-B242-03B90CC8454E}"/>
          </ac:spMkLst>
        </pc:spChg>
        <pc:cxnChg chg="add mod">
          <ac:chgData name="Vito Pepe" userId="S::pepe.vito@pzis022008.onmicrosoft.com::c1270e66-27c0-4eb3-8edf-4d7c33be4b58" providerId="AD" clId="Web-{68A64039-FB54-4D01-9A39-69D4D19976E9}" dt="2026-02-15T23:45:35.068" v="551" actId="14100"/>
          <ac:cxnSpMkLst>
            <pc:docMk/>
            <pc:sldMk cId="1364903592" sldId="263"/>
            <ac:cxnSpMk id="8" creationId="{C2F82145-BF90-8DEB-23E4-1F82387552A7}"/>
          </ac:cxnSpMkLst>
        </pc:cxnChg>
        <pc:cxnChg chg="add">
          <ac:chgData name="Vito Pepe" userId="S::pepe.vito@pzis022008.onmicrosoft.com::c1270e66-27c0-4eb3-8edf-4d7c33be4b58" providerId="AD" clId="Web-{68A64039-FB54-4D01-9A39-69D4D19976E9}" dt="2026-02-15T23:44:28.848" v="540"/>
          <ac:cxnSpMkLst>
            <pc:docMk/>
            <pc:sldMk cId="1364903592" sldId="263"/>
            <ac:cxnSpMk id="10" creationId="{ACE2C2E7-7811-9856-DFA2-F1AD2BCFF52A}"/>
          </ac:cxnSpMkLst>
        </pc:cxnChg>
        <pc:cxnChg chg="add">
          <ac:chgData name="Vito Pepe" userId="S::pepe.vito@pzis022008.onmicrosoft.com::c1270e66-27c0-4eb3-8edf-4d7c33be4b58" providerId="AD" clId="Web-{68A64039-FB54-4D01-9A39-69D4D19976E9}" dt="2026-02-15T23:46:08.177" v="566"/>
          <ac:cxnSpMkLst>
            <pc:docMk/>
            <pc:sldMk cId="1364903592" sldId="263"/>
            <ac:cxnSpMk id="13" creationId="{F07179B3-868F-4562-B3FE-BCA98BC4CFCB}"/>
          </ac:cxnSpMkLst>
        </pc:cxnChg>
        <pc:cxnChg chg="add del">
          <ac:chgData name="Vito Pepe" userId="S::pepe.vito@pzis022008.onmicrosoft.com::c1270e66-27c0-4eb3-8edf-4d7c33be4b58" providerId="AD" clId="Web-{68A64039-FB54-4D01-9A39-69D4D19976E9}" dt="2026-02-15T23:47:03.865" v="582"/>
          <ac:cxnSpMkLst>
            <pc:docMk/>
            <pc:sldMk cId="1364903592" sldId="263"/>
            <ac:cxnSpMk id="14" creationId="{C9FD843A-670D-6AD0-4577-5A5AC503069B}"/>
          </ac:cxnSpMkLst>
        </pc:cxnChg>
        <pc:cxnChg chg="add del mod">
          <ac:chgData name="Vito Pepe" userId="S::pepe.vito@pzis022008.onmicrosoft.com::c1270e66-27c0-4eb3-8edf-4d7c33be4b58" providerId="AD" clId="Web-{68A64039-FB54-4D01-9A39-69D4D19976E9}" dt="2026-02-15T23:48:11.106" v="587"/>
          <ac:cxnSpMkLst>
            <pc:docMk/>
            <pc:sldMk cId="1364903592" sldId="263"/>
            <ac:cxnSpMk id="15" creationId="{89EBC8F1-AA48-5752-A53F-F77FE85DD976}"/>
          </ac:cxnSpMkLst>
        </pc:cxnChg>
        <pc:cxnChg chg="add mod">
          <ac:chgData name="Vito Pepe" userId="S::pepe.vito@pzis022008.onmicrosoft.com::c1270e66-27c0-4eb3-8edf-4d7c33be4b58" providerId="AD" clId="Web-{68A64039-FB54-4D01-9A39-69D4D19976E9}" dt="2026-02-15T23:49:11.176" v="589" actId="14100"/>
          <ac:cxnSpMkLst>
            <pc:docMk/>
            <pc:sldMk cId="1364903592" sldId="263"/>
            <ac:cxnSpMk id="16" creationId="{39D8EF67-31E8-920A-3929-98BD41BA36AA}"/>
          </ac:cxnSpMkLst>
        </pc:cxnChg>
        <pc:cxnChg chg="add mod">
          <ac:chgData name="Vito Pepe" userId="S::pepe.vito@pzis022008.onmicrosoft.com::c1270e66-27c0-4eb3-8edf-4d7c33be4b58" providerId="AD" clId="Web-{68A64039-FB54-4D01-9A39-69D4D19976E9}" dt="2026-02-15T23:49:30.615" v="591" actId="14100"/>
          <ac:cxnSpMkLst>
            <pc:docMk/>
            <pc:sldMk cId="1364903592" sldId="263"/>
            <ac:cxnSpMk id="17" creationId="{BD302B4F-E8A0-003B-183F-2F6148772A9C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D985E0-CE94-4C03-9304-633B556A681F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1434502-8DBA-483A-9FC0-81B3E057D798}">
      <dgm:prSet/>
      <dgm:spPr/>
      <dgm:t>
        <a:bodyPr/>
        <a:lstStyle/>
        <a:p>
          <a:r>
            <a:rPr lang="it-IT"/>
            <a:t>Tipi di memoria e la gerarchia</a:t>
          </a:r>
          <a:endParaRPr lang="en-US"/>
        </a:p>
      </dgm:t>
    </dgm:pt>
    <dgm:pt modelId="{4A6BA1F1-2732-4A5D-9732-9D959D868398}" type="parTrans" cxnId="{2231CA1B-0BC9-42EC-9148-59E82A6DA49B}">
      <dgm:prSet/>
      <dgm:spPr/>
      <dgm:t>
        <a:bodyPr/>
        <a:lstStyle/>
        <a:p>
          <a:endParaRPr lang="en-US"/>
        </a:p>
      </dgm:t>
    </dgm:pt>
    <dgm:pt modelId="{3ADBD796-FBE5-4AB2-B65C-A028AD124F08}" type="sibTrans" cxnId="{2231CA1B-0BC9-42EC-9148-59E82A6DA49B}">
      <dgm:prSet/>
      <dgm:spPr/>
      <dgm:t>
        <a:bodyPr/>
        <a:lstStyle/>
        <a:p>
          <a:endParaRPr lang="en-US"/>
        </a:p>
      </dgm:t>
    </dgm:pt>
    <dgm:pt modelId="{0E77D4A0-8E1A-4BB2-9741-7A6B7607A6CE}">
      <dgm:prSet/>
      <dgm:spPr/>
      <dgm:t>
        <a:bodyPr/>
        <a:lstStyle/>
        <a:p>
          <a:r>
            <a:rPr lang="it-IT"/>
            <a:t>Caricamento del programma</a:t>
          </a:r>
          <a:endParaRPr lang="en-US"/>
        </a:p>
      </dgm:t>
    </dgm:pt>
    <dgm:pt modelId="{00909156-2E0F-4648-BF17-978474804419}" type="parTrans" cxnId="{5F511313-3467-4CC6-83E5-7B1BDE1E11EC}">
      <dgm:prSet/>
      <dgm:spPr/>
      <dgm:t>
        <a:bodyPr/>
        <a:lstStyle/>
        <a:p>
          <a:endParaRPr lang="en-US"/>
        </a:p>
      </dgm:t>
    </dgm:pt>
    <dgm:pt modelId="{ED134037-8702-413A-8E3E-8E2487CBABE0}" type="sibTrans" cxnId="{5F511313-3467-4CC6-83E5-7B1BDE1E11EC}">
      <dgm:prSet/>
      <dgm:spPr/>
      <dgm:t>
        <a:bodyPr/>
        <a:lstStyle/>
        <a:p>
          <a:endParaRPr lang="en-US"/>
        </a:p>
      </dgm:t>
    </dgm:pt>
    <dgm:pt modelId="{CDB90121-65CE-4F07-8016-A5478EED5FBB}">
      <dgm:prSet/>
      <dgm:spPr/>
      <dgm:t>
        <a:bodyPr/>
        <a:lstStyle/>
        <a:p>
          <a:r>
            <a:rPr lang="it-IT"/>
            <a:t>I due tipi di rilocazione (statica e dinamica)</a:t>
          </a:r>
          <a:endParaRPr lang="en-US"/>
        </a:p>
      </dgm:t>
    </dgm:pt>
    <dgm:pt modelId="{6A6295FD-0FFA-41F4-99BB-5F52CF2948D2}" type="parTrans" cxnId="{36251903-89D6-419A-97E9-BBCDCE36AF51}">
      <dgm:prSet/>
      <dgm:spPr/>
      <dgm:t>
        <a:bodyPr/>
        <a:lstStyle/>
        <a:p>
          <a:endParaRPr lang="en-US"/>
        </a:p>
      </dgm:t>
    </dgm:pt>
    <dgm:pt modelId="{03231587-59FC-4651-86D3-8E70692157EA}" type="sibTrans" cxnId="{36251903-89D6-419A-97E9-BBCDCE36AF51}">
      <dgm:prSet/>
      <dgm:spPr/>
      <dgm:t>
        <a:bodyPr/>
        <a:lstStyle/>
        <a:p>
          <a:endParaRPr lang="en-US"/>
        </a:p>
      </dgm:t>
    </dgm:pt>
    <dgm:pt modelId="{1ADD2D06-6BAF-4D4A-A116-C6B8EF4DFF88}">
      <dgm:prSet/>
      <dgm:spPr/>
      <dgm:t>
        <a:bodyPr/>
        <a:lstStyle/>
        <a:p>
          <a:r>
            <a:rPr lang="it-IT"/>
            <a:t>Binding e linking</a:t>
          </a:r>
          <a:endParaRPr lang="en-US"/>
        </a:p>
      </dgm:t>
    </dgm:pt>
    <dgm:pt modelId="{857D60E1-C64C-4CDC-9894-4B00195AF501}" type="parTrans" cxnId="{BEFF0B70-C15A-4BF4-B750-5746C924E681}">
      <dgm:prSet/>
      <dgm:spPr/>
      <dgm:t>
        <a:bodyPr/>
        <a:lstStyle/>
        <a:p>
          <a:endParaRPr lang="en-US"/>
        </a:p>
      </dgm:t>
    </dgm:pt>
    <dgm:pt modelId="{134FBAEA-A0F8-46D2-8000-AAEC2CA95024}" type="sibTrans" cxnId="{BEFF0B70-C15A-4BF4-B750-5746C924E681}">
      <dgm:prSet/>
      <dgm:spPr/>
      <dgm:t>
        <a:bodyPr/>
        <a:lstStyle/>
        <a:p>
          <a:endParaRPr lang="en-US"/>
        </a:p>
      </dgm:t>
    </dgm:pt>
    <dgm:pt modelId="{97BCCB0F-3E7E-4A25-9CB9-51111EF284AF}" type="pres">
      <dgm:prSet presAssocID="{7BD985E0-CE94-4C03-9304-633B556A681F}" presName="vert0" presStyleCnt="0">
        <dgm:presLayoutVars>
          <dgm:dir/>
          <dgm:animOne val="branch"/>
          <dgm:animLvl val="lvl"/>
        </dgm:presLayoutVars>
      </dgm:prSet>
      <dgm:spPr/>
    </dgm:pt>
    <dgm:pt modelId="{3D4E77F4-5521-465E-98E8-696C1E93C809}" type="pres">
      <dgm:prSet presAssocID="{D1434502-8DBA-483A-9FC0-81B3E057D798}" presName="thickLine" presStyleLbl="alignNode1" presStyleIdx="0" presStyleCnt="4"/>
      <dgm:spPr/>
    </dgm:pt>
    <dgm:pt modelId="{D073A5FA-8518-4F08-93D6-E4E6862C367F}" type="pres">
      <dgm:prSet presAssocID="{D1434502-8DBA-483A-9FC0-81B3E057D798}" presName="horz1" presStyleCnt="0"/>
      <dgm:spPr/>
    </dgm:pt>
    <dgm:pt modelId="{92B277AB-0B85-43DA-B3D8-65B19AD2F154}" type="pres">
      <dgm:prSet presAssocID="{D1434502-8DBA-483A-9FC0-81B3E057D798}" presName="tx1" presStyleLbl="revTx" presStyleIdx="0" presStyleCnt="4"/>
      <dgm:spPr/>
    </dgm:pt>
    <dgm:pt modelId="{BF115A5B-5E67-4146-8263-735879864D36}" type="pres">
      <dgm:prSet presAssocID="{D1434502-8DBA-483A-9FC0-81B3E057D798}" presName="vert1" presStyleCnt="0"/>
      <dgm:spPr/>
    </dgm:pt>
    <dgm:pt modelId="{16B2D826-F3FE-4F94-9D96-B14BDFB1CFBC}" type="pres">
      <dgm:prSet presAssocID="{0E77D4A0-8E1A-4BB2-9741-7A6B7607A6CE}" presName="thickLine" presStyleLbl="alignNode1" presStyleIdx="1" presStyleCnt="4"/>
      <dgm:spPr/>
    </dgm:pt>
    <dgm:pt modelId="{709867A4-12B7-4C24-BD4E-B3C30F6E62E5}" type="pres">
      <dgm:prSet presAssocID="{0E77D4A0-8E1A-4BB2-9741-7A6B7607A6CE}" presName="horz1" presStyleCnt="0"/>
      <dgm:spPr/>
    </dgm:pt>
    <dgm:pt modelId="{825DD3B5-52C7-46CC-951A-67FA67C73FEA}" type="pres">
      <dgm:prSet presAssocID="{0E77D4A0-8E1A-4BB2-9741-7A6B7607A6CE}" presName="tx1" presStyleLbl="revTx" presStyleIdx="1" presStyleCnt="4"/>
      <dgm:spPr/>
    </dgm:pt>
    <dgm:pt modelId="{EFC50C8C-EA57-4B94-A7BA-588E532F2460}" type="pres">
      <dgm:prSet presAssocID="{0E77D4A0-8E1A-4BB2-9741-7A6B7607A6CE}" presName="vert1" presStyleCnt="0"/>
      <dgm:spPr/>
    </dgm:pt>
    <dgm:pt modelId="{5C1FA8B5-35C7-434E-83A1-B52478FB4354}" type="pres">
      <dgm:prSet presAssocID="{CDB90121-65CE-4F07-8016-A5478EED5FBB}" presName="thickLine" presStyleLbl="alignNode1" presStyleIdx="2" presStyleCnt="4"/>
      <dgm:spPr/>
    </dgm:pt>
    <dgm:pt modelId="{FA14CC2F-BB0D-4FC2-85E3-62CA9E238837}" type="pres">
      <dgm:prSet presAssocID="{CDB90121-65CE-4F07-8016-A5478EED5FBB}" presName="horz1" presStyleCnt="0"/>
      <dgm:spPr/>
    </dgm:pt>
    <dgm:pt modelId="{D43948CF-D97E-4A94-82FC-E43290061249}" type="pres">
      <dgm:prSet presAssocID="{CDB90121-65CE-4F07-8016-A5478EED5FBB}" presName="tx1" presStyleLbl="revTx" presStyleIdx="2" presStyleCnt="4"/>
      <dgm:spPr/>
    </dgm:pt>
    <dgm:pt modelId="{D1DB7B22-5F6A-4599-8A2D-13EDB3A6C625}" type="pres">
      <dgm:prSet presAssocID="{CDB90121-65CE-4F07-8016-A5478EED5FBB}" presName="vert1" presStyleCnt="0"/>
      <dgm:spPr/>
    </dgm:pt>
    <dgm:pt modelId="{603589A8-A2FB-4120-AD82-864A9210DFC6}" type="pres">
      <dgm:prSet presAssocID="{1ADD2D06-6BAF-4D4A-A116-C6B8EF4DFF88}" presName="thickLine" presStyleLbl="alignNode1" presStyleIdx="3" presStyleCnt="4"/>
      <dgm:spPr/>
    </dgm:pt>
    <dgm:pt modelId="{07935C52-7CE4-404A-939B-F8A731947ADB}" type="pres">
      <dgm:prSet presAssocID="{1ADD2D06-6BAF-4D4A-A116-C6B8EF4DFF88}" presName="horz1" presStyleCnt="0"/>
      <dgm:spPr/>
    </dgm:pt>
    <dgm:pt modelId="{A7D8F2CD-7FC2-4256-A3D9-DC86135C65EB}" type="pres">
      <dgm:prSet presAssocID="{1ADD2D06-6BAF-4D4A-A116-C6B8EF4DFF88}" presName="tx1" presStyleLbl="revTx" presStyleIdx="3" presStyleCnt="4"/>
      <dgm:spPr/>
    </dgm:pt>
    <dgm:pt modelId="{57C40253-DA4D-46AC-9FBF-C3EF75177AAB}" type="pres">
      <dgm:prSet presAssocID="{1ADD2D06-6BAF-4D4A-A116-C6B8EF4DFF88}" presName="vert1" presStyleCnt="0"/>
      <dgm:spPr/>
    </dgm:pt>
  </dgm:ptLst>
  <dgm:cxnLst>
    <dgm:cxn modelId="{36251903-89D6-419A-97E9-BBCDCE36AF51}" srcId="{7BD985E0-CE94-4C03-9304-633B556A681F}" destId="{CDB90121-65CE-4F07-8016-A5478EED5FBB}" srcOrd="2" destOrd="0" parTransId="{6A6295FD-0FFA-41F4-99BB-5F52CF2948D2}" sibTransId="{03231587-59FC-4651-86D3-8E70692157EA}"/>
    <dgm:cxn modelId="{5F511313-3467-4CC6-83E5-7B1BDE1E11EC}" srcId="{7BD985E0-CE94-4C03-9304-633B556A681F}" destId="{0E77D4A0-8E1A-4BB2-9741-7A6B7607A6CE}" srcOrd="1" destOrd="0" parTransId="{00909156-2E0F-4648-BF17-978474804419}" sibTransId="{ED134037-8702-413A-8E3E-8E2487CBABE0}"/>
    <dgm:cxn modelId="{2231CA1B-0BC9-42EC-9148-59E82A6DA49B}" srcId="{7BD985E0-CE94-4C03-9304-633B556A681F}" destId="{D1434502-8DBA-483A-9FC0-81B3E057D798}" srcOrd="0" destOrd="0" parTransId="{4A6BA1F1-2732-4A5D-9732-9D959D868398}" sibTransId="{3ADBD796-FBE5-4AB2-B65C-A028AD124F08}"/>
    <dgm:cxn modelId="{BEFF0B70-C15A-4BF4-B750-5746C924E681}" srcId="{7BD985E0-CE94-4C03-9304-633B556A681F}" destId="{1ADD2D06-6BAF-4D4A-A116-C6B8EF4DFF88}" srcOrd="3" destOrd="0" parTransId="{857D60E1-C64C-4CDC-9894-4B00195AF501}" sibTransId="{134FBAEA-A0F8-46D2-8000-AAEC2CA95024}"/>
    <dgm:cxn modelId="{BA9FB452-F392-4073-821B-943390A6A1C7}" type="presOf" srcId="{CDB90121-65CE-4F07-8016-A5478EED5FBB}" destId="{D43948CF-D97E-4A94-82FC-E43290061249}" srcOrd="0" destOrd="0" presId="urn:microsoft.com/office/officeart/2008/layout/LinedList"/>
    <dgm:cxn modelId="{820C2A5A-009D-44B4-83B9-401A83061240}" type="presOf" srcId="{0E77D4A0-8E1A-4BB2-9741-7A6B7607A6CE}" destId="{825DD3B5-52C7-46CC-951A-67FA67C73FEA}" srcOrd="0" destOrd="0" presId="urn:microsoft.com/office/officeart/2008/layout/LinedList"/>
    <dgm:cxn modelId="{F9CB887C-AA3F-4885-B221-D5476065BE21}" type="presOf" srcId="{7BD985E0-CE94-4C03-9304-633B556A681F}" destId="{97BCCB0F-3E7E-4A25-9CB9-51111EF284AF}" srcOrd="0" destOrd="0" presId="urn:microsoft.com/office/officeart/2008/layout/LinedList"/>
    <dgm:cxn modelId="{DCE7EFA1-13D7-4B50-AA0A-4425AEFB80F8}" type="presOf" srcId="{1ADD2D06-6BAF-4D4A-A116-C6B8EF4DFF88}" destId="{A7D8F2CD-7FC2-4256-A3D9-DC86135C65EB}" srcOrd="0" destOrd="0" presId="urn:microsoft.com/office/officeart/2008/layout/LinedList"/>
    <dgm:cxn modelId="{50F2BDC5-9A0A-4916-99D7-C3D5A1E57735}" type="presOf" srcId="{D1434502-8DBA-483A-9FC0-81B3E057D798}" destId="{92B277AB-0B85-43DA-B3D8-65B19AD2F154}" srcOrd="0" destOrd="0" presId="urn:microsoft.com/office/officeart/2008/layout/LinedList"/>
    <dgm:cxn modelId="{8561FD77-1299-4359-98FD-8101931E06A8}" type="presParOf" srcId="{97BCCB0F-3E7E-4A25-9CB9-51111EF284AF}" destId="{3D4E77F4-5521-465E-98E8-696C1E93C809}" srcOrd="0" destOrd="0" presId="urn:microsoft.com/office/officeart/2008/layout/LinedList"/>
    <dgm:cxn modelId="{3B32926C-463D-4369-B0C0-4B9D65E4A0E2}" type="presParOf" srcId="{97BCCB0F-3E7E-4A25-9CB9-51111EF284AF}" destId="{D073A5FA-8518-4F08-93D6-E4E6862C367F}" srcOrd="1" destOrd="0" presId="urn:microsoft.com/office/officeart/2008/layout/LinedList"/>
    <dgm:cxn modelId="{DFF22EB8-BCF3-4788-9CD4-7231FD8CF302}" type="presParOf" srcId="{D073A5FA-8518-4F08-93D6-E4E6862C367F}" destId="{92B277AB-0B85-43DA-B3D8-65B19AD2F154}" srcOrd="0" destOrd="0" presId="urn:microsoft.com/office/officeart/2008/layout/LinedList"/>
    <dgm:cxn modelId="{9563363A-261F-4045-A87A-70938427473E}" type="presParOf" srcId="{D073A5FA-8518-4F08-93D6-E4E6862C367F}" destId="{BF115A5B-5E67-4146-8263-735879864D36}" srcOrd="1" destOrd="0" presId="urn:microsoft.com/office/officeart/2008/layout/LinedList"/>
    <dgm:cxn modelId="{1FA7CEFB-6685-47F0-85B8-4B25F427407D}" type="presParOf" srcId="{97BCCB0F-3E7E-4A25-9CB9-51111EF284AF}" destId="{16B2D826-F3FE-4F94-9D96-B14BDFB1CFBC}" srcOrd="2" destOrd="0" presId="urn:microsoft.com/office/officeart/2008/layout/LinedList"/>
    <dgm:cxn modelId="{1D654033-8A4A-4EF9-BFB0-B7879B32B927}" type="presParOf" srcId="{97BCCB0F-3E7E-4A25-9CB9-51111EF284AF}" destId="{709867A4-12B7-4C24-BD4E-B3C30F6E62E5}" srcOrd="3" destOrd="0" presId="urn:microsoft.com/office/officeart/2008/layout/LinedList"/>
    <dgm:cxn modelId="{B98A5A0E-5E84-47F2-819D-58C76A979E34}" type="presParOf" srcId="{709867A4-12B7-4C24-BD4E-B3C30F6E62E5}" destId="{825DD3B5-52C7-46CC-951A-67FA67C73FEA}" srcOrd="0" destOrd="0" presId="urn:microsoft.com/office/officeart/2008/layout/LinedList"/>
    <dgm:cxn modelId="{AD0E2FD0-21D0-4514-9FF6-5E05BA0FA264}" type="presParOf" srcId="{709867A4-12B7-4C24-BD4E-B3C30F6E62E5}" destId="{EFC50C8C-EA57-4B94-A7BA-588E532F2460}" srcOrd="1" destOrd="0" presId="urn:microsoft.com/office/officeart/2008/layout/LinedList"/>
    <dgm:cxn modelId="{08496091-C2B6-4A2A-B74E-F7B041611676}" type="presParOf" srcId="{97BCCB0F-3E7E-4A25-9CB9-51111EF284AF}" destId="{5C1FA8B5-35C7-434E-83A1-B52478FB4354}" srcOrd="4" destOrd="0" presId="urn:microsoft.com/office/officeart/2008/layout/LinedList"/>
    <dgm:cxn modelId="{8E78011A-555C-43FE-AC62-72195082663C}" type="presParOf" srcId="{97BCCB0F-3E7E-4A25-9CB9-51111EF284AF}" destId="{FA14CC2F-BB0D-4FC2-85E3-62CA9E238837}" srcOrd="5" destOrd="0" presId="urn:microsoft.com/office/officeart/2008/layout/LinedList"/>
    <dgm:cxn modelId="{4DC9CB0F-69A0-4EB6-A87B-C556B59554D4}" type="presParOf" srcId="{FA14CC2F-BB0D-4FC2-85E3-62CA9E238837}" destId="{D43948CF-D97E-4A94-82FC-E43290061249}" srcOrd="0" destOrd="0" presId="urn:microsoft.com/office/officeart/2008/layout/LinedList"/>
    <dgm:cxn modelId="{5BD5BA30-AB52-4286-93EC-FAF61E47221D}" type="presParOf" srcId="{FA14CC2F-BB0D-4FC2-85E3-62CA9E238837}" destId="{D1DB7B22-5F6A-4599-8A2D-13EDB3A6C625}" srcOrd="1" destOrd="0" presId="urn:microsoft.com/office/officeart/2008/layout/LinedList"/>
    <dgm:cxn modelId="{487F8F36-3DE5-4FFC-8D27-DABF1F24D48B}" type="presParOf" srcId="{97BCCB0F-3E7E-4A25-9CB9-51111EF284AF}" destId="{603589A8-A2FB-4120-AD82-864A9210DFC6}" srcOrd="6" destOrd="0" presId="urn:microsoft.com/office/officeart/2008/layout/LinedList"/>
    <dgm:cxn modelId="{2F07D0FD-E946-428F-9981-5914656BE883}" type="presParOf" srcId="{97BCCB0F-3E7E-4A25-9CB9-51111EF284AF}" destId="{07935C52-7CE4-404A-939B-F8A731947ADB}" srcOrd="7" destOrd="0" presId="urn:microsoft.com/office/officeart/2008/layout/LinedList"/>
    <dgm:cxn modelId="{6093796C-0396-4EEF-A844-9D4C1E79C9D1}" type="presParOf" srcId="{07935C52-7CE4-404A-939B-F8A731947ADB}" destId="{A7D8F2CD-7FC2-4256-A3D9-DC86135C65EB}" srcOrd="0" destOrd="0" presId="urn:microsoft.com/office/officeart/2008/layout/LinedList"/>
    <dgm:cxn modelId="{3437D69F-6930-4438-9498-038BC3BD4262}" type="presParOf" srcId="{07935C52-7CE4-404A-939B-F8A731947ADB}" destId="{57C40253-DA4D-46AC-9FBF-C3EF75177AA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4E77F4-5521-465E-98E8-696C1E93C809}">
      <dsp:nvSpPr>
        <dsp:cNvPr id="0" name=""/>
        <dsp:cNvSpPr/>
      </dsp:nvSpPr>
      <dsp:spPr>
        <a:xfrm>
          <a:off x="0" y="0"/>
          <a:ext cx="545849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B277AB-0B85-43DA-B3D8-65B19AD2F154}">
      <dsp:nvSpPr>
        <dsp:cNvPr id="0" name=""/>
        <dsp:cNvSpPr/>
      </dsp:nvSpPr>
      <dsp:spPr>
        <a:xfrm>
          <a:off x="0" y="0"/>
          <a:ext cx="5458491" cy="1238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400" kern="1200"/>
            <a:t>Tipi di memoria e la gerarchia</a:t>
          </a:r>
          <a:endParaRPr lang="en-US" sz="3400" kern="1200"/>
        </a:p>
      </dsp:txBody>
      <dsp:txXfrm>
        <a:off x="0" y="0"/>
        <a:ext cx="5458491" cy="1238249"/>
      </dsp:txXfrm>
    </dsp:sp>
    <dsp:sp modelId="{16B2D826-F3FE-4F94-9D96-B14BDFB1CFBC}">
      <dsp:nvSpPr>
        <dsp:cNvPr id="0" name=""/>
        <dsp:cNvSpPr/>
      </dsp:nvSpPr>
      <dsp:spPr>
        <a:xfrm>
          <a:off x="0" y="1238249"/>
          <a:ext cx="545849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5DD3B5-52C7-46CC-951A-67FA67C73FEA}">
      <dsp:nvSpPr>
        <dsp:cNvPr id="0" name=""/>
        <dsp:cNvSpPr/>
      </dsp:nvSpPr>
      <dsp:spPr>
        <a:xfrm>
          <a:off x="0" y="1238249"/>
          <a:ext cx="5458491" cy="1238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400" kern="1200"/>
            <a:t>Caricamento del programma</a:t>
          </a:r>
          <a:endParaRPr lang="en-US" sz="3400" kern="1200"/>
        </a:p>
      </dsp:txBody>
      <dsp:txXfrm>
        <a:off x="0" y="1238249"/>
        <a:ext cx="5458491" cy="1238249"/>
      </dsp:txXfrm>
    </dsp:sp>
    <dsp:sp modelId="{5C1FA8B5-35C7-434E-83A1-B52478FB4354}">
      <dsp:nvSpPr>
        <dsp:cNvPr id="0" name=""/>
        <dsp:cNvSpPr/>
      </dsp:nvSpPr>
      <dsp:spPr>
        <a:xfrm>
          <a:off x="0" y="2476499"/>
          <a:ext cx="545849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3948CF-D97E-4A94-82FC-E43290061249}">
      <dsp:nvSpPr>
        <dsp:cNvPr id="0" name=""/>
        <dsp:cNvSpPr/>
      </dsp:nvSpPr>
      <dsp:spPr>
        <a:xfrm>
          <a:off x="0" y="2476499"/>
          <a:ext cx="5458491" cy="1238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400" kern="1200"/>
            <a:t>I due tipi di rilocazione (statica e dinamica)</a:t>
          </a:r>
          <a:endParaRPr lang="en-US" sz="3400" kern="1200"/>
        </a:p>
      </dsp:txBody>
      <dsp:txXfrm>
        <a:off x="0" y="2476499"/>
        <a:ext cx="5458491" cy="1238249"/>
      </dsp:txXfrm>
    </dsp:sp>
    <dsp:sp modelId="{603589A8-A2FB-4120-AD82-864A9210DFC6}">
      <dsp:nvSpPr>
        <dsp:cNvPr id="0" name=""/>
        <dsp:cNvSpPr/>
      </dsp:nvSpPr>
      <dsp:spPr>
        <a:xfrm>
          <a:off x="0" y="3714750"/>
          <a:ext cx="545849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D8F2CD-7FC2-4256-A3D9-DC86135C65EB}">
      <dsp:nvSpPr>
        <dsp:cNvPr id="0" name=""/>
        <dsp:cNvSpPr/>
      </dsp:nvSpPr>
      <dsp:spPr>
        <a:xfrm>
          <a:off x="0" y="3714749"/>
          <a:ext cx="5458491" cy="1238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400" kern="1200"/>
            <a:t>Binding e linking</a:t>
          </a:r>
          <a:endParaRPr lang="en-US" sz="3400" kern="1200"/>
        </a:p>
      </dsp:txBody>
      <dsp:txXfrm>
        <a:off x="0" y="3714749"/>
        <a:ext cx="5458491" cy="1238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784DA-E3E0-4099-8BC4-1813584CD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6415" y="800100"/>
            <a:ext cx="8447314" cy="3314694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BD63B-9405-4E42-9E2F-07573F9B1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6415" y="4909459"/>
            <a:ext cx="8292874" cy="914395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8D03A-9A11-476C-B52A-593F3C019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0168-EB40-45AF-89A1-87DE0A55FFC6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50CD1-7906-4885-9A4D-B764220DD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ECA96-1AD5-41FE-AB5C-68ABD6522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09E39A-DA3F-4BDC-A89A-6545C1DD3721}"/>
              </a:ext>
            </a:extLst>
          </p:cNvPr>
          <p:cNvCxnSpPr>
            <a:cxnSpLocks/>
          </p:cNvCxnSpPr>
          <p:nvPr/>
        </p:nvCxnSpPr>
        <p:spPr>
          <a:xfrm>
            <a:off x="360154" y="4602664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4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2BEE8-2E4A-4A4A-833E-89D8D794E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5914"/>
            <a:ext cx="9527275" cy="124194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6CFDA-CDBF-4B24-9EC3-827F540F7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8595"/>
            <a:ext cx="9527275" cy="3643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5871D-4A14-4A17-A0ED-7DDA7752B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BD654-899B-4DAF-93B9-1CBCAB5F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F7FCA-B968-443D-90A7-E0F3C6D6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F5CC56-CBE8-4152-AD5E-982DD286AA28}"/>
              </a:ext>
            </a:extLst>
          </p:cNvPr>
          <p:cNvCxnSpPr>
            <a:cxnSpLocks/>
          </p:cNvCxnSpPr>
          <p:nvPr/>
        </p:nvCxnSpPr>
        <p:spPr>
          <a:xfrm>
            <a:off x="386707" y="1905000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961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895B8-786F-418B-9367-52B195268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3426"/>
            <a:ext cx="8840344" cy="34890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CF574-9044-4964-B6AE-A3983D595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8488"/>
            <a:ext cx="8840344" cy="900772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2A109-E9F9-428E-858A-38375BF1D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05506-6815-4E0E-B1DE-ECA35C2016DF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9BA6F-665B-4D62-84D1-23E03428C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1A2D7-4390-4B51-90D4-900EAAB13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12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166EE-5127-48B4-A6F6-F5F6B38DB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87828"/>
            <a:ext cx="9578683" cy="990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7B8A9-5914-49F9-8E0E-C8723C5339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2057407"/>
            <a:ext cx="4318906" cy="3725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7D0C2-CAEA-4E31-8FA6-D866315DF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9577" y="2057407"/>
            <a:ext cx="4405746" cy="37251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E5DE2-0BD6-45B3-BDB1-675BA058B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85F7-A724-48A4-9D33-CEBC5174E865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622B7-97C1-4C72-BCA9-290DC716F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7BEE3-B3AE-45B6-924A-08ABC951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10397D-8A25-4307-B58D-8DE617EFD26D}"/>
              </a:ext>
            </a:extLst>
          </p:cNvPr>
          <p:cNvCxnSpPr>
            <a:cxnSpLocks/>
          </p:cNvCxnSpPr>
          <p:nvPr/>
        </p:nvCxnSpPr>
        <p:spPr>
          <a:xfrm>
            <a:off x="375523" y="1760404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747697-5C57-4DA6-8ED6-CAB14CDD220A}"/>
              </a:ext>
            </a:extLst>
          </p:cNvPr>
          <p:cNvCxnSpPr>
            <a:cxnSpLocks/>
          </p:cNvCxnSpPr>
          <p:nvPr/>
        </p:nvCxnSpPr>
        <p:spPr>
          <a:xfrm>
            <a:off x="5563342" y="1752600"/>
            <a:ext cx="0" cy="4300105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312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22296-2B01-4044-AD7B-497BAC8AE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09600"/>
            <a:ext cx="10515600" cy="95149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08880-DE5D-4299-BAC3-D45377C49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989859"/>
            <a:ext cx="4381644" cy="60267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2A655D-7A3A-4BA5-B82A-744276BE2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713126"/>
            <a:ext cx="4381644" cy="31213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037933-BDAC-4317-9B7E-E30CF0B42E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50530" y="1989859"/>
            <a:ext cx="4487137" cy="60267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A5878F-AE56-4F8C-A84A-A8534180DE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50531" y="2713127"/>
            <a:ext cx="4487136" cy="31213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FF249A-9D93-4A8E-9284-5AB19AC0A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06E7A-BDD3-46A3-BEE2-EB821F9236B4}" type="datetime1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563883-9438-44C9-877E-EC771D1B3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5ED3CC-D7BA-43BD-973A-B09921FED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4B03ADF-AEED-49C1-9CF7-7749387E2A4F}"/>
              </a:ext>
            </a:extLst>
          </p:cNvPr>
          <p:cNvCxnSpPr>
            <a:cxnSpLocks/>
          </p:cNvCxnSpPr>
          <p:nvPr/>
        </p:nvCxnSpPr>
        <p:spPr>
          <a:xfrm>
            <a:off x="378503" y="1752600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5345CA-2FC8-42B9-85F7-84F77724D011}"/>
              </a:ext>
            </a:extLst>
          </p:cNvPr>
          <p:cNvCxnSpPr>
            <a:cxnSpLocks/>
          </p:cNvCxnSpPr>
          <p:nvPr/>
        </p:nvCxnSpPr>
        <p:spPr>
          <a:xfrm>
            <a:off x="5563342" y="1752600"/>
            <a:ext cx="0" cy="4300105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592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8770-E2EE-4C9B-9F89-128DAC661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116" y="703687"/>
            <a:ext cx="9406190" cy="17225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CE391-8E22-4716-8A8B-C39BA61A7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1540C-9440-4E7A-B71A-BEFEE06869E3}" type="datetime1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6C042F-179F-4DBC-80B7-34B89EA27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86EA4-4BE5-4D17-A1DC-196FEA972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60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649B6B-2C1C-452D-9F93-BD9A6F2B0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18DDB-88AC-4039-B59C-B05DC4C9C16C}" type="datetime1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CA8ED-78AC-4474-8874-E4C424297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0B764-0B68-4801-ADE7-93105912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744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E717A-ED7D-43FE-881F-9407FF220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97476"/>
            <a:ext cx="3932237" cy="169371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FE954-332E-4D66-AFFD-A15389A76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597475"/>
            <a:ext cx="5140180" cy="526357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15CDA-9FC3-4F17-963C-DD9E226EC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91194"/>
            <a:ext cx="3932237" cy="357779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C30BE-8EE8-4A41-B20E-ACEFC980C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ABFB-60E7-4BA1-866A-7059F058065B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B6719-F550-42EF-B377-8E41A46D0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A6636-5EF9-499C-A3A0-3021812D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047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038CB-27F1-47CF-B05A-CC0688301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59822"/>
            <a:ext cx="3932237" cy="165215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9C67EA-3155-4708-9B86-D7B2B54FC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03687"/>
            <a:ext cx="5212917" cy="49690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434F1-C813-4E9B-98A4-B0B372CE2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26277"/>
            <a:ext cx="3932237" cy="324642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2A0B8-75E7-465D-84CB-BC9C3FB2F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4112F-55F4-4776-A323-7418930321C8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879C9-B751-43BD-8B27-FA18290E1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998FB-27B9-46E5-90E3-09B108B0E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03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B4882-AC48-4F1E-837D-E154BEEDC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439"/>
            <a:ext cx="9613106" cy="128288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FD34B7-C335-425E-BF89-DB1A0C235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914525"/>
            <a:ext cx="9613106" cy="3883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63754-C885-4DC6-962D-C861267B6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CA68F-747D-436A-B5BB-2EBC3ED499E4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C9693-03CD-4EBD-A3D7-BE310CD5F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BBD01-5E50-4FF1-A1D6-B24B7B75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24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EA1D39-AB23-4CEE-BBAA-55B29415D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78644"/>
            <a:ext cx="1912144" cy="52720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20688-FA9B-4ABD-9E9E-C7EADE949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2" y="578643"/>
            <a:ext cx="7943848" cy="52720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B1A6B-AE19-4BD4-AE49-43E78CC0B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8DC11-9E39-40A0-B3DC-E3F2AD04A616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62144-27EE-4CE0-B167-F5DBA41B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A40B2-EFB0-47EA-878B-6405E1DC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79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FBA68A5-A7C7-4D91-AB95-6E0B6FFD87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F93EBF-655A-4373-ADBE-9606BFA94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439"/>
            <a:ext cx="9485160" cy="1282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F2994-4D2E-43BB-9D9B-117ED94AB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91757"/>
            <a:ext cx="9485163" cy="3706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28926-9DF1-4A3E-8B81-2191D6F75E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2" y="6140304"/>
            <a:ext cx="3154896" cy="287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300" baseline="0">
                <a:solidFill>
                  <a:schemeClr val="accent1"/>
                </a:solidFill>
              </a:defRPr>
            </a:lvl1pPr>
          </a:lstStyle>
          <a:p>
            <a:fld id="{CFBEA57F-793F-4683-BD8A-741FD4B89154}" type="datetime1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1BD4F-CE83-48A3-9683-19CF03C0A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233562" y="257852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 cap="all" spc="300" baseline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94939-09B3-4A6E-88F8-4D923A56D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1701" y="5672706"/>
            <a:ext cx="951908" cy="7546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fld id="{81D2C36F-4504-47C0-B82F-A167342A2754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4051E3-92B2-42FC-BB3D-372E4A614439}"/>
              </a:ext>
            </a:extLst>
          </p:cNvPr>
          <p:cNvSpPr/>
          <p:nvPr/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425084-C97A-4C25-AE47-DDECF2DD3ABC}"/>
              </a:ext>
            </a:extLst>
          </p:cNvPr>
          <p:cNvCxnSpPr>
            <a:cxnSpLocks/>
          </p:cNvCxnSpPr>
          <p:nvPr/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6A478A1-0B34-4F2B-88FA-CF47551E5DF9}"/>
              </a:ext>
            </a:extLst>
          </p:cNvPr>
          <p:cNvCxnSpPr>
            <a:cxnSpLocks/>
          </p:cNvCxnSpPr>
          <p:nvPr/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963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51580BD-7D80-4957-A58D-916E994AB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C45B16-36EC-4606-9AE0-6F220A940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023E3C-B4B3-4D14-6982-CCD147F416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7000"/>
          </a:blip>
          <a:srcRect t="19666" r="-2" b="-2"/>
          <a:stretch>
            <a:fillRect/>
          </a:stretch>
        </p:blipFill>
        <p:spPr>
          <a:xfrm>
            <a:off x="-1" y="1"/>
            <a:ext cx="12191999" cy="685799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B59DE95-F3B9-4A35-9681-78FA926F0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rgbClr val="FFFFFF"/>
            </a:solidFill>
          </a:ln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762347B-110E-54A2-9ED6-931F1D39BA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818488"/>
            <a:ext cx="9542755" cy="1029418"/>
          </a:xfrm>
        </p:spPr>
        <p:txBody>
          <a:bodyPr anchor="ctr">
            <a:normAutofit/>
          </a:bodyPr>
          <a:lstStyle/>
          <a:p>
            <a:r>
              <a:rPr lang="it-IT" sz="4000">
                <a:solidFill>
                  <a:srgbClr val="FFFFFF"/>
                </a:solidFill>
                <a:ea typeface="Calibri Light"/>
                <a:cs typeface="Calibri Light"/>
              </a:rPr>
              <a:t>La gestione della memoria</a:t>
            </a:r>
            <a:endParaRPr lang="it-IT" sz="4000">
              <a:solidFill>
                <a:srgbClr val="FFFFFF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A454C5A-DF34-BCD9-2C3F-202183523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6812" y="668142"/>
            <a:ext cx="8836328" cy="9699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>
                <a:solidFill>
                  <a:srgbClr val="FFFFFF"/>
                </a:solidFill>
                <a:ea typeface="Calibri"/>
                <a:cs typeface="Calibri"/>
              </a:rPr>
              <a:t>Vito pepe 3I</a:t>
            </a:r>
          </a:p>
          <a:p>
            <a:r>
              <a:rPr lang="it-IT">
                <a:solidFill>
                  <a:srgbClr val="FFFFFF"/>
                </a:solidFill>
                <a:ea typeface="Calibri"/>
                <a:cs typeface="Calibri"/>
              </a:rPr>
              <a:t>16/02/2026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687E3B-9C6D-4102-8F38-DCB77C49C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D5243F-6AFC-4A87-8525-C3B22EFD9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4495800"/>
            <a:ext cx="10375638" cy="0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3C7C39-C73B-4051-B742-C9086B7B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718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29">
            <a:extLst>
              <a:ext uri="{FF2B5EF4-FFF2-40B4-BE49-F238E27FC236}">
                <a16:creationId xmlns:a16="http://schemas.microsoft.com/office/drawing/2014/main" id="{EFDD989F-EB09-444D-A035-5AB121E9F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31">
            <a:extLst>
              <a:ext uri="{FF2B5EF4-FFF2-40B4-BE49-F238E27FC236}">
                <a16:creationId xmlns:a16="http://schemas.microsoft.com/office/drawing/2014/main" id="{4EC491AA-162B-48F4-800A-DDD463401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33">
            <a:extLst>
              <a:ext uri="{FF2B5EF4-FFF2-40B4-BE49-F238E27FC236}">
                <a16:creationId xmlns:a16="http://schemas.microsoft.com/office/drawing/2014/main" id="{059C28DC-C15C-4518-9BFF-1C616FAAB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7016C59-A751-E796-3D2B-BA0E14662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00100"/>
            <a:ext cx="4068098" cy="4872606"/>
          </a:xfrm>
        </p:spPr>
        <p:txBody>
          <a:bodyPr anchor="t">
            <a:normAutofit/>
          </a:bodyPr>
          <a:lstStyle/>
          <a:p>
            <a:r>
              <a:rPr lang="it-IT"/>
              <a:t>Sommario</a:t>
            </a:r>
            <a:endParaRPr lang="it-IT" dirty="0"/>
          </a:p>
        </p:txBody>
      </p:sp>
      <p:cxnSp>
        <p:nvCxnSpPr>
          <p:cNvPr id="54" name="Straight Connector 35">
            <a:extLst>
              <a:ext uri="{FF2B5EF4-FFF2-40B4-BE49-F238E27FC236}">
                <a16:creationId xmlns:a16="http://schemas.microsoft.com/office/drawing/2014/main" id="{3344AEC7-1D13-4017-A59D-22E452832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B169B2B-3966-C988-857B-C2932851E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cxnSp>
        <p:nvCxnSpPr>
          <p:cNvPr id="55" name="Straight Connector 37">
            <a:extLst>
              <a:ext uri="{FF2B5EF4-FFF2-40B4-BE49-F238E27FC236}">
                <a16:creationId xmlns:a16="http://schemas.microsoft.com/office/drawing/2014/main" id="{15390FCB-B181-4E95-8776-928321587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D74E30-FCA7-1B8B-8FDA-05B7917753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2" y="6140304"/>
            <a:ext cx="3154896" cy="28707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0A88F0-556B-4BB7-8AAB-D63AEB65C662}" type="datetime1">
              <a:rPr lang="en-US" smtClean="0"/>
              <a:pPr>
                <a:spcAft>
                  <a:spcPts val="600"/>
                </a:spcAft>
              </a:pPr>
              <a:t>2/15/2026</a:t>
            </a:fld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551956-54CB-7E74-FD98-AEEF15142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1D2C36F-4504-47C0-B82F-A167342A275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56" name="Segnaposto contenuto 2">
            <a:extLst>
              <a:ext uri="{FF2B5EF4-FFF2-40B4-BE49-F238E27FC236}">
                <a16:creationId xmlns:a16="http://schemas.microsoft.com/office/drawing/2014/main" id="{A150DA2F-F06D-9822-B14B-56B45570CC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042602"/>
              </p:ext>
            </p:extLst>
          </p:nvPr>
        </p:nvGraphicFramePr>
        <p:xfrm>
          <a:off x="4906296" y="800101"/>
          <a:ext cx="5458491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7708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870F1165-C2FC-4313-ADED-D8514C00E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FD564DD-780E-4279-99FF-A16618E11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8389F4F-329A-92E9-23E3-21EE3981B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5914"/>
            <a:ext cx="9527275" cy="729988"/>
          </a:xfrm>
        </p:spPr>
        <p:txBody>
          <a:bodyPr anchor="ctr">
            <a:normAutofit/>
          </a:bodyPr>
          <a:lstStyle/>
          <a:p>
            <a:r>
              <a:rPr lang="it-IT" dirty="0"/>
              <a:t>Tipi di </a:t>
            </a:r>
            <a:r>
              <a:rPr lang="it-IT"/>
              <a:t>memorie e la gerarchia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5B3554-65C8-D02C-722F-8CAE1F341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5000"/>
            <a:ext cx="3375210" cy="3767706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/>
              <a:t>Le memorie possono essere di diverso tipo e sono classificate in base alla loro velocità</a:t>
            </a:r>
            <a:endParaRPr lang="it-IT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7" name="Immagine 6" descr="Immagine che contiene testo, Carattere, schermat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19E0714B-F98C-3BA7-E33A-C5A9974E3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192" y="2112736"/>
            <a:ext cx="5116616" cy="3220247"/>
          </a:xfrm>
          <a:prstGeom prst="rect">
            <a:avLst/>
          </a:prstGeo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1725272-D236-30DD-BDF2-AC7570D839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2" y="6140304"/>
            <a:ext cx="3154896" cy="28707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0A88F0-556B-4BB7-8AAB-D63AEB65C662}" type="datetime1">
              <a:rPr lang="en-US" smtClean="0"/>
              <a:pPr>
                <a:spcAft>
                  <a:spcPts val="600"/>
                </a:spcAft>
              </a:pPr>
              <a:t>2/15/2026</a:t>
            </a:fld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BAD74CF-CB22-463B-9031-D3BE16111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51CF5E5-9824-0C1C-8D1B-48FB6132B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A2DA069-BF22-468D-BB80-A828FCA12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1D2C36F-4504-47C0-B82F-A167342A2754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5BB14C7-B6E4-427D-AEAC-7A18D089F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2B589D1-AB2D-469C-960E-40C719BA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55BC9DE-F4C7-4F1F-833F-C0E20531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86300" y="1377869"/>
            <a:ext cx="0" cy="4669568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95C7366-6A36-4307-81CE-FBD79DFF0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7744" y="1371600"/>
            <a:ext cx="1038095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A8EF4034-B3FA-6750-B162-4C0BA0588E56}"/>
              </a:ext>
            </a:extLst>
          </p:cNvPr>
          <p:cNvCxnSpPr/>
          <p:nvPr/>
        </p:nvCxnSpPr>
        <p:spPr>
          <a:xfrm>
            <a:off x="5757412" y="1936898"/>
            <a:ext cx="399548" cy="4507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330A8A1-F64D-D95B-5484-B8E6E6F8DCDE}"/>
              </a:ext>
            </a:extLst>
          </p:cNvPr>
          <p:cNvSpPr txBox="1"/>
          <p:nvPr/>
        </p:nvSpPr>
        <p:spPr>
          <a:xfrm>
            <a:off x="4744720" y="1412240"/>
            <a:ext cx="5872480" cy="7571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40000"/>
              </a:lnSpc>
              <a:spcBef>
                <a:spcPts val="1000"/>
              </a:spcBef>
            </a:pPr>
            <a:r>
              <a:rPr lang="it-IT">
                <a:solidFill>
                  <a:srgbClr val="ED625F"/>
                </a:solidFill>
              </a:rPr>
              <a:t>Più in alto si è, meno è capiente la memoria</a:t>
            </a:r>
            <a:endParaRPr lang="en-US"/>
          </a:p>
          <a:p>
            <a:pPr algn="l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27681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181A9D-EFB4-0F73-7653-AAE4A79B3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Caricamento del </a:t>
            </a:r>
            <a:r>
              <a:rPr lang="it-IT"/>
              <a:t>programma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F791F5-2424-AB6F-0E18-C4EEADBE4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/>
              <a:t>Memoria centrale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          </a:t>
            </a:r>
          </a:p>
          <a:p>
            <a:pPr marL="0" indent="0">
              <a:buNone/>
            </a:pPr>
            <a:r>
              <a:rPr lang="it-IT" dirty="0"/>
              <a:t>                                                                </a:t>
            </a:r>
          </a:p>
          <a:p>
            <a:pPr marL="0" indent="0">
              <a:buNone/>
            </a:pPr>
            <a:r>
              <a:rPr lang="it-IT"/>
              <a:t>                                                                    Coda di entrata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/>
              <a:t>                                                                                                                                  Processi pronti (Ready List)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72C219A-1C3B-E07F-D326-F4C4B1740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9273190-6F76-E653-94C8-A6EEF5C2A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3512F84-2C8D-5AE5-7079-69ED8A1D5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4</a:t>
            </a:fld>
            <a:endParaRPr lang="en-US"/>
          </a:p>
        </p:txBody>
      </p:sp>
      <p:sp>
        <p:nvSpPr>
          <p:cNvPr id="7" name="Freccia in giù 6">
            <a:extLst>
              <a:ext uri="{FF2B5EF4-FFF2-40B4-BE49-F238E27FC236}">
                <a16:creationId xmlns:a16="http://schemas.microsoft.com/office/drawing/2014/main" id="{894DB20D-9F6E-22CD-9EE2-C4AD47240CEC}"/>
              </a:ext>
            </a:extLst>
          </p:cNvPr>
          <p:cNvSpPr/>
          <p:nvPr/>
        </p:nvSpPr>
        <p:spPr>
          <a:xfrm rot="-3120000">
            <a:off x="3096228" y="2536785"/>
            <a:ext cx="569088" cy="8295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Freccia in giù 7">
            <a:extLst>
              <a:ext uri="{FF2B5EF4-FFF2-40B4-BE49-F238E27FC236}">
                <a16:creationId xmlns:a16="http://schemas.microsoft.com/office/drawing/2014/main" id="{DA68619B-0A0F-F580-B6EF-1DAAC159C3C7}"/>
              </a:ext>
            </a:extLst>
          </p:cNvPr>
          <p:cNvSpPr/>
          <p:nvPr/>
        </p:nvSpPr>
        <p:spPr>
          <a:xfrm rot="-3120000">
            <a:off x="6317848" y="4263341"/>
            <a:ext cx="569088" cy="8295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4977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2CAD97-AFA5-4052-035E-AB4FD619E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Rilocazione statica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311B8B-B061-9C64-9A11-614CEF603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8595"/>
            <a:ext cx="8003275" cy="36439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/>
              <a:t>INDIRIZZI LOGICI                                                                                        MEMORIA FISICA</a:t>
            </a:r>
          </a:p>
          <a:p>
            <a:pPr marL="342900" indent="-342900">
              <a:buAutoNum type="arabicPeriod"/>
            </a:pPr>
            <a:r>
              <a:rPr lang="it-IT" dirty="0"/>
              <a:t>a=5                                                                                                              #100  occupato</a:t>
            </a:r>
          </a:p>
          <a:p>
            <a:pPr marL="342900" indent="-342900">
              <a:buAutoNum type="arabicPeriod"/>
            </a:pPr>
            <a:r>
              <a:rPr lang="it-IT"/>
              <a:t>b=7                                                                                                              #101</a:t>
            </a:r>
            <a:endParaRPr lang="it-IT" dirty="0"/>
          </a:p>
          <a:p>
            <a:pPr marL="342900" indent="-342900">
              <a:buAutoNum type="arabicPeriod"/>
            </a:pPr>
            <a:r>
              <a:rPr lang="it-IT"/>
              <a:t>Somma                                                                                                       #102</a:t>
            </a:r>
            <a:endParaRPr lang="it-IT" dirty="0"/>
          </a:p>
          <a:p>
            <a:pPr marL="342900" indent="-342900">
              <a:buAutoNum type="arabicPeriod"/>
            </a:pPr>
            <a:r>
              <a:rPr lang="it-IT" dirty="0" err="1"/>
              <a:t>Moltipl</a:t>
            </a:r>
            <a:r>
              <a:rPr lang="it-IT" dirty="0"/>
              <a:t>                                                                                                        #103</a:t>
            </a:r>
          </a:p>
          <a:p>
            <a:pPr marL="0" indent="0">
              <a:buNone/>
            </a:pPr>
            <a:r>
              <a:rPr lang="it-IT"/>
              <a:t>                                                                                                                           #104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F6E4FEC-6A95-5E65-02DD-3326927B6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77B0D5C-EF27-ECE8-E28D-C6D3C212D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6AE589-50FE-E7AD-575F-086434A70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5</a:t>
            </a:fld>
            <a:endParaRPr lang="en-US"/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361B0280-82D4-DE74-5294-E426328F6479}"/>
              </a:ext>
            </a:extLst>
          </p:cNvPr>
          <p:cNvCxnSpPr/>
          <p:nvPr/>
        </p:nvCxnSpPr>
        <p:spPr>
          <a:xfrm>
            <a:off x="1697619" y="2835797"/>
            <a:ext cx="4996405" cy="520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E3FE595B-2847-8413-3E89-C834C73AD103}"/>
              </a:ext>
            </a:extLst>
          </p:cNvPr>
          <p:cNvCxnSpPr/>
          <p:nvPr/>
        </p:nvCxnSpPr>
        <p:spPr>
          <a:xfrm>
            <a:off x="1697620" y="3395240"/>
            <a:ext cx="5150734" cy="491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AD81E0A3-AA3E-3137-52B6-1B2A350A9375}"/>
              </a:ext>
            </a:extLst>
          </p:cNvPr>
          <p:cNvCxnSpPr/>
          <p:nvPr/>
        </p:nvCxnSpPr>
        <p:spPr>
          <a:xfrm>
            <a:off x="1967695" y="3973974"/>
            <a:ext cx="5034987" cy="453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7EE4792F-A7B6-FF2A-95FB-CF53B3CAEA5D}"/>
              </a:ext>
            </a:extLst>
          </p:cNvPr>
          <p:cNvCxnSpPr/>
          <p:nvPr/>
        </p:nvCxnSpPr>
        <p:spPr>
          <a:xfrm>
            <a:off x="1938759" y="4465898"/>
            <a:ext cx="5112151" cy="462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C503809E-5FFC-AAA8-AC2C-E44CAE45CB19}"/>
              </a:ext>
            </a:extLst>
          </p:cNvPr>
          <p:cNvCxnSpPr/>
          <p:nvPr/>
        </p:nvCxnSpPr>
        <p:spPr>
          <a:xfrm flipV="1">
            <a:off x="8777692" y="2640642"/>
            <a:ext cx="495738" cy="280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0DF62FE-EABF-70E0-B148-AAA1541E96B1}"/>
              </a:ext>
            </a:extLst>
          </p:cNvPr>
          <p:cNvSpPr txBox="1"/>
          <p:nvPr/>
        </p:nvSpPr>
        <p:spPr>
          <a:xfrm>
            <a:off x="9433367" y="2054506"/>
            <a:ext cx="11478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Indirizzo base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2F2E880A-A74D-F7B0-F34C-B7E04839B493}"/>
              </a:ext>
            </a:extLst>
          </p:cNvPr>
          <p:cNvCxnSpPr/>
          <p:nvPr/>
        </p:nvCxnSpPr>
        <p:spPr>
          <a:xfrm>
            <a:off x="7677873" y="3356658"/>
            <a:ext cx="1196050" cy="9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8138943-A847-8C2F-89C8-84E4F8F0162F}"/>
              </a:ext>
            </a:extLst>
          </p:cNvPr>
          <p:cNvSpPr txBox="1"/>
          <p:nvPr/>
        </p:nvSpPr>
        <p:spPr>
          <a:xfrm>
            <a:off x="9201873" y="3163746"/>
            <a:ext cx="11671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/>
              <a:t>100+1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BDF3304B-D6F6-1AF9-B2D8-1423B2133FD9}"/>
              </a:ext>
            </a:extLst>
          </p:cNvPr>
          <p:cNvCxnSpPr/>
          <p:nvPr/>
        </p:nvCxnSpPr>
        <p:spPr>
          <a:xfrm>
            <a:off x="7687519" y="3945037"/>
            <a:ext cx="1244278" cy="9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A1B00EA-492D-4314-9B50-A240C6E37C9A}"/>
              </a:ext>
            </a:extLst>
          </p:cNvPr>
          <p:cNvSpPr txBox="1"/>
          <p:nvPr/>
        </p:nvSpPr>
        <p:spPr>
          <a:xfrm>
            <a:off x="9201087" y="3739116"/>
            <a:ext cx="9934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/>
              <a:t>100+2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B1B5FF48-E3E0-EFE7-21E4-A85FF4FB8761}"/>
              </a:ext>
            </a:extLst>
          </p:cNvPr>
          <p:cNvCxnSpPr/>
          <p:nvPr/>
        </p:nvCxnSpPr>
        <p:spPr>
          <a:xfrm>
            <a:off x="7619999" y="4456252"/>
            <a:ext cx="1215341" cy="9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B2FA7F7E-E141-C23D-4EE7-4A4AD9AFE8D9}"/>
              </a:ext>
            </a:extLst>
          </p:cNvPr>
          <p:cNvCxnSpPr/>
          <p:nvPr/>
        </p:nvCxnSpPr>
        <p:spPr>
          <a:xfrm>
            <a:off x="7639291" y="4957822"/>
            <a:ext cx="1109240" cy="9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F07A939-4131-63CE-5382-7279491B40FC}"/>
              </a:ext>
            </a:extLst>
          </p:cNvPr>
          <p:cNvSpPr txBox="1"/>
          <p:nvPr/>
        </p:nvSpPr>
        <p:spPr>
          <a:xfrm>
            <a:off x="9029039" y="4287343"/>
            <a:ext cx="11478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/>
              <a:t>100+3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7D2BBBE-5129-DC2E-A641-05D5E62304A1}"/>
              </a:ext>
            </a:extLst>
          </p:cNvPr>
          <p:cNvSpPr txBox="1"/>
          <p:nvPr/>
        </p:nvSpPr>
        <p:spPr>
          <a:xfrm>
            <a:off x="9086126" y="4755265"/>
            <a:ext cx="1331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/>
              <a:t>100+4</a:t>
            </a:r>
          </a:p>
        </p:txBody>
      </p:sp>
    </p:spTree>
    <p:extLst>
      <p:ext uri="{BB962C8B-B14F-4D97-AF65-F5344CB8AC3E}">
        <p14:creationId xmlns:p14="http://schemas.microsoft.com/office/powerpoint/2010/main" val="1732784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471F6-4AC0-7FEF-438C-8B1D9A27A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BD06A8-F5F8-C5AD-3C6D-9882C93E5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Rilocazione dinamica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13804A-0CEE-5D25-BE14-3AC6D8AAD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8595"/>
            <a:ext cx="7887529" cy="36439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/>
              <a:t>INDIRIZZI LOGICI                                                                                        MEMORIA FISICA</a:t>
            </a:r>
          </a:p>
          <a:p>
            <a:pPr marL="342900" indent="-342900">
              <a:buAutoNum type="arabicPeriod"/>
            </a:pPr>
            <a:r>
              <a:rPr lang="it-IT" dirty="0"/>
              <a:t>a=5                                                                                                              #460  occupato</a:t>
            </a:r>
          </a:p>
          <a:p>
            <a:pPr marL="342900" indent="-342900">
              <a:buAutoNum type="arabicPeriod"/>
            </a:pPr>
            <a:r>
              <a:rPr lang="it-IT"/>
              <a:t>b=7                                                                                                              #461</a:t>
            </a:r>
            <a:endParaRPr lang="it-IT" dirty="0"/>
          </a:p>
          <a:p>
            <a:pPr marL="342900" indent="-342900">
              <a:buAutoNum type="arabicPeriod"/>
            </a:pPr>
            <a:r>
              <a:rPr lang="it-IT"/>
              <a:t>Somma                                                                                                       #462</a:t>
            </a:r>
            <a:endParaRPr lang="it-IT" dirty="0"/>
          </a:p>
          <a:p>
            <a:pPr marL="342900" indent="-342900">
              <a:buAutoNum type="arabicPeriod"/>
            </a:pPr>
            <a:r>
              <a:rPr lang="it-IT" dirty="0" err="1"/>
              <a:t>Moltipl</a:t>
            </a:r>
            <a:r>
              <a:rPr lang="it-IT" dirty="0"/>
              <a:t>                                                                                                        #463</a:t>
            </a:r>
          </a:p>
          <a:p>
            <a:pPr marL="0" indent="0">
              <a:buNone/>
            </a:pPr>
            <a:r>
              <a:rPr lang="it-IT"/>
              <a:t>                                                                                                                           #464</a:t>
            </a:r>
          </a:p>
          <a:p>
            <a:pPr marL="0" indent="0">
              <a:buNone/>
            </a:pPr>
            <a:r>
              <a:rPr lang="it-IT" dirty="0"/>
              <a:t>                                                                                                                           #465  occupato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D14E25E-030F-E045-C4C6-9E7A84B13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A063315-838B-2B5A-053E-011AD8AA9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445DD7F-3CD7-1F01-A85A-339CD9B4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6</a:t>
            </a:fld>
            <a:endParaRPr lang="en-US"/>
          </a:p>
        </p:txBody>
      </p:sp>
      <p:sp>
        <p:nvSpPr>
          <p:cNvPr id="7" name="Parentesi graffa chiusa 6">
            <a:extLst>
              <a:ext uri="{FF2B5EF4-FFF2-40B4-BE49-F238E27FC236}">
                <a16:creationId xmlns:a16="http://schemas.microsoft.com/office/drawing/2014/main" id="{D60C238A-1762-79E6-8430-F2B596EC7E08}"/>
              </a:ext>
            </a:extLst>
          </p:cNvPr>
          <p:cNvSpPr/>
          <p:nvPr/>
        </p:nvSpPr>
        <p:spPr>
          <a:xfrm rot="10800000">
            <a:off x="6587924" y="3366303"/>
            <a:ext cx="434050" cy="157222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CE4460A-D7F5-47BA-90F2-2F8370E55459}"/>
              </a:ext>
            </a:extLst>
          </p:cNvPr>
          <p:cNvSpPr txBox="1"/>
          <p:nvPr/>
        </p:nvSpPr>
        <p:spPr>
          <a:xfrm>
            <a:off x="4417670" y="3925747"/>
            <a:ext cx="225706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Primo gruppo di celle dis</a:t>
            </a:r>
            <a:r>
              <a:rPr lang="it-IT"/>
              <a:t>ponibili</a:t>
            </a:r>
            <a:endParaRPr lang="it-IT" dirty="0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1C351B1C-FFC0-6F5F-F1A2-A23FE7EC2735}"/>
              </a:ext>
            </a:extLst>
          </p:cNvPr>
          <p:cNvCxnSpPr/>
          <p:nvPr/>
        </p:nvCxnSpPr>
        <p:spPr>
          <a:xfrm>
            <a:off x="7774328" y="3327721"/>
            <a:ext cx="1620455" cy="9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8E69B3A-F465-5A1F-3FB9-64B46A150157}"/>
              </a:ext>
            </a:extLst>
          </p:cNvPr>
          <p:cNvSpPr txBox="1"/>
          <p:nvPr/>
        </p:nvSpPr>
        <p:spPr>
          <a:xfrm>
            <a:off x="9491240" y="3057645"/>
            <a:ext cx="124427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Registro base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53B2767A-50E2-97CE-32AB-44E84A12732D}"/>
              </a:ext>
            </a:extLst>
          </p:cNvPr>
          <p:cNvCxnSpPr/>
          <p:nvPr/>
        </p:nvCxnSpPr>
        <p:spPr>
          <a:xfrm>
            <a:off x="7832202" y="4948176"/>
            <a:ext cx="1581873" cy="9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068BB5E-3307-EC65-338A-E26EC2B60005}"/>
              </a:ext>
            </a:extLst>
          </p:cNvPr>
          <p:cNvSpPr txBox="1"/>
          <p:nvPr/>
        </p:nvSpPr>
        <p:spPr>
          <a:xfrm>
            <a:off x="9394785" y="4658808"/>
            <a:ext cx="162045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200"/>
              <a:t>Indirizzo limite </a:t>
            </a:r>
          </a:p>
          <a:p>
            <a:r>
              <a:rPr lang="it-IT" sz="1200" dirty="0"/>
              <a:t>(indirizzo massimo utilizzabile dagli </a:t>
            </a:r>
            <a:r>
              <a:rPr lang="it-IT" sz="1200"/>
              <a:t>indirizzi logici)</a:t>
            </a:r>
            <a:endParaRPr lang="it-IT" sz="1200" dirty="0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34A902D5-A9F1-6EEE-1CAE-4849362E7C6B}"/>
              </a:ext>
            </a:extLst>
          </p:cNvPr>
          <p:cNvCxnSpPr/>
          <p:nvPr/>
        </p:nvCxnSpPr>
        <p:spPr>
          <a:xfrm>
            <a:off x="945265" y="4562354"/>
            <a:ext cx="96455" cy="790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743B916-B986-164F-61D4-8649EB8C43F9}"/>
              </a:ext>
            </a:extLst>
          </p:cNvPr>
          <p:cNvSpPr txBox="1"/>
          <p:nvPr/>
        </p:nvSpPr>
        <p:spPr>
          <a:xfrm>
            <a:off x="838378" y="5376843"/>
            <a:ext cx="1302151" cy="3761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/>
              <a:t>Max</a:t>
            </a:r>
          </a:p>
        </p:txBody>
      </p:sp>
    </p:spTree>
    <p:extLst>
      <p:ext uri="{BB962C8B-B14F-4D97-AF65-F5344CB8AC3E}">
        <p14:creationId xmlns:p14="http://schemas.microsoft.com/office/powerpoint/2010/main" val="3584508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C62087-868C-5C09-3342-97962F69A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Binding e Linking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105492-74C9-F93B-B116-83667A0C6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Binding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/>
              <a:t>Linking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CF98A4E-F078-5810-2A90-4CFD1E09A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61699B3-CB09-9CA6-A5DF-4CB8EFFF9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040E683-DE83-9C10-3A18-365C8513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7</a:t>
            </a:fld>
            <a:endParaRPr lang="en-US"/>
          </a:p>
        </p:txBody>
      </p:sp>
      <p:sp>
        <p:nvSpPr>
          <p:cNvPr id="7" name="Elaborazione 6">
            <a:extLst>
              <a:ext uri="{FF2B5EF4-FFF2-40B4-BE49-F238E27FC236}">
                <a16:creationId xmlns:a16="http://schemas.microsoft.com/office/drawing/2014/main" id="{1BBF71B2-1AE9-8EE5-E037-3C1CEF195A8B}"/>
              </a:ext>
            </a:extLst>
          </p:cNvPr>
          <p:cNvSpPr/>
          <p:nvPr/>
        </p:nvSpPr>
        <p:spPr>
          <a:xfrm>
            <a:off x="1794075" y="2903316"/>
            <a:ext cx="1927183" cy="1345710"/>
          </a:xfrm>
          <a:prstGeom prst="flowChartProcess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C2F82145-BF90-8DEB-23E4-1F82387552A7}"/>
              </a:ext>
            </a:extLst>
          </p:cNvPr>
          <p:cNvCxnSpPr/>
          <p:nvPr/>
        </p:nvCxnSpPr>
        <p:spPr>
          <a:xfrm>
            <a:off x="1572227" y="2469266"/>
            <a:ext cx="405114" cy="86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7872F1B-BD95-0C2C-5DB2-A9F0B28E51D6}"/>
              </a:ext>
            </a:extLst>
          </p:cNvPr>
          <p:cNvSpPr txBox="1"/>
          <p:nvPr/>
        </p:nvSpPr>
        <p:spPr>
          <a:xfrm>
            <a:off x="1813366" y="3115519"/>
            <a:ext cx="189053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/>
              <a:t>Compile time</a:t>
            </a:r>
          </a:p>
          <a:p>
            <a:pPr marL="285750" indent="-285750">
              <a:buFont typeface="Arial"/>
              <a:buChar char="•"/>
            </a:pPr>
            <a:r>
              <a:rPr lang="it-IT"/>
              <a:t>Load time</a:t>
            </a:r>
          </a:p>
          <a:p>
            <a:pPr marL="285750" indent="-285750">
              <a:buFont typeface="Arial"/>
              <a:buChar char="•"/>
            </a:pPr>
            <a:r>
              <a:rPr lang="it-IT" dirty="0" err="1"/>
              <a:t>Execution</a:t>
            </a:r>
            <a:r>
              <a:rPr lang="it-IT" dirty="0"/>
              <a:t> time</a:t>
            </a: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ACE2C2E7-7811-9856-DFA2-F1AD2BCFF52A}"/>
              </a:ext>
            </a:extLst>
          </p:cNvPr>
          <p:cNvCxnSpPr/>
          <p:nvPr/>
        </p:nvCxnSpPr>
        <p:spPr>
          <a:xfrm>
            <a:off x="3761772" y="3578506"/>
            <a:ext cx="1639746" cy="9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F516BAF-2D77-0ED2-6765-109C63E11975}"/>
              </a:ext>
            </a:extLst>
          </p:cNvPr>
          <p:cNvSpPr txBox="1"/>
          <p:nvPr/>
        </p:nvSpPr>
        <p:spPr>
          <a:xfrm>
            <a:off x="5604075" y="3395240"/>
            <a:ext cx="24403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solidFill>
                  <a:schemeClr val="accent1"/>
                </a:solidFill>
              </a:rPr>
              <a:t>Indirizzo fisico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35B954D-4CC8-A506-0DA1-33A657F3552D}"/>
              </a:ext>
            </a:extLst>
          </p:cNvPr>
          <p:cNvSpPr txBox="1"/>
          <p:nvPr/>
        </p:nvSpPr>
        <p:spPr>
          <a:xfrm>
            <a:off x="2083442" y="2401747"/>
            <a:ext cx="17651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solidFill>
                  <a:schemeClr val="accent1"/>
                </a:solidFill>
              </a:rPr>
              <a:t>Indirizzo </a:t>
            </a:r>
            <a:r>
              <a:rPr lang="it-IT">
                <a:solidFill>
                  <a:schemeClr val="accent1"/>
                </a:solidFill>
              </a:rPr>
              <a:t>logico</a:t>
            </a:r>
            <a:endParaRPr lang="it-IT" dirty="0">
              <a:solidFill>
                <a:schemeClr val="accent1"/>
              </a:solidFill>
            </a:endParaRP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F07179B3-868F-4562-B3FE-BCA98BC4CFCB}"/>
              </a:ext>
            </a:extLst>
          </p:cNvPr>
          <p:cNvCxnSpPr/>
          <p:nvPr/>
        </p:nvCxnSpPr>
        <p:spPr>
          <a:xfrm>
            <a:off x="2864733" y="2700759"/>
            <a:ext cx="9645" cy="125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39D8EF67-31E8-920A-3929-98BD41BA36AA}"/>
              </a:ext>
            </a:extLst>
          </p:cNvPr>
          <p:cNvCxnSpPr/>
          <p:nvPr/>
        </p:nvCxnSpPr>
        <p:spPr>
          <a:xfrm>
            <a:off x="1350378" y="2768279"/>
            <a:ext cx="9646" cy="2054504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BD302B4F-E8A0-003B-183F-2F6148772A9C}"/>
              </a:ext>
            </a:extLst>
          </p:cNvPr>
          <p:cNvCxnSpPr/>
          <p:nvPr/>
        </p:nvCxnSpPr>
        <p:spPr>
          <a:xfrm flipV="1">
            <a:off x="1311797" y="2650601"/>
            <a:ext cx="663615" cy="127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C2DFF42-63F2-2F87-B242-03B90CC8454E}"/>
              </a:ext>
            </a:extLst>
          </p:cNvPr>
          <p:cNvSpPr txBox="1"/>
          <p:nvPr/>
        </p:nvSpPr>
        <p:spPr>
          <a:xfrm rot="-5400000">
            <a:off x="684834" y="3607443"/>
            <a:ext cx="8584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>
                <a:solidFill>
                  <a:schemeClr val="accent1"/>
                </a:solidFill>
              </a:rPr>
              <a:t>calcolo</a:t>
            </a:r>
          </a:p>
        </p:txBody>
      </p:sp>
    </p:spTree>
    <p:extLst>
      <p:ext uri="{BB962C8B-B14F-4D97-AF65-F5344CB8AC3E}">
        <p14:creationId xmlns:p14="http://schemas.microsoft.com/office/powerpoint/2010/main" val="1364903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FBA68A5-A7C7-4D91-AB95-6E0B6FFD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4051E3-92B2-42FC-BB3D-372E4A614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C425084-C97A-4C25-AE47-DDECF2DD3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6A478A1-0B34-4F2B-88FA-CF47551E5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A09E39A-DA3F-4BDC-A89A-6545C1DD3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0154" y="4602664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51580BD-7D80-4957-A58D-916E994AB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DD2E98-F85F-4C9F-B090-4DF4DA71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0" cy="6858000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619FA3B-6977-47DB-8048-B342BD3B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824" y="274145"/>
            <a:ext cx="10351830" cy="57704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7748BE3-0A93-5D1A-6A58-B338F0214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3686"/>
            <a:ext cx="9390797" cy="9408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Grazie per la </a:t>
            </a:r>
            <a:r>
              <a:rPr lang="en-US" dirty="0" err="1"/>
              <a:t>visione</a:t>
            </a:r>
          </a:p>
        </p:txBody>
      </p:sp>
      <p:pic>
        <p:nvPicPr>
          <p:cNvPr id="10" name="Graphic 9" descr="Smiling Face with No Fill">
            <a:extLst>
              <a:ext uri="{FF2B5EF4-FFF2-40B4-BE49-F238E27FC236}">
                <a16:creationId xmlns:a16="http://schemas.microsoft.com/office/drawing/2014/main" id="{E84EB8A6-276C-3CED-FC88-F7125443A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9156" y="1905000"/>
            <a:ext cx="3728885" cy="3728885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FBB643B-26F4-64B8-AB82-74C005D53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233562" y="2578525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1050" b="1" kern="1200" cap="all" spc="300" baseline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F4F2CB1-3C78-1DC8-698D-650188849F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2" y="6140304"/>
            <a:ext cx="3154896" cy="2870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E0A88F0-556B-4BB7-8AAB-D63AEB65C662}" type="datetime1">
              <a:rPr lang="en-US" smtClean="0"/>
              <a:pPr>
                <a:spcAft>
                  <a:spcPts val="600"/>
                </a:spcAft>
              </a:pPr>
              <a:t>2/15/2026</a:t>
            </a:fld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4CAF03E-D959-9F40-5F54-FD8BDB2F9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1701" y="5672706"/>
            <a:ext cx="951908" cy="7546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1D2C36F-4504-47C0-B82F-A167342A2754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59DE95-F3B9-4A35-9681-78FA926F0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260498"/>
            <a:ext cx="11456511" cy="6262576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E687E3B-9C6D-4102-8F38-DCB77C49C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260498"/>
            <a:ext cx="0" cy="6262576"/>
          </a:xfrm>
          <a:prstGeom prst="line">
            <a:avLst/>
          </a:prstGeom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73C7C39-C73B-4051-B742-C9086B7B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7744" y="6047437"/>
            <a:ext cx="10380954" cy="0"/>
          </a:xfrm>
          <a:prstGeom prst="line">
            <a:avLst/>
          </a:prstGeom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F07B81A-3898-46B4-BFC6-9787CAF2E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46394" y="6047437"/>
            <a:ext cx="0" cy="475637"/>
          </a:xfrm>
          <a:prstGeom prst="line">
            <a:avLst/>
          </a:prstGeom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811059"/>
      </p:ext>
    </p:extLst>
  </p:cSld>
  <p:clrMapOvr>
    <a:masterClrMapping/>
  </p:clrMapOvr>
</p:sld>
</file>

<file path=ppt/theme/theme1.xml><?xml version="1.0" encoding="utf-8"?>
<a:theme xmlns:a="http://schemas.openxmlformats.org/drawingml/2006/main" name="MemoVTI">
  <a:themeElements>
    <a:clrScheme name="Custom 73">
      <a:dk1>
        <a:sysClr val="windowText" lastClr="000000"/>
      </a:dk1>
      <a:lt1>
        <a:sysClr val="window" lastClr="FFFFFF"/>
      </a:lt1>
      <a:dk2>
        <a:srgbClr val="192033"/>
      </a:dk2>
      <a:lt2>
        <a:srgbClr val="F3EAD9"/>
      </a:lt2>
      <a:accent1>
        <a:srgbClr val="ED625F"/>
      </a:accent1>
      <a:accent2>
        <a:srgbClr val="2F4FA7"/>
      </a:accent2>
      <a:accent3>
        <a:srgbClr val="76A899"/>
      </a:accent3>
      <a:accent4>
        <a:srgbClr val="D4669D"/>
      </a:accent4>
      <a:accent5>
        <a:srgbClr val="F2855A"/>
      </a:accent5>
      <a:accent6>
        <a:srgbClr val="C44732"/>
      </a:accent6>
      <a:hlink>
        <a:srgbClr val="3F7AAF"/>
      </a:hlink>
      <a:folHlink>
        <a:srgbClr val="9E4687"/>
      </a:folHlink>
    </a:clrScheme>
    <a:fontScheme name="Elephant Univers Condensed">
      <a:majorFont>
        <a:latin typeface="Elephant"/>
        <a:ea typeface=""/>
        <a:cs typeface=""/>
      </a:majorFont>
      <a:minorFont>
        <a:latin typeface="Univers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moVTI" id="{DF30D94D-D909-45F8-8565-C675708280D4}" vid="{636A8D8B-0354-48FA-9492-83E81C2616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9" baseType="lpstr">
      <vt:lpstr>MemoVTI</vt:lpstr>
      <vt:lpstr>La gestione della memoria</vt:lpstr>
      <vt:lpstr>Sommario</vt:lpstr>
      <vt:lpstr>Tipi di memorie e la gerarchia</vt:lpstr>
      <vt:lpstr>Caricamento del programma</vt:lpstr>
      <vt:lpstr>Rilocazione statica</vt:lpstr>
      <vt:lpstr>Rilocazione dinamica</vt:lpstr>
      <vt:lpstr>Binding e Linking</vt:lpstr>
      <vt:lpstr>Grazie per la visione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245</cp:revision>
  <dcterms:created xsi:type="dcterms:W3CDTF">2012-07-30T23:18:30Z</dcterms:created>
  <dcterms:modified xsi:type="dcterms:W3CDTF">2026-02-15T23:53:17Z</dcterms:modified>
</cp:coreProperties>
</file>