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70" r:id="rId12"/>
    <p:sldId id="271" r:id="rId13"/>
    <p:sldId id="272" r:id="rId14"/>
    <p:sldId id="263" r:id="rId15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8D6566-63DB-4DB5-9D16-BC16ADCC0511}" v="2" dt="2026-03-10T16:19:06.606"/>
    <p1510:client id="{B3CEC898-3874-4CD6-8FAE-39EB7E1B8D7E}" v="438" dt="2026-03-11T17:07:31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418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933CB5-F6E0-40F0-898B-8ED510E91BE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31AD46-6342-464E-90C7-0762A43586BA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it-IT" sz="800">
              <a:ea typeface="+mn-ea"/>
              <a:cs typeface="+mn-cs"/>
            </a:rPr>
            <a:t>Memorie</a:t>
          </a:r>
          <a:endParaRPr lang="en-US" sz="800">
            <a:ea typeface="+mn-ea"/>
            <a:cs typeface="+mn-cs"/>
          </a:endParaRPr>
        </a:p>
      </dgm:t>
    </dgm:pt>
    <dgm:pt modelId="{A00209EB-B855-419C-BB54-DDB4A489010F}" type="parTrans" cxnId="{E8C421E0-97DA-4460-8865-954DAAF27874}">
      <dgm:prSet/>
      <dgm:spPr/>
      <dgm:t>
        <a:bodyPr/>
        <a:lstStyle/>
        <a:p>
          <a:endParaRPr lang="en-US"/>
        </a:p>
      </dgm:t>
    </dgm:pt>
    <dgm:pt modelId="{9A66F2FE-BECC-46EE-B2CD-B6F5987FB01D}" type="sibTrans" cxnId="{E8C421E0-97DA-4460-8865-954DAAF27874}">
      <dgm:prSet/>
      <dgm:spPr/>
      <dgm:t>
        <a:bodyPr/>
        <a:lstStyle/>
        <a:p>
          <a:endParaRPr lang="en-US"/>
        </a:p>
      </dgm:t>
    </dgm:pt>
    <dgm:pt modelId="{8FE1104F-61A5-4D0D-80C4-4B49C83A6846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it-IT" sz="800">
              <a:ea typeface="+mn-ea"/>
              <a:cs typeface="+mn-cs"/>
            </a:rPr>
            <a:t>Caricamento del programma</a:t>
          </a:r>
          <a:endParaRPr lang="en-US" sz="800">
            <a:ea typeface="+mn-ea"/>
            <a:cs typeface="+mn-cs"/>
          </a:endParaRPr>
        </a:p>
      </dgm:t>
    </dgm:pt>
    <dgm:pt modelId="{1132E757-4330-4ECE-9D2F-9CEB46C75100}" type="parTrans" cxnId="{FA30E5D1-4963-4A59-BC60-47DD37531BFC}">
      <dgm:prSet/>
      <dgm:spPr/>
      <dgm:t>
        <a:bodyPr/>
        <a:lstStyle/>
        <a:p>
          <a:endParaRPr lang="en-US"/>
        </a:p>
      </dgm:t>
    </dgm:pt>
    <dgm:pt modelId="{82C27D14-8B71-4CD1-9110-4FC784FEFC2E}" type="sibTrans" cxnId="{FA30E5D1-4963-4A59-BC60-47DD37531BFC}">
      <dgm:prSet/>
      <dgm:spPr/>
      <dgm:t>
        <a:bodyPr/>
        <a:lstStyle/>
        <a:p>
          <a:endParaRPr lang="en-US"/>
        </a:p>
      </dgm:t>
    </dgm:pt>
    <dgm:pt modelId="{F0A6E69C-3405-446C-A9CD-C52186805841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it-IT" sz="800">
              <a:ea typeface="+mn-ea"/>
              <a:cs typeface="+mn-cs"/>
            </a:rPr>
            <a:t>Rilocazione statica e dinamica</a:t>
          </a:r>
          <a:endParaRPr lang="en-US" sz="800">
            <a:ea typeface="+mn-ea"/>
            <a:cs typeface="+mn-cs"/>
          </a:endParaRPr>
        </a:p>
      </dgm:t>
    </dgm:pt>
    <dgm:pt modelId="{D08A52A3-32A6-457E-82D3-942F42A38F22}" type="parTrans" cxnId="{67C6DB7B-8DC2-444B-A361-C26F167B1288}">
      <dgm:prSet/>
      <dgm:spPr/>
      <dgm:t>
        <a:bodyPr/>
        <a:lstStyle/>
        <a:p>
          <a:endParaRPr lang="en-US"/>
        </a:p>
      </dgm:t>
    </dgm:pt>
    <dgm:pt modelId="{67FE9892-D656-43FB-9A77-DA2FFB12FA0C}" type="sibTrans" cxnId="{67C6DB7B-8DC2-444B-A361-C26F167B1288}">
      <dgm:prSet/>
      <dgm:spPr/>
      <dgm:t>
        <a:bodyPr/>
        <a:lstStyle/>
        <a:p>
          <a:endParaRPr lang="en-US"/>
        </a:p>
      </dgm:t>
    </dgm:pt>
    <dgm:pt modelId="{07855376-8490-4583-813B-4B3C32F4BB72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it-IT" sz="800">
              <a:ea typeface="+mn-ea"/>
              <a:cs typeface="+mn-cs"/>
            </a:rPr>
            <a:t>Binding e linking</a:t>
          </a:r>
          <a:endParaRPr lang="en-US" sz="800">
            <a:ea typeface="+mn-ea"/>
            <a:cs typeface="+mn-cs"/>
          </a:endParaRPr>
        </a:p>
      </dgm:t>
    </dgm:pt>
    <dgm:pt modelId="{46ACCCAE-0E86-44FE-8CE2-5BBBD899D332}" type="parTrans" cxnId="{09578DD1-AC29-4494-9284-64D6FE24F9E0}">
      <dgm:prSet/>
      <dgm:spPr/>
      <dgm:t>
        <a:bodyPr/>
        <a:lstStyle/>
        <a:p>
          <a:endParaRPr lang="en-US"/>
        </a:p>
      </dgm:t>
    </dgm:pt>
    <dgm:pt modelId="{24EA8778-0501-4706-B98A-97B7803EA127}" type="sibTrans" cxnId="{09578DD1-AC29-4494-9284-64D6FE24F9E0}">
      <dgm:prSet/>
      <dgm:spPr/>
      <dgm:t>
        <a:bodyPr/>
        <a:lstStyle/>
        <a:p>
          <a:endParaRPr lang="en-US"/>
        </a:p>
      </dgm:t>
    </dgm:pt>
    <dgm:pt modelId="{B2B7807D-E72F-4551-AA86-9FB84FA5E4EA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it-IT" sz="800" dirty="0">
              <a:latin typeface="Bierstadt"/>
              <a:ea typeface="+mn-ea"/>
              <a:cs typeface="+mn-cs"/>
            </a:rPr>
            <a:t>Loading</a:t>
          </a:r>
        </a:p>
      </dgm:t>
    </dgm:pt>
    <dgm:pt modelId="{E88C62B2-1B8A-40CC-B68D-02BA0451267D}" type="parTrans" cxnId="{1C87458B-CF78-4956-A012-F9CF053F806A}">
      <dgm:prSet/>
      <dgm:spPr/>
    </dgm:pt>
    <dgm:pt modelId="{7C75A1C4-166F-407D-9E9D-6212F304DFA2}" type="sibTrans" cxnId="{1C87458B-CF78-4956-A012-F9CF053F806A}">
      <dgm:prSet/>
      <dgm:spPr/>
    </dgm:pt>
    <dgm:pt modelId="{DAE311EA-02FF-4019-864A-AE88F9554A5B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it-IT" sz="800" dirty="0">
              <a:latin typeface="Bierstadt"/>
              <a:ea typeface="+mn-ea"/>
              <a:cs typeface="+mn-cs"/>
            </a:rPr>
            <a:t>Utilizzo della memoria</a:t>
          </a:r>
        </a:p>
      </dgm:t>
    </dgm:pt>
    <dgm:pt modelId="{F725513B-4561-4CFD-A056-A689E26AEFE5}" type="parTrans" cxnId="{24D5DDCB-58A9-45EF-A0B8-4CEFBF03397B}">
      <dgm:prSet/>
      <dgm:spPr/>
    </dgm:pt>
    <dgm:pt modelId="{B36AD3AB-1865-4EFB-B924-C827C93F46FF}" type="sibTrans" cxnId="{24D5DDCB-58A9-45EF-A0B8-4CEFBF03397B}">
      <dgm:prSet/>
      <dgm:spPr/>
    </dgm:pt>
    <dgm:pt modelId="{A1C179B9-59A5-42AA-AC69-12CA89EBE8D3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it-IT" sz="800" dirty="0">
              <a:latin typeface="Bierstadt"/>
              <a:ea typeface="+mn-ea"/>
              <a:cs typeface="+mn-cs"/>
            </a:rPr>
            <a:t>Tecniche di allocazione</a:t>
          </a:r>
        </a:p>
      </dgm:t>
    </dgm:pt>
    <dgm:pt modelId="{5E8CDF4D-09E8-4806-845C-B522AE6623BD}" type="parTrans" cxnId="{CB563075-B76A-4714-92F9-D9AF53F69113}">
      <dgm:prSet/>
      <dgm:spPr/>
    </dgm:pt>
    <dgm:pt modelId="{58674126-965C-4FF0-BED8-1BA9A5FBD329}" type="sibTrans" cxnId="{CB563075-B76A-4714-92F9-D9AF53F69113}">
      <dgm:prSet/>
      <dgm:spPr/>
    </dgm:pt>
    <dgm:pt modelId="{B4F41EE2-CE13-47C9-80D2-CF36FC6D2A43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it-IT" sz="800" dirty="0" err="1">
              <a:latin typeface="Bierstadt"/>
              <a:ea typeface="+mn-ea"/>
              <a:cs typeface="+mn-cs"/>
            </a:rPr>
            <a:t>Frammentazio</a:t>
          </a:r>
          <a:r>
            <a:rPr lang="it-IT" sz="800" dirty="0">
              <a:latin typeface="Bierstadt"/>
              <a:ea typeface="+mn-ea"/>
              <a:cs typeface="+mn-cs"/>
            </a:rPr>
            <a:t>ne interna ed esterna</a:t>
          </a:r>
        </a:p>
      </dgm:t>
    </dgm:pt>
    <dgm:pt modelId="{E982C017-8169-4ED0-BA85-F5EEB9443758}" type="parTrans" cxnId="{C73DDA05-94B6-4D45-819A-6784437CA37F}">
      <dgm:prSet/>
      <dgm:spPr/>
    </dgm:pt>
    <dgm:pt modelId="{3B73459E-FC6D-4654-B461-A90B9869A44F}" type="sibTrans" cxnId="{C73DDA05-94B6-4D45-819A-6784437CA37F}">
      <dgm:prSet/>
      <dgm:spPr/>
    </dgm:pt>
    <dgm:pt modelId="{FB9FA7C4-9186-4D4A-BEB2-B3CCF8F3864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it-IT" sz="800" dirty="0">
              <a:latin typeface="Bierstadt"/>
              <a:ea typeface="+mn-ea"/>
              <a:cs typeface="+mn-cs"/>
            </a:rPr>
            <a:t>Partizionamento</a:t>
          </a:r>
        </a:p>
      </dgm:t>
    </dgm:pt>
    <dgm:pt modelId="{36718FE0-FFC8-47D7-B5F5-9C277C505213}" type="parTrans" cxnId="{FC57357C-8063-4F17-8FE9-CEBBA34572ED}">
      <dgm:prSet/>
      <dgm:spPr/>
    </dgm:pt>
    <dgm:pt modelId="{7031AFCA-AF64-4B43-B8F2-FAF1716536A5}" type="sibTrans" cxnId="{FC57357C-8063-4F17-8FE9-CEBBA34572ED}">
      <dgm:prSet/>
      <dgm:spPr/>
    </dgm:pt>
    <dgm:pt modelId="{5F01075E-44EE-4195-AD70-1D7705BEE74B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it-IT" sz="800" dirty="0">
              <a:latin typeface="Bierstadt"/>
              <a:ea typeface="+mn-ea"/>
              <a:cs typeface="+mn-cs"/>
            </a:rPr>
            <a:t>Schema a partizione variabile o dinamico</a:t>
          </a:r>
        </a:p>
      </dgm:t>
    </dgm:pt>
    <dgm:pt modelId="{3959392B-4B5F-4E88-B166-78EFDC47ACC0}" type="parTrans" cxnId="{46FCAFBF-6718-4532-9EF5-7D0267BA70D8}">
      <dgm:prSet/>
      <dgm:spPr/>
    </dgm:pt>
    <dgm:pt modelId="{8B9CABEC-1E3E-4568-9B68-6C954568EEB4}" type="sibTrans" cxnId="{46FCAFBF-6718-4532-9EF5-7D0267BA70D8}">
      <dgm:prSet/>
      <dgm:spPr/>
    </dgm:pt>
    <dgm:pt modelId="{A0E16F58-44D7-49A3-8544-DA29BC7301EC}" type="pres">
      <dgm:prSet presAssocID="{68933CB5-F6E0-40F0-898B-8ED510E91BE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A79D92B-E9FE-46C4-9D42-24264F79B31F}" type="pres">
      <dgm:prSet presAssocID="{D531AD46-6342-464E-90C7-0762A43586BA}" presName="hierRoot1" presStyleCnt="0"/>
      <dgm:spPr/>
    </dgm:pt>
    <dgm:pt modelId="{C8620887-3E46-450E-B4A4-884CF01AF3C4}" type="pres">
      <dgm:prSet presAssocID="{D531AD46-6342-464E-90C7-0762A43586BA}" presName="composite" presStyleCnt="0"/>
      <dgm:spPr/>
    </dgm:pt>
    <dgm:pt modelId="{B69B834F-6E40-4D33-9B6B-03189CA57F16}" type="pres">
      <dgm:prSet presAssocID="{D531AD46-6342-464E-90C7-0762A43586BA}" presName="background" presStyleLbl="node0" presStyleIdx="0" presStyleCnt="10"/>
      <dgm:spPr/>
    </dgm:pt>
    <dgm:pt modelId="{CA54F405-5732-4019-A7CD-BC182E13F6ED}" type="pres">
      <dgm:prSet presAssocID="{D531AD46-6342-464E-90C7-0762A43586BA}" presName="text" presStyleLbl="fgAcc0" presStyleIdx="0" presStyleCnt="10">
        <dgm:presLayoutVars>
          <dgm:chPref val="3"/>
        </dgm:presLayoutVars>
      </dgm:prSet>
      <dgm:spPr/>
    </dgm:pt>
    <dgm:pt modelId="{238640B8-47E0-4B21-8F31-F2584324B921}" type="pres">
      <dgm:prSet presAssocID="{D531AD46-6342-464E-90C7-0762A43586BA}" presName="hierChild2" presStyleCnt="0"/>
      <dgm:spPr/>
    </dgm:pt>
    <dgm:pt modelId="{605E59BD-4914-459D-8F7F-18502A24F819}" type="pres">
      <dgm:prSet presAssocID="{8FE1104F-61A5-4D0D-80C4-4B49C83A6846}" presName="hierRoot1" presStyleCnt="0"/>
      <dgm:spPr/>
    </dgm:pt>
    <dgm:pt modelId="{FF10441F-055F-46E8-AEDF-3D78D1AF1B7E}" type="pres">
      <dgm:prSet presAssocID="{8FE1104F-61A5-4D0D-80C4-4B49C83A6846}" presName="composite" presStyleCnt="0"/>
      <dgm:spPr/>
    </dgm:pt>
    <dgm:pt modelId="{2D22E9BC-F3BC-4AE3-A434-75F34E05AB8E}" type="pres">
      <dgm:prSet presAssocID="{8FE1104F-61A5-4D0D-80C4-4B49C83A6846}" presName="background" presStyleLbl="node0" presStyleIdx="1" presStyleCnt="10"/>
      <dgm:spPr/>
    </dgm:pt>
    <dgm:pt modelId="{286F93DE-FB7F-4777-9A48-C8F8B902D2E8}" type="pres">
      <dgm:prSet presAssocID="{8FE1104F-61A5-4D0D-80C4-4B49C83A6846}" presName="text" presStyleLbl="fgAcc0" presStyleIdx="1" presStyleCnt="10">
        <dgm:presLayoutVars>
          <dgm:chPref val="3"/>
        </dgm:presLayoutVars>
      </dgm:prSet>
      <dgm:spPr/>
    </dgm:pt>
    <dgm:pt modelId="{028E9EB8-9F6E-42EB-9E01-FEB73C4FBCE7}" type="pres">
      <dgm:prSet presAssocID="{8FE1104F-61A5-4D0D-80C4-4B49C83A6846}" presName="hierChild2" presStyleCnt="0"/>
      <dgm:spPr/>
    </dgm:pt>
    <dgm:pt modelId="{FEFD7B9E-9A47-42BA-B9B7-E4C32FB3300A}" type="pres">
      <dgm:prSet presAssocID="{F0A6E69C-3405-446C-A9CD-C52186805841}" presName="hierRoot1" presStyleCnt="0"/>
      <dgm:spPr/>
    </dgm:pt>
    <dgm:pt modelId="{0026D7CC-776E-468D-B6AB-0169B5B29709}" type="pres">
      <dgm:prSet presAssocID="{F0A6E69C-3405-446C-A9CD-C52186805841}" presName="composite" presStyleCnt="0"/>
      <dgm:spPr/>
    </dgm:pt>
    <dgm:pt modelId="{DFC6AA25-4BA3-4E6A-BE74-0C88D4BE4353}" type="pres">
      <dgm:prSet presAssocID="{F0A6E69C-3405-446C-A9CD-C52186805841}" presName="background" presStyleLbl="node0" presStyleIdx="2" presStyleCnt="10"/>
      <dgm:spPr/>
    </dgm:pt>
    <dgm:pt modelId="{47BEE15F-0074-4EA4-AA32-6EAA67D41C8F}" type="pres">
      <dgm:prSet presAssocID="{F0A6E69C-3405-446C-A9CD-C52186805841}" presName="text" presStyleLbl="fgAcc0" presStyleIdx="2" presStyleCnt="10">
        <dgm:presLayoutVars>
          <dgm:chPref val="3"/>
        </dgm:presLayoutVars>
      </dgm:prSet>
      <dgm:spPr/>
    </dgm:pt>
    <dgm:pt modelId="{F0DE59B3-426A-43DC-9582-99CA76DD287B}" type="pres">
      <dgm:prSet presAssocID="{F0A6E69C-3405-446C-A9CD-C52186805841}" presName="hierChild2" presStyleCnt="0"/>
      <dgm:spPr/>
    </dgm:pt>
    <dgm:pt modelId="{E5029287-E2B4-4990-9B51-C106BCEFF401}" type="pres">
      <dgm:prSet presAssocID="{07855376-8490-4583-813B-4B3C32F4BB72}" presName="hierRoot1" presStyleCnt="0"/>
      <dgm:spPr/>
    </dgm:pt>
    <dgm:pt modelId="{1E51FBEA-D2F1-4ACD-B956-4410B1A19252}" type="pres">
      <dgm:prSet presAssocID="{07855376-8490-4583-813B-4B3C32F4BB72}" presName="composite" presStyleCnt="0"/>
      <dgm:spPr/>
    </dgm:pt>
    <dgm:pt modelId="{0F6CE288-59E3-4873-A203-39A7CAB4D391}" type="pres">
      <dgm:prSet presAssocID="{07855376-8490-4583-813B-4B3C32F4BB72}" presName="background" presStyleLbl="node0" presStyleIdx="3" presStyleCnt="10"/>
      <dgm:spPr/>
    </dgm:pt>
    <dgm:pt modelId="{10846831-662A-4BB1-BD53-AC3D57003F53}" type="pres">
      <dgm:prSet presAssocID="{07855376-8490-4583-813B-4B3C32F4BB72}" presName="text" presStyleLbl="fgAcc0" presStyleIdx="3" presStyleCnt="10">
        <dgm:presLayoutVars>
          <dgm:chPref val="3"/>
        </dgm:presLayoutVars>
      </dgm:prSet>
      <dgm:spPr/>
    </dgm:pt>
    <dgm:pt modelId="{EDD79B56-0FA0-44EB-AD34-C5DBF1A284EE}" type="pres">
      <dgm:prSet presAssocID="{07855376-8490-4583-813B-4B3C32F4BB72}" presName="hierChild2" presStyleCnt="0"/>
      <dgm:spPr/>
    </dgm:pt>
    <dgm:pt modelId="{94F35F85-BE9A-4D88-B6B3-2A1B83995B9A}" type="pres">
      <dgm:prSet presAssocID="{B2B7807D-E72F-4551-AA86-9FB84FA5E4EA}" presName="hierRoot1" presStyleCnt="0"/>
      <dgm:spPr/>
    </dgm:pt>
    <dgm:pt modelId="{3076D5BD-CDFC-42AF-8F67-ACC407277D25}" type="pres">
      <dgm:prSet presAssocID="{B2B7807D-E72F-4551-AA86-9FB84FA5E4EA}" presName="composite" presStyleCnt="0"/>
      <dgm:spPr/>
    </dgm:pt>
    <dgm:pt modelId="{D67A6212-DBD8-4FBD-A9DD-78CDAA486441}" type="pres">
      <dgm:prSet presAssocID="{B2B7807D-E72F-4551-AA86-9FB84FA5E4EA}" presName="background" presStyleLbl="node0" presStyleIdx="4" presStyleCnt="10"/>
      <dgm:spPr/>
    </dgm:pt>
    <dgm:pt modelId="{9DEC1ABB-F8B5-49BA-874A-024650333159}" type="pres">
      <dgm:prSet presAssocID="{B2B7807D-E72F-4551-AA86-9FB84FA5E4EA}" presName="text" presStyleLbl="fgAcc0" presStyleIdx="4" presStyleCnt="10">
        <dgm:presLayoutVars>
          <dgm:chPref val="3"/>
        </dgm:presLayoutVars>
      </dgm:prSet>
      <dgm:spPr/>
    </dgm:pt>
    <dgm:pt modelId="{6CA789FA-A7D9-425B-A6F1-BEC141AC4457}" type="pres">
      <dgm:prSet presAssocID="{B2B7807D-E72F-4551-AA86-9FB84FA5E4EA}" presName="hierChild2" presStyleCnt="0"/>
      <dgm:spPr/>
    </dgm:pt>
    <dgm:pt modelId="{DB0F41D2-F038-46BC-BC32-6E9442D2428C}" type="pres">
      <dgm:prSet presAssocID="{DAE311EA-02FF-4019-864A-AE88F9554A5B}" presName="hierRoot1" presStyleCnt="0"/>
      <dgm:spPr/>
    </dgm:pt>
    <dgm:pt modelId="{536CE6A1-06BA-4C50-A943-A41408FC0FE3}" type="pres">
      <dgm:prSet presAssocID="{DAE311EA-02FF-4019-864A-AE88F9554A5B}" presName="composite" presStyleCnt="0"/>
      <dgm:spPr/>
    </dgm:pt>
    <dgm:pt modelId="{A29559A0-CBAA-496E-8287-DCE0B101CB43}" type="pres">
      <dgm:prSet presAssocID="{DAE311EA-02FF-4019-864A-AE88F9554A5B}" presName="background" presStyleLbl="node0" presStyleIdx="5" presStyleCnt="10"/>
      <dgm:spPr/>
    </dgm:pt>
    <dgm:pt modelId="{44B2A9C5-38E9-44C6-BDBA-9C2EDD82A4BE}" type="pres">
      <dgm:prSet presAssocID="{DAE311EA-02FF-4019-864A-AE88F9554A5B}" presName="text" presStyleLbl="fgAcc0" presStyleIdx="5" presStyleCnt="10">
        <dgm:presLayoutVars>
          <dgm:chPref val="3"/>
        </dgm:presLayoutVars>
      </dgm:prSet>
      <dgm:spPr/>
    </dgm:pt>
    <dgm:pt modelId="{B9192FB7-F269-483B-9495-B202AE69D68D}" type="pres">
      <dgm:prSet presAssocID="{DAE311EA-02FF-4019-864A-AE88F9554A5B}" presName="hierChild2" presStyleCnt="0"/>
      <dgm:spPr/>
    </dgm:pt>
    <dgm:pt modelId="{A16B029D-495F-421B-8EFD-71767951EE82}" type="pres">
      <dgm:prSet presAssocID="{A1C179B9-59A5-42AA-AC69-12CA89EBE8D3}" presName="hierRoot1" presStyleCnt="0"/>
      <dgm:spPr/>
    </dgm:pt>
    <dgm:pt modelId="{88E3CAD3-FF35-45C2-A975-3EDF330763AD}" type="pres">
      <dgm:prSet presAssocID="{A1C179B9-59A5-42AA-AC69-12CA89EBE8D3}" presName="composite" presStyleCnt="0"/>
      <dgm:spPr/>
    </dgm:pt>
    <dgm:pt modelId="{7312660F-D5B0-4880-A776-66A13C9D4DB2}" type="pres">
      <dgm:prSet presAssocID="{A1C179B9-59A5-42AA-AC69-12CA89EBE8D3}" presName="background" presStyleLbl="node0" presStyleIdx="6" presStyleCnt="10"/>
      <dgm:spPr/>
    </dgm:pt>
    <dgm:pt modelId="{5C51C491-1885-4D90-9F36-5352321D6F30}" type="pres">
      <dgm:prSet presAssocID="{A1C179B9-59A5-42AA-AC69-12CA89EBE8D3}" presName="text" presStyleLbl="fgAcc0" presStyleIdx="6" presStyleCnt="10">
        <dgm:presLayoutVars>
          <dgm:chPref val="3"/>
        </dgm:presLayoutVars>
      </dgm:prSet>
      <dgm:spPr/>
    </dgm:pt>
    <dgm:pt modelId="{E98A98FA-F0FB-4D19-A630-5EFAF8617001}" type="pres">
      <dgm:prSet presAssocID="{A1C179B9-59A5-42AA-AC69-12CA89EBE8D3}" presName="hierChild2" presStyleCnt="0"/>
      <dgm:spPr/>
    </dgm:pt>
    <dgm:pt modelId="{23CBE130-20FE-444D-AEC8-BFA8A0499113}" type="pres">
      <dgm:prSet presAssocID="{FB9FA7C4-9186-4D4A-BEB2-B3CCF8F38649}" presName="hierRoot1" presStyleCnt="0"/>
      <dgm:spPr/>
    </dgm:pt>
    <dgm:pt modelId="{6BFEA3C0-1B26-49E2-9DC2-5A6EBE83EBDF}" type="pres">
      <dgm:prSet presAssocID="{FB9FA7C4-9186-4D4A-BEB2-B3CCF8F38649}" presName="composite" presStyleCnt="0"/>
      <dgm:spPr/>
    </dgm:pt>
    <dgm:pt modelId="{4327D172-56C1-456D-970D-D3997784F0B5}" type="pres">
      <dgm:prSet presAssocID="{FB9FA7C4-9186-4D4A-BEB2-B3CCF8F38649}" presName="background" presStyleLbl="node0" presStyleIdx="7" presStyleCnt="10"/>
      <dgm:spPr/>
    </dgm:pt>
    <dgm:pt modelId="{CE09CA2C-D620-4D8E-AB48-AE7230B88DC8}" type="pres">
      <dgm:prSet presAssocID="{FB9FA7C4-9186-4D4A-BEB2-B3CCF8F38649}" presName="text" presStyleLbl="fgAcc0" presStyleIdx="7" presStyleCnt="10">
        <dgm:presLayoutVars>
          <dgm:chPref val="3"/>
        </dgm:presLayoutVars>
      </dgm:prSet>
      <dgm:spPr/>
    </dgm:pt>
    <dgm:pt modelId="{EF8C3C63-9B23-4167-AEDC-530D95754B86}" type="pres">
      <dgm:prSet presAssocID="{FB9FA7C4-9186-4D4A-BEB2-B3CCF8F38649}" presName="hierChild2" presStyleCnt="0"/>
      <dgm:spPr/>
    </dgm:pt>
    <dgm:pt modelId="{515E5992-20B4-4087-A10B-DFA7AB9614FC}" type="pres">
      <dgm:prSet presAssocID="{B4F41EE2-CE13-47C9-80D2-CF36FC6D2A43}" presName="hierRoot1" presStyleCnt="0"/>
      <dgm:spPr/>
    </dgm:pt>
    <dgm:pt modelId="{A3932484-12B9-4694-9A12-CC9C30626D55}" type="pres">
      <dgm:prSet presAssocID="{B4F41EE2-CE13-47C9-80D2-CF36FC6D2A43}" presName="composite" presStyleCnt="0"/>
      <dgm:spPr/>
    </dgm:pt>
    <dgm:pt modelId="{D8CAC00D-364A-43A2-86A3-B8B9C95F318D}" type="pres">
      <dgm:prSet presAssocID="{B4F41EE2-CE13-47C9-80D2-CF36FC6D2A43}" presName="background" presStyleLbl="node0" presStyleIdx="8" presStyleCnt="10"/>
      <dgm:spPr/>
    </dgm:pt>
    <dgm:pt modelId="{FA1B346D-4966-4C02-A934-AB04A3508D39}" type="pres">
      <dgm:prSet presAssocID="{B4F41EE2-CE13-47C9-80D2-CF36FC6D2A43}" presName="text" presStyleLbl="fgAcc0" presStyleIdx="8" presStyleCnt="10">
        <dgm:presLayoutVars>
          <dgm:chPref val="3"/>
        </dgm:presLayoutVars>
      </dgm:prSet>
      <dgm:spPr/>
    </dgm:pt>
    <dgm:pt modelId="{8E9BF131-A242-4DFE-AE94-051DA12DEC82}" type="pres">
      <dgm:prSet presAssocID="{B4F41EE2-CE13-47C9-80D2-CF36FC6D2A43}" presName="hierChild2" presStyleCnt="0"/>
      <dgm:spPr/>
    </dgm:pt>
    <dgm:pt modelId="{357034F1-F871-47AD-97F7-DC6CADCDA594}" type="pres">
      <dgm:prSet presAssocID="{5F01075E-44EE-4195-AD70-1D7705BEE74B}" presName="hierRoot1" presStyleCnt="0"/>
      <dgm:spPr/>
    </dgm:pt>
    <dgm:pt modelId="{ABE7C30E-D4D1-4EF7-B23B-3CE485882DA3}" type="pres">
      <dgm:prSet presAssocID="{5F01075E-44EE-4195-AD70-1D7705BEE74B}" presName="composite" presStyleCnt="0"/>
      <dgm:spPr/>
    </dgm:pt>
    <dgm:pt modelId="{A89D85E7-6E6B-4DB6-A943-1C93DA9B450B}" type="pres">
      <dgm:prSet presAssocID="{5F01075E-44EE-4195-AD70-1D7705BEE74B}" presName="background" presStyleLbl="node0" presStyleIdx="9" presStyleCnt="10"/>
      <dgm:spPr/>
    </dgm:pt>
    <dgm:pt modelId="{AD78D9DA-3125-4CE2-9125-140D6D79AA7D}" type="pres">
      <dgm:prSet presAssocID="{5F01075E-44EE-4195-AD70-1D7705BEE74B}" presName="text" presStyleLbl="fgAcc0" presStyleIdx="9" presStyleCnt="10">
        <dgm:presLayoutVars>
          <dgm:chPref val="3"/>
        </dgm:presLayoutVars>
      </dgm:prSet>
      <dgm:spPr/>
    </dgm:pt>
    <dgm:pt modelId="{FF9AFFED-9848-4C87-8692-F04E51541D33}" type="pres">
      <dgm:prSet presAssocID="{5F01075E-44EE-4195-AD70-1D7705BEE74B}" presName="hierChild2" presStyleCnt="0"/>
      <dgm:spPr/>
    </dgm:pt>
  </dgm:ptLst>
  <dgm:cxnLst>
    <dgm:cxn modelId="{C73DDA05-94B6-4D45-819A-6784437CA37F}" srcId="{68933CB5-F6E0-40F0-898B-8ED510E91BE9}" destId="{B4F41EE2-CE13-47C9-80D2-CF36FC6D2A43}" srcOrd="8" destOrd="0" parTransId="{E982C017-8169-4ED0-BA85-F5EEB9443758}" sibTransId="{3B73459E-FC6D-4654-B461-A90B9869A44F}"/>
    <dgm:cxn modelId="{4AB45E30-E26A-4F65-A717-316F47834B55}" type="presOf" srcId="{B2B7807D-E72F-4551-AA86-9FB84FA5E4EA}" destId="{9DEC1ABB-F8B5-49BA-874A-024650333159}" srcOrd="0" destOrd="0" presId="urn:microsoft.com/office/officeart/2005/8/layout/hierarchy1"/>
    <dgm:cxn modelId="{AE3B8633-28AD-4199-A1A2-89E51177555F}" type="presOf" srcId="{8FE1104F-61A5-4D0D-80C4-4B49C83A6846}" destId="{286F93DE-FB7F-4777-9A48-C8F8B902D2E8}" srcOrd="0" destOrd="0" presId="urn:microsoft.com/office/officeart/2005/8/layout/hierarchy1"/>
    <dgm:cxn modelId="{76F13637-245C-4A79-B01D-B65D97165C65}" type="presOf" srcId="{FB9FA7C4-9186-4D4A-BEB2-B3CCF8F38649}" destId="{CE09CA2C-D620-4D8E-AB48-AE7230B88DC8}" srcOrd="0" destOrd="0" presId="urn:microsoft.com/office/officeart/2005/8/layout/hierarchy1"/>
    <dgm:cxn modelId="{A579CB65-811A-41D2-8C9B-7E6095B91AC9}" type="presOf" srcId="{5F01075E-44EE-4195-AD70-1D7705BEE74B}" destId="{AD78D9DA-3125-4CE2-9125-140D6D79AA7D}" srcOrd="0" destOrd="0" presId="urn:microsoft.com/office/officeart/2005/8/layout/hierarchy1"/>
    <dgm:cxn modelId="{CB563075-B76A-4714-92F9-D9AF53F69113}" srcId="{68933CB5-F6E0-40F0-898B-8ED510E91BE9}" destId="{A1C179B9-59A5-42AA-AC69-12CA89EBE8D3}" srcOrd="6" destOrd="0" parTransId="{5E8CDF4D-09E8-4806-845C-B522AE6623BD}" sibTransId="{58674126-965C-4FF0-BED8-1BA9A5FBD329}"/>
    <dgm:cxn modelId="{9CFFEE58-EDE8-46B6-A462-D7CD5E29D1D2}" type="presOf" srcId="{68933CB5-F6E0-40F0-898B-8ED510E91BE9}" destId="{A0E16F58-44D7-49A3-8544-DA29BC7301EC}" srcOrd="0" destOrd="0" presId="urn:microsoft.com/office/officeart/2005/8/layout/hierarchy1"/>
    <dgm:cxn modelId="{67C6DB7B-8DC2-444B-A361-C26F167B1288}" srcId="{68933CB5-F6E0-40F0-898B-8ED510E91BE9}" destId="{F0A6E69C-3405-446C-A9CD-C52186805841}" srcOrd="2" destOrd="0" parTransId="{D08A52A3-32A6-457E-82D3-942F42A38F22}" sibTransId="{67FE9892-D656-43FB-9A77-DA2FFB12FA0C}"/>
    <dgm:cxn modelId="{FC57357C-8063-4F17-8FE9-CEBBA34572ED}" srcId="{68933CB5-F6E0-40F0-898B-8ED510E91BE9}" destId="{FB9FA7C4-9186-4D4A-BEB2-B3CCF8F38649}" srcOrd="7" destOrd="0" parTransId="{36718FE0-FFC8-47D7-B5F5-9C277C505213}" sibTransId="{7031AFCA-AF64-4B43-B8F2-FAF1716536A5}"/>
    <dgm:cxn modelId="{BEBF1D88-C5FA-4A9B-8798-3F904B2A8E3A}" type="presOf" srcId="{D531AD46-6342-464E-90C7-0762A43586BA}" destId="{CA54F405-5732-4019-A7CD-BC182E13F6ED}" srcOrd="0" destOrd="0" presId="urn:microsoft.com/office/officeart/2005/8/layout/hierarchy1"/>
    <dgm:cxn modelId="{1C87458B-CF78-4956-A012-F9CF053F806A}" srcId="{68933CB5-F6E0-40F0-898B-8ED510E91BE9}" destId="{B2B7807D-E72F-4551-AA86-9FB84FA5E4EA}" srcOrd="4" destOrd="0" parTransId="{E88C62B2-1B8A-40CC-B68D-02BA0451267D}" sibTransId="{7C75A1C4-166F-407D-9E9D-6212F304DFA2}"/>
    <dgm:cxn modelId="{5E522E90-9B61-4352-A8EF-5EC877513136}" type="presOf" srcId="{A1C179B9-59A5-42AA-AC69-12CA89EBE8D3}" destId="{5C51C491-1885-4D90-9F36-5352321D6F30}" srcOrd="0" destOrd="0" presId="urn:microsoft.com/office/officeart/2005/8/layout/hierarchy1"/>
    <dgm:cxn modelId="{145F07A7-712A-4C10-8E6D-DBD42EB1C9A8}" type="presOf" srcId="{DAE311EA-02FF-4019-864A-AE88F9554A5B}" destId="{44B2A9C5-38E9-44C6-BDBA-9C2EDD82A4BE}" srcOrd="0" destOrd="0" presId="urn:microsoft.com/office/officeart/2005/8/layout/hierarchy1"/>
    <dgm:cxn modelId="{46FCAFBF-6718-4532-9EF5-7D0267BA70D8}" srcId="{68933CB5-F6E0-40F0-898B-8ED510E91BE9}" destId="{5F01075E-44EE-4195-AD70-1D7705BEE74B}" srcOrd="9" destOrd="0" parTransId="{3959392B-4B5F-4E88-B166-78EFDC47ACC0}" sibTransId="{8B9CABEC-1E3E-4568-9B68-6C954568EEB4}"/>
    <dgm:cxn modelId="{24D5DDCB-58A9-45EF-A0B8-4CEFBF03397B}" srcId="{68933CB5-F6E0-40F0-898B-8ED510E91BE9}" destId="{DAE311EA-02FF-4019-864A-AE88F9554A5B}" srcOrd="5" destOrd="0" parTransId="{F725513B-4561-4CFD-A056-A689E26AEFE5}" sibTransId="{B36AD3AB-1865-4EFB-B924-C827C93F46FF}"/>
    <dgm:cxn modelId="{1DD24BCC-C585-4C5E-AEE1-18DF6ECC5CF7}" type="presOf" srcId="{B4F41EE2-CE13-47C9-80D2-CF36FC6D2A43}" destId="{FA1B346D-4966-4C02-A934-AB04A3508D39}" srcOrd="0" destOrd="0" presId="urn:microsoft.com/office/officeart/2005/8/layout/hierarchy1"/>
    <dgm:cxn modelId="{09578DD1-AC29-4494-9284-64D6FE24F9E0}" srcId="{68933CB5-F6E0-40F0-898B-8ED510E91BE9}" destId="{07855376-8490-4583-813B-4B3C32F4BB72}" srcOrd="3" destOrd="0" parTransId="{46ACCCAE-0E86-44FE-8CE2-5BBBD899D332}" sibTransId="{24EA8778-0501-4706-B98A-97B7803EA127}"/>
    <dgm:cxn modelId="{FA30E5D1-4963-4A59-BC60-47DD37531BFC}" srcId="{68933CB5-F6E0-40F0-898B-8ED510E91BE9}" destId="{8FE1104F-61A5-4D0D-80C4-4B49C83A6846}" srcOrd="1" destOrd="0" parTransId="{1132E757-4330-4ECE-9D2F-9CEB46C75100}" sibTransId="{82C27D14-8B71-4CD1-9110-4FC784FEFC2E}"/>
    <dgm:cxn modelId="{E8C421E0-97DA-4460-8865-954DAAF27874}" srcId="{68933CB5-F6E0-40F0-898B-8ED510E91BE9}" destId="{D531AD46-6342-464E-90C7-0762A43586BA}" srcOrd="0" destOrd="0" parTransId="{A00209EB-B855-419C-BB54-DDB4A489010F}" sibTransId="{9A66F2FE-BECC-46EE-B2CD-B6F5987FB01D}"/>
    <dgm:cxn modelId="{A9473AE2-3944-473C-8D40-23D88960649B}" type="presOf" srcId="{F0A6E69C-3405-446C-A9CD-C52186805841}" destId="{47BEE15F-0074-4EA4-AA32-6EAA67D41C8F}" srcOrd="0" destOrd="0" presId="urn:microsoft.com/office/officeart/2005/8/layout/hierarchy1"/>
    <dgm:cxn modelId="{9B9B49E5-9E9E-4EA8-89CA-F804BFEC611A}" type="presOf" srcId="{07855376-8490-4583-813B-4B3C32F4BB72}" destId="{10846831-662A-4BB1-BD53-AC3D57003F53}" srcOrd="0" destOrd="0" presId="urn:microsoft.com/office/officeart/2005/8/layout/hierarchy1"/>
    <dgm:cxn modelId="{185A57E6-C009-49BE-AAB6-DB9A3E72E3C5}" type="presParOf" srcId="{A0E16F58-44D7-49A3-8544-DA29BC7301EC}" destId="{3A79D92B-E9FE-46C4-9D42-24264F79B31F}" srcOrd="0" destOrd="0" presId="urn:microsoft.com/office/officeart/2005/8/layout/hierarchy1"/>
    <dgm:cxn modelId="{BFAF200C-D6D1-4A80-8838-A5249E041A7D}" type="presParOf" srcId="{3A79D92B-E9FE-46C4-9D42-24264F79B31F}" destId="{C8620887-3E46-450E-B4A4-884CF01AF3C4}" srcOrd="0" destOrd="0" presId="urn:microsoft.com/office/officeart/2005/8/layout/hierarchy1"/>
    <dgm:cxn modelId="{48DCFF4D-9034-4F1B-B69D-783421729F96}" type="presParOf" srcId="{C8620887-3E46-450E-B4A4-884CF01AF3C4}" destId="{B69B834F-6E40-4D33-9B6B-03189CA57F16}" srcOrd="0" destOrd="0" presId="urn:microsoft.com/office/officeart/2005/8/layout/hierarchy1"/>
    <dgm:cxn modelId="{7FC6A32E-B8B8-4C48-92B5-10AFC610BD15}" type="presParOf" srcId="{C8620887-3E46-450E-B4A4-884CF01AF3C4}" destId="{CA54F405-5732-4019-A7CD-BC182E13F6ED}" srcOrd="1" destOrd="0" presId="urn:microsoft.com/office/officeart/2005/8/layout/hierarchy1"/>
    <dgm:cxn modelId="{859374D5-0E16-4736-B0CB-056457328E3A}" type="presParOf" srcId="{3A79D92B-E9FE-46C4-9D42-24264F79B31F}" destId="{238640B8-47E0-4B21-8F31-F2584324B921}" srcOrd="1" destOrd="0" presId="urn:microsoft.com/office/officeart/2005/8/layout/hierarchy1"/>
    <dgm:cxn modelId="{BA0A6985-91F9-41BE-875C-5F2A776E9491}" type="presParOf" srcId="{A0E16F58-44D7-49A3-8544-DA29BC7301EC}" destId="{605E59BD-4914-459D-8F7F-18502A24F819}" srcOrd="1" destOrd="0" presId="urn:microsoft.com/office/officeart/2005/8/layout/hierarchy1"/>
    <dgm:cxn modelId="{DC88BEBF-F90F-4479-AA05-141449792EE3}" type="presParOf" srcId="{605E59BD-4914-459D-8F7F-18502A24F819}" destId="{FF10441F-055F-46E8-AEDF-3D78D1AF1B7E}" srcOrd="0" destOrd="0" presId="urn:microsoft.com/office/officeart/2005/8/layout/hierarchy1"/>
    <dgm:cxn modelId="{A575941B-E4D5-40D6-8691-40019736291D}" type="presParOf" srcId="{FF10441F-055F-46E8-AEDF-3D78D1AF1B7E}" destId="{2D22E9BC-F3BC-4AE3-A434-75F34E05AB8E}" srcOrd="0" destOrd="0" presId="urn:microsoft.com/office/officeart/2005/8/layout/hierarchy1"/>
    <dgm:cxn modelId="{E9A3CACF-0A9B-472F-8FFC-2F478F2B24BA}" type="presParOf" srcId="{FF10441F-055F-46E8-AEDF-3D78D1AF1B7E}" destId="{286F93DE-FB7F-4777-9A48-C8F8B902D2E8}" srcOrd="1" destOrd="0" presId="urn:microsoft.com/office/officeart/2005/8/layout/hierarchy1"/>
    <dgm:cxn modelId="{80823EF3-2FA6-418A-A460-BFFAA7A075AE}" type="presParOf" srcId="{605E59BD-4914-459D-8F7F-18502A24F819}" destId="{028E9EB8-9F6E-42EB-9E01-FEB73C4FBCE7}" srcOrd="1" destOrd="0" presId="urn:microsoft.com/office/officeart/2005/8/layout/hierarchy1"/>
    <dgm:cxn modelId="{1278DDC5-7085-4523-8A4B-C887C223C584}" type="presParOf" srcId="{A0E16F58-44D7-49A3-8544-DA29BC7301EC}" destId="{FEFD7B9E-9A47-42BA-B9B7-E4C32FB3300A}" srcOrd="2" destOrd="0" presId="urn:microsoft.com/office/officeart/2005/8/layout/hierarchy1"/>
    <dgm:cxn modelId="{27C74728-119C-44D7-9FBF-AC03EEE5CCAC}" type="presParOf" srcId="{FEFD7B9E-9A47-42BA-B9B7-E4C32FB3300A}" destId="{0026D7CC-776E-468D-B6AB-0169B5B29709}" srcOrd="0" destOrd="0" presId="urn:microsoft.com/office/officeart/2005/8/layout/hierarchy1"/>
    <dgm:cxn modelId="{8737FEB5-D31F-4805-BC7F-8C6F33F3BD36}" type="presParOf" srcId="{0026D7CC-776E-468D-B6AB-0169B5B29709}" destId="{DFC6AA25-4BA3-4E6A-BE74-0C88D4BE4353}" srcOrd="0" destOrd="0" presId="urn:microsoft.com/office/officeart/2005/8/layout/hierarchy1"/>
    <dgm:cxn modelId="{0A757706-F2B8-4991-9821-06BA80D08E1F}" type="presParOf" srcId="{0026D7CC-776E-468D-B6AB-0169B5B29709}" destId="{47BEE15F-0074-4EA4-AA32-6EAA67D41C8F}" srcOrd="1" destOrd="0" presId="urn:microsoft.com/office/officeart/2005/8/layout/hierarchy1"/>
    <dgm:cxn modelId="{F8E93346-3398-4BBE-AB8C-EEB08617E1E8}" type="presParOf" srcId="{FEFD7B9E-9A47-42BA-B9B7-E4C32FB3300A}" destId="{F0DE59B3-426A-43DC-9582-99CA76DD287B}" srcOrd="1" destOrd="0" presId="urn:microsoft.com/office/officeart/2005/8/layout/hierarchy1"/>
    <dgm:cxn modelId="{766EDB12-AA5E-48C7-9F1A-EE23956B8C07}" type="presParOf" srcId="{A0E16F58-44D7-49A3-8544-DA29BC7301EC}" destId="{E5029287-E2B4-4990-9B51-C106BCEFF401}" srcOrd="3" destOrd="0" presId="urn:microsoft.com/office/officeart/2005/8/layout/hierarchy1"/>
    <dgm:cxn modelId="{74513DA8-388B-441C-B4B3-5866DE77567F}" type="presParOf" srcId="{E5029287-E2B4-4990-9B51-C106BCEFF401}" destId="{1E51FBEA-D2F1-4ACD-B956-4410B1A19252}" srcOrd="0" destOrd="0" presId="urn:microsoft.com/office/officeart/2005/8/layout/hierarchy1"/>
    <dgm:cxn modelId="{2376746B-7CCB-48AD-981E-D82660E7F2BB}" type="presParOf" srcId="{1E51FBEA-D2F1-4ACD-B956-4410B1A19252}" destId="{0F6CE288-59E3-4873-A203-39A7CAB4D391}" srcOrd="0" destOrd="0" presId="urn:microsoft.com/office/officeart/2005/8/layout/hierarchy1"/>
    <dgm:cxn modelId="{444AE987-73CA-4127-B58F-21F356738951}" type="presParOf" srcId="{1E51FBEA-D2F1-4ACD-B956-4410B1A19252}" destId="{10846831-662A-4BB1-BD53-AC3D57003F53}" srcOrd="1" destOrd="0" presId="urn:microsoft.com/office/officeart/2005/8/layout/hierarchy1"/>
    <dgm:cxn modelId="{2A89CE08-D66F-4EAB-A783-D7302DCF6AF7}" type="presParOf" srcId="{E5029287-E2B4-4990-9B51-C106BCEFF401}" destId="{EDD79B56-0FA0-44EB-AD34-C5DBF1A284EE}" srcOrd="1" destOrd="0" presId="urn:microsoft.com/office/officeart/2005/8/layout/hierarchy1"/>
    <dgm:cxn modelId="{A1F433AF-EC7A-4728-85B0-4C50ECD23F07}" type="presParOf" srcId="{A0E16F58-44D7-49A3-8544-DA29BC7301EC}" destId="{94F35F85-BE9A-4D88-B6B3-2A1B83995B9A}" srcOrd="4" destOrd="0" presId="urn:microsoft.com/office/officeart/2005/8/layout/hierarchy1"/>
    <dgm:cxn modelId="{B13172EC-0B89-491C-9E31-274B12DA0441}" type="presParOf" srcId="{94F35F85-BE9A-4D88-B6B3-2A1B83995B9A}" destId="{3076D5BD-CDFC-42AF-8F67-ACC407277D25}" srcOrd="0" destOrd="0" presId="urn:microsoft.com/office/officeart/2005/8/layout/hierarchy1"/>
    <dgm:cxn modelId="{135E61FC-D410-4F70-8542-2A0F9584A87C}" type="presParOf" srcId="{3076D5BD-CDFC-42AF-8F67-ACC407277D25}" destId="{D67A6212-DBD8-4FBD-A9DD-78CDAA486441}" srcOrd="0" destOrd="0" presId="urn:microsoft.com/office/officeart/2005/8/layout/hierarchy1"/>
    <dgm:cxn modelId="{DB4BA9FF-4DFA-40E9-8873-B99DAFC68678}" type="presParOf" srcId="{3076D5BD-CDFC-42AF-8F67-ACC407277D25}" destId="{9DEC1ABB-F8B5-49BA-874A-024650333159}" srcOrd="1" destOrd="0" presId="urn:microsoft.com/office/officeart/2005/8/layout/hierarchy1"/>
    <dgm:cxn modelId="{E8291105-0F36-452D-974B-84B2B2FAB302}" type="presParOf" srcId="{94F35F85-BE9A-4D88-B6B3-2A1B83995B9A}" destId="{6CA789FA-A7D9-425B-A6F1-BEC141AC4457}" srcOrd="1" destOrd="0" presId="urn:microsoft.com/office/officeart/2005/8/layout/hierarchy1"/>
    <dgm:cxn modelId="{819D59CE-4697-4A4F-85A9-FE77FF9F90A6}" type="presParOf" srcId="{A0E16F58-44D7-49A3-8544-DA29BC7301EC}" destId="{DB0F41D2-F038-46BC-BC32-6E9442D2428C}" srcOrd="5" destOrd="0" presId="urn:microsoft.com/office/officeart/2005/8/layout/hierarchy1"/>
    <dgm:cxn modelId="{D1F217E0-D9C8-484B-879A-91620E426595}" type="presParOf" srcId="{DB0F41D2-F038-46BC-BC32-6E9442D2428C}" destId="{536CE6A1-06BA-4C50-A943-A41408FC0FE3}" srcOrd="0" destOrd="0" presId="urn:microsoft.com/office/officeart/2005/8/layout/hierarchy1"/>
    <dgm:cxn modelId="{EDC20B13-0AFC-4EDA-BFF8-2608010877AD}" type="presParOf" srcId="{536CE6A1-06BA-4C50-A943-A41408FC0FE3}" destId="{A29559A0-CBAA-496E-8287-DCE0B101CB43}" srcOrd="0" destOrd="0" presId="urn:microsoft.com/office/officeart/2005/8/layout/hierarchy1"/>
    <dgm:cxn modelId="{9EF30BA4-54AC-468A-A004-A2E598BF31A6}" type="presParOf" srcId="{536CE6A1-06BA-4C50-A943-A41408FC0FE3}" destId="{44B2A9C5-38E9-44C6-BDBA-9C2EDD82A4BE}" srcOrd="1" destOrd="0" presId="urn:microsoft.com/office/officeart/2005/8/layout/hierarchy1"/>
    <dgm:cxn modelId="{1BD6ADAB-D838-4C0E-B77E-25399B4FBCE6}" type="presParOf" srcId="{DB0F41D2-F038-46BC-BC32-6E9442D2428C}" destId="{B9192FB7-F269-483B-9495-B202AE69D68D}" srcOrd="1" destOrd="0" presId="urn:microsoft.com/office/officeart/2005/8/layout/hierarchy1"/>
    <dgm:cxn modelId="{93C89657-0575-4DCF-9C4C-023E552525CF}" type="presParOf" srcId="{A0E16F58-44D7-49A3-8544-DA29BC7301EC}" destId="{A16B029D-495F-421B-8EFD-71767951EE82}" srcOrd="6" destOrd="0" presId="urn:microsoft.com/office/officeart/2005/8/layout/hierarchy1"/>
    <dgm:cxn modelId="{9A615CCB-22B5-4532-AA62-8CDE441B270C}" type="presParOf" srcId="{A16B029D-495F-421B-8EFD-71767951EE82}" destId="{88E3CAD3-FF35-45C2-A975-3EDF330763AD}" srcOrd="0" destOrd="0" presId="urn:microsoft.com/office/officeart/2005/8/layout/hierarchy1"/>
    <dgm:cxn modelId="{5B621D25-C0DF-4CB1-8383-D9E91569FB52}" type="presParOf" srcId="{88E3CAD3-FF35-45C2-A975-3EDF330763AD}" destId="{7312660F-D5B0-4880-A776-66A13C9D4DB2}" srcOrd="0" destOrd="0" presId="urn:microsoft.com/office/officeart/2005/8/layout/hierarchy1"/>
    <dgm:cxn modelId="{2634569D-0CD8-4564-BCF2-E2DAA9E9C948}" type="presParOf" srcId="{88E3CAD3-FF35-45C2-A975-3EDF330763AD}" destId="{5C51C491-1885-4D90-9F36-5352321D6F30}" srcOrd="1" destOrd="0" presId="urn:microsoft.com/office/officeart/2005/8/layout/hierarchy1"/>
    <dgm:cxn modelId="{B2578909-D51E-4553-AE9C-E6ED95477F34}" type="presParOf" srcId="{A16B029D-495F-421B-8EFD-71767951EE82}" destId="{E98A98FA-F0FB-4D19-A630-5EFAF8617001}" srcOrd="1" destOrd="0" presId="urn:microsoft.com/office/officeart/2005/8/layout/hierarchy1"/>
    <dgm:cxn modelId="{940D9F0D-106F-4203-B51C-0A7984953B45}" type="presParOf" srcId="{A0E16F58-44D7-49A3-8544-DA29BC7301EC}" destId="{23CBE130-20FE-444D-AEC8-BFA8A0499113}" srcOrd="7" destOrd="0" presId="urn:microsoft.com/office/officeart/2005/8/layout/hierarchy1"/>
    <dgm:cxn modelId="{D5250DFB-5DD7-418D-A69B-9178CB266450}" type="presParOf" srcId="{23CBE130-20FE-444D-AEC8-BFA8A0499113}" destId="{6BFEA3C0-1B26-49E2-9DC2-5A6EBE83EBDF}" srcOrd="0" destOrd="0" presId="urn:microsoft.com/office/officeart/2005/8/layout/hierarchy1"/>
    <dgm:cxn modelId="{EDC0DE0D-922A-4290-B52D-4CD810091ED0}" type="presParOf" srcId="{6BFEA3C0-1B26-49E2-9DC2-5A6EBE83EBDF}" destId="{4327D172-56C1-456D-970D-D3997784F0B5}" srcOrd="0" destOrd="0" presId="urn:microsoft.com/office/officeart/2005/8/layout/hierarchy1"/>
    <dgm:cxn modelId="{B283160D-F6F4-46B5-902F-DEAD1839D781}" type="presParOf" srcId="{6BFEA3C0-1B26-49E2-9DC2-5A6EBE83EBDF}" destId="{CE09CA2C-D620-4D8E-AB48-AE7230B88DC8}" srcOrd="1" destOrd="0" presId="urn:microsoft.com/office/officeart/2005/8/layout/hierarchy1"/>
    <dgm:cxn modelId="{D782AB69-05B0-4975-B66F-40BB8EFC9063}" type="presParOf" srcId="{23CBE130-20FE-444D-AEC8-BFA8A0499113}" destId="{EF8C3C63-9B23-4167-AEDC-530D95754B86}" srcOrd="1" destOrd="0" presId="urn:microsoft.com/office/officeart/2005/8/layout/hierarchy1"/>
    <dgm:cxn modelId="{54E8066F-0D48-46BC-8AA8-0ECFA46AA69C}" type="presParOf" srcId="{A0E16F58-44D7-49A3-8544-DA29BC7301EC}" destId="{515E5992-20B4-4087-A10B-DFA7AB9614FC}" srcOrd="8" destOrd="0" presId="urn:microsoft.com/office/officeart/2005/8/layout/hierarchy1"/>
    <dgm:cxn modelId="{26AA3A96-13C8-4D1B-858C-B76AFF06A63B}" type="presParOf" srcId="{515E5992-20B4-4087-A10B-DFA7AB9614FC}" destId="{A3932484-12B9-4694-9A12-CC9C30626D55}" srcOrd="0" destOrd="0" presId="urn:microsoft.com/office/officeart/2005/8/layout/hierarchy1"/>
    <dgm:cxn modelId="{69E01225-686F-4397-B687-5E28B475F544}" type="presParOf" srcId="{A3932484-12B9-4694-9A12-CC9C30626D55}" destId="{D8CAC00D-364A-43A2-86A3-B8B9C95F318D}" srcOrd="0" destOrd="0" presId="urn:microsoft.com/office/officeart/2005/8/layout/hierarchy1"/>
    <dgm:cxn modelId="{10EFD36E-E48C-4450-85C3-E2610951AD30}" type="presParOf" srcId="{A3932484-12B9-4694-9A12-CC9C30626D55}" destId="{FA1B346D-4966-4C02-A934-AB04A3508D39}" srcOrd="1" destOrd="0" presId="urn:microsoft.com/office/officeart/2005/8/layout/hierarchy1"/>
    <dgm:cxn modelId="{20B6ADD6-7049-4C50-A173-674AC948D655}" type="presParOf" srcId="{515E5992-20B4-4087-A10B-DFA7AB9614FC}" destId="{8E9BF131-A242-4DFE-AE94-051DA12DEC82}" srcOrd="1" destOrd="0" presId="urn:microsoft.com/office/officeart/2005/8/layout/hierarchy1"/>
    <dgm:cxn modelId="{E4765D75-123B-4CCB-855D-DA8124A48368}" type="presParOf" srcId="{A0E16F58-44D7-49A3-8544-DA29BC7301EC}" destId="{357034F1-F871-47AD-97F7-DC6CADCDA594}" srcOrd="9" destOrd="0" presId="urn:microsoft.com/office/officeart/2005/8/layout/hierarchy1"/>
    <dgm:cxn modelId="{E8D8798D-0F8C-495F-BFA8-6D46BA5A31F2}" type="presParOf" srcId="{357034F1-F871-47AD-97F7-DC6CADCDA594}" destId="{ABE7C30E-D4D1-4EF7-B23B-3CE485882DA3}" srcOrd="0" destOrd="0" presId="urn:microsoft.com/office/officeart/2005/8/layout/hierarchy1"/>
    <dgm:cxn modelId="{E6C086E5-9058-4BCF-AF90-538399C7DD58}" type="presParOf" srcId="{ABE7C30E-D4D1-4EF7-B23B-3CE485882DA3}" destId="{A89D85E7-6E6B-4DB6-A943-1C93DA9B450B}" srcOrd="0" destOrd="0" presId="urn:microsoft.com/office/officeart/2005/8/layout/hierarchy1"/>
    <dgm:cxn modelId="{94C88382-325B-4331-8A56-3F4DCA60B516}" type="presParOf" srcId="{ABE7C30E-D4D1-4EF7-B23B-3CE485882DA3}" destId="{AD78D9DA-3125-4CE2-9125-140D6D79AA7D}" srcOrd="1" destOrd="0" presId="urn:microsoft.com/office/officeart/2005/8/layout/hierarchy1"/>
    <dgm:cxn modelId="{83408CDB-B12F-478E-8434-42C219E8C117}" type="presParOf" srcId="{357034F1-F871-47AD-97F7-DC6CADCDA594}" destId="{FF9AFFED-9848-4C87-8692-F04E51541D3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D453E9-3AAC-4CD2-A7D1-3E313CB8A24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BB9E987-F285-4A12-A47F-49B60142B1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i="1"/>
            <a:t>Memoria RAM</a:t>
          </a:r>
          <a:endParaRPr lang="en-US"/>
        </a:p>
      </dgm:t>
    </dgm:pt>
    <dgm:pt modelId="{2B01199A-BB71-4CBF-B85B-E9A5A55B2107}" type="parTrans" cxnId="{0695199C-AAE3-42C6-84B1-34F58E9870A5}">
      <dgm:prSet/>
      <dgm:spPr/>
      <dgm:t>
        <a:bodyPr/>
        <a:lstStyle/>
        <a:p>
          <a:endParaRPr lang="en-US"/>
        </a:p>
      </dgm:t>
    </dgm:pt>
    <dgm:pt modelId="{3048F4FB-59E5-4D8F-A03B-8034C7F3BA2D}" type="sibTrans" cxnId="{0695199C-AAE3-42C6-84B1-34F58E9870A5}">
      <dgm:prSet/>
      <dgm:spPr/>
      <dgm:t>
        <a:bodyPr/>
        <a:lstStyle/>
        <a:p>
          <a:endParaRPr lang="en-US"/>
        </a:p>
      </dgm:t>
    </dgm:pt>
    <dgm:pt modelId="{E678847A-DCD5-4C44-9FA8-29DA766AB87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i="1"/>
            <a:t>Disco</a:t>
          </a:r>
          <a:endParaRPr lang="en-US"/>
        </a:p>
      </dgm:t>
    </dgm:pt>
    <dgm:pt modelId="{9C5673E7-83E2-4FA3-98EE-C085EF264E2A}" type="parTrans" cxnId="{B6741649-B023-4AC1-88F5-A9FAACE3CE7C}">
      <dgm:prSet/>
      <dgm:spPr/>
      <dgm:t>
        <a:bodyPr/>
        <a:lstStyle/>
        <a:p>
          <a:endParaRPr lang="en-US"/>
        </a:p>
      </dgm:t>
    </dgm:pt>
    <dgm:pt modelId="{38AC3F5E-B6E2-46D9-AEAE-B792FDA7364F}" type="sibTrans" cxnId="{B6741649-B023-4AC1-88F5-A9FAACE3CE7C}">
      <dgm:prSet/>
      <dgm:spPr/>
      <dgm:t>
        <a:bodyPr/>
        <a:lstStyle/>
        <a:p>
          <a:endParaRPr lang="en-US"/>
        </a:p>
      </dgm:t>
    </dgm:pt>
    <dgm:pt modelId="{54320067-96D8-47C7-9C2A-8FF39C2EBD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i="1"/>
            <a:t>Cache</a:t>
          </a:r>
          <a:endParaRPr lang="en-US"/>
        </a:p>
      </dgm:t>
    </dgm:pt>
    <dgm:pt modelId="{A7261D8B-C3F9-4EF7-B5E5-CF3D01314BAD}" type="parTrans" cxnId="{FB2C0843-C169-4009-A5DD-3EB2D2D9BD77}">
      <dgm:prSet/>
      <dgm:spPr/>
      <dgm:t>
        <a:bodyPr/>
        <a:lstStyle/>
        <a:p>
          <a:endParaRPr lang="en-US"/>
        </a:p>
      </dgm:t>
    </dgm:pt>
    <dgm:pt modelId="{C50DF7D8-1548-468D-9306-F492F5C3DA6A}" type="sibTrans" cxnId="{FB2C0843-C169-4009-A5DD-3EB2D2D9BD77}">
      <dgm:prSet/>
      <dgm:spPr/>
      <dgm:t>
        <a:bodyPr/>
        <a:lstStyle/>
        <a:p>
          <a:endParaRPr lang="en-US"/>
        </a:p>
      </dgm:t>
    </dgm:pt>
    <dgm:pt modelId="{6BBD6D1B-63A4-4591-BA38-BE8AF2E184D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i="1"/>
            <a:t>Registri</a:t>
          </a:r>
          <a:endParaRPr lang="en-US"/>
        </a:p>
      </dgm:t>
    </dgm:pt>
    <dgm:pt modelId="{58212297-4678-47A1-A2C4-3EC036086FE5}" type="parTrans" cxnId="{5B25D813-E109-4DE0-B823-B4DD35EF19E5}">
      <dgm:prSet/>
      <dgm:spPr/>
      <dgm:t>
        <a:bodyPr/>
        <a:lstStyle/>
        <a:p>
          <a:endParaRPr lang="en-US"/>
        </a:p>
      </dgm:t>
    </dgm:pt>
    <dgm:pt modelId="{110A4494-9C07-4C03-926C-E96C8FDDD389}" type="sibTrans" cxnId="{5B25D813-E109-4DE0-B823-B4DD35EF19E5}">
      <dgm:prSet/>
      <dgm:spPr/>
      <dgm:t>
        <a:bodyPr/>
        <a:lstStyle/>
        <a:p>
          <a:endParaRPr lang="en-US"/>
        </a:p>
      </dgm:t>
    </dgm:pt>
    <dgm:pt modelId="{70C3430C-A630-4A8D-9F9D-B442A53BD34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i="1"/>
            <a:t>Nastro</a:t>
          </a:r>
          <a:endParaRPr lang="en-US"/>
        </a:p>
      </dgm:t>
    </dgm:pt>
    <dgm:pt modelId="{69DF11E5-040F-40AE-99E9-986B4782909F}" type="parTrans" cxnId="{F931E8F6-DC27-434B-B8B5-B76F8A946551}">
      <dgm:prSet/>
      <dgm:spPr/>
      <dgm:t>
        <a:bodyPr/>
        <a:lstStyle/>
        <a:p>
          <a:endParaRPr lang="en-US"/>
        </a:p>
      </dgm:t>
    </dgm:pt>
    <dgm:pt modelId="{BAF81620-B0F9-4ED6-81F4-7BE687A1420F}" type="sibTrans" cxnId="{F931E8F6-DC27-434B-B8B5-B76F8A946551}">
      <dgm:prSet/>
      <dgm:spPr/>
      <dgm:t>
        <a:bodyPr/>
        <a:lstStyle/>
        <a:p>
          <a:endParaRPr lang="en-US"/>
        </a:p>
      </dgm:t>
    </dgm:pt>
    <dgm:pt modelId="{FC0077BC-ACE2-41EC-96DD-8D60265183B3}" type="pres">
      <dgm:prSet presAssocID="{1FD453E9-3AAC-4CD2-A7D1-3E313CB8A24A}" presName="root" presStyleCnt="0">
        <dgm:presLayoutVars>
          <dgm:dir/>
          <dgm:resizeHandles val="exact"/>
        </dgm:presLayoutVars>
      </dgm:prSet>
      <dgm:spPr/>
    </dgm:pt>
    <dgm:pt modelId="{571C74F0-D003-4624-8711-94BB3063658E}" type="pres">
      <dgm:prSet presAssocID="{3BB9E987-F285-4A12-A47F-49B60142B113}" presName="compNode" presStyleCnt="0"/>
      <dgm:spPr/>
    </dgm:pt>
    <dgm:pt modelId="{626BDEA6-D457-4619-A48B-CA1DC52EC965}" type="pres">
      <dgm:prSet presAssocID="{3BB9E987-F285-4A12-A47F-49B60142B113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249A1C6-7E60-4B08-97AF-379A2DB5A5C4}" type="pres">
      <dgm:prSet presAssocID="{3BB9E987-F285-4A12-A47F-49B60142B11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A3385EB-1F2C-49E6-9F61-4F8F71900CDB}" type="pres">
      <dgm:prSet presAssocID="{3BB9E987-F285-4A12-A47F-49B60142B113}" presName="spaceRect" presStyleCnt="0"/>
      <dgm:spPr/>
    </dgm:pt>
    <dgm:pt modelId="{4EA11E29-DDE8-46A3-B429-2D49E415CA4F}" type="pres">
      <dgm:prSet presAssocID="{3BB9E987-F285-4A12-A47F-49B60142B113}" presName="textRect" presStyleLbl="revTx" presStyleIdx="0" presStyleCnt="5">
        <dgm:presLayoutVars>
          <dgm:chMax val="1"/>
          <dgm:chPref val="1"/>
        </dgm:presLayoutVars>
      </dgm:prSet>
      <dgm:spPr/>
    </dgm:pt>
    <dgm:pt modelId="{DE440348-6E35-4C81-9522-ED502C0CED1C}" type="pres">
      <dgm:prSet presAssocID="{3048F4FB-59E5-4D8F-A03B-8034C7F3BA2D}" presName="sibTrans" presStyleCnt="0"/>
      <dgm:spPr/>
    </dgm:pt>
    <dgm:pt modelId="{04960D21-731B-4EE3-A012-B36B0EF8FDCE}" type="pres">
      <dgm:prSet presAssocID="{E678847A-DCD5-4C44-9FA8-29DA766AB87C}" presName="compNode" presStyleCnt="0"/>
      <dgm:spPr/>
    </dgm:pt>
    <dgm:pt modelId="{99F387ED-0AE5-42B6-BBCB-8881F5DE510A}" type="pres">
      <dgm:prSet presAssocID="{E678847A-DCD5-4C44-9FA8-29DA766AB87C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9B5E7C9-71FB-4276-867D-F34B6935300A}" type="pres">
      <dgm:prSet presAssocID="{E678847A-DCD5-4C44-9FA8-29DA766AB87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096D5D20-F720-4A36-8493-0A9239DC399C}" type="pres">
      <dgm:prSet presAssocID="{E678847A-DCD5-4C44-9FA8-29DA766AB87C}" presName="spaceRect" presStyleCnt="0"/>
      <dgm:spPr/>
    </dgm:pt>
    <dgm:pt modelId="{13CCC839-C286-4531-9452-E1B398649DA0}" type="pres">
      <dgm:prSet presAssocID="{E678847A-DCD5-4C44-9FA8-29DA766AB87C}" presName="textRect" presStyleLbl="revTx" presStyleIdx="1" presStyleCnt="5">
        <dgm:presLayoutVars>
          <dgm:chMax val="1"/>
          <dgm:chPref val="1"/>
        </dgm:presLayoutVars>
      </dgm:prSet>
      <dgm:spPr/>
    </dgm:pt>
    <dgm:pt modelId="{7C90B665-5A74-4235-9170-687A42306E31}" type="pres">
      <dgm:prSet presAssocID="{38AC3F5E-B6E2-46D9-AEAE-B792FDA7364F}" presName="sibTrans" presStyleCnt="0"/>
      <dgm:spPr/>
    </dgm:pt>
    <dgm:pt modelId="{3FC0F6D1-AC22-4B72-98E6-03FD810F2E39}" type="pres">
      <dgm:prSet presAssocID="{54320067-96D8-47C7-9C2A-8FF39C2EBDA5}" presName="compNode" presStyleCnt="0"/>
      <dgm:spPr/>
    </dgm:pt>
    <dgm:pt modelId="{2600E12E-10BA-4D2D-A06D-AE5485403B9F}" type="pres">
      <dgm:prSet presAssocID="{54320067-96D8-47C7-9C2A-8FF39C2EBDA5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EC180C5-0461-49D7-B6DB-C1440145976A}" type="pres">
      <dgm:prSet presAssocID="{54320067-96D8-47C7-9C2A-8FF39C2EBDA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289693C8-0D2A-43BD-80DD-BF904566756C}" type="pres">
      <dgm:prSet presAssocID="{54320067-96D8-47C7-9C2A-8FF39C2EBDA5}" presName="spaceRect" presStyleCnt="0"/>
      <dgm:spPr/>
    </dgm:pt>
    <dgm:pt modelId="{A42AE735-22E2-498D-BDC6-2496B3CC159F}" type="pres">
      <dgm:prSet presAssocID="{54320067-96D8-47C7-9C2A-8FF39C2EBDA5}" presName="textRect" presStyleLbl="revTx" presStyleIdx="2" presStyleCnt="5">
        <dgm:presLayoutVars>
          <dgm:chMax val="1"/>
          <dgm:chPref val="1"/>
        </dgm:presLayoutVars>
      </dgm:prSet>
      <dgm:spPr/>
    </dgm:pt>
    <dgm:pt modelId="{3EEA006B-BF7E-420E-BCBA-E7770A02D4D0}" type="pres">
      <dgm:prSet presAssocID="{C50DF7D8-1548-468D-9306-F492F5C3DA6A}" presName="sibTrans" presStyleCnt="0"/>
      <dgm:spPr/>
    </dgm:pt>
    <dgm:pt modelId="{EBDBB244-79DE-4ADB-B32C-72C1AEBC278A}" type="pres">
      <dgm:prSet presAssocID="{6BBD6D1B-63A4-4591-BA38-BE8AF2E184DA}" presName="compNode" presStyleCnt="0"/>
      <dgm:spPr/>
    </dgm:pt>
    <dgm:pt modelId="{86C1C964-017D-4199-BBD3-123C51AD726D}" type="pres">
      <dgm:prSet presAssocID="{6BBD6D1B-63A4-4591-BA38-BE8AF2E184DA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F5FD371-E4E6-47EB-A9FF-1FAF2CE31751}" type="pres">
      <dgm:prSet presAssocID="{6BBD6D1B-63A4-4591-BA38-BE8AF2E184D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C1908A86-AA6D-486E-B3F0-D8C9FFAE7FE6}" type="pres">
      <dgm:prSet presAssocID="{6BBD6D1B-63A4-4591-BA38-BE8AF2E184DA}" presName="spaceRect" presStyleCnt="0"/>
      <dgm:spPr/>
    </dgm:pt>
    <dgm:pt modelId="{A3524C77-3132-43F1-A543-55D76106AB34}" type="pres">
      <dgm:prSet presAssocID="{6BBD6D1B-63A4-4591-BA38-BE8AF2E184DA}" presName="textRect" presStyleLbl="revTx" presStyleIdx="3" presStyleCnt="5">
        <dgm:presLayoutVars>
          <dgm:chMax val="1"/>
          <dgm:chPref val="1"/>
        </dgm:presLayoutVars>
      </dgm:prSet>
      <dgm:spPr/>
    </dgm:pt>
    <dgm:pt modelId="{D0421C1C-09C7-4654-B1F0-6D7E58E66F2E}" type="pres">
      <dgm:prSet presAssocID="{110A4494-9C07-4C03-926C-E96C8FDDD389}" presName="sibTrans" presStyleCnt="0"/>
      <dgm:spPr/>
    </dgm:pt>
    <dgm:pt modelId="{23A1EB36-037B-42D3-9B56-0723F59DB075}" type="pres">
      <dgm:prSet presAssocID="{70C3430C-A630-4A8D-9F9D-B442A53BD341}" presName="compNode" presStyleCnt="0"/>
      <dgm:spPr/>
    </dgm:pt>
    <dgm:pt modelId="{65A5CCEC-61CF-447A-8AED-7C582E80AEB9}" type="pres">
      <dgm:prSet presAssocID="{70C3430C-A630-4A8D-9F9D-B442A53BD341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7247B2E-9400-49D3-A902-52B1728232ED}" type="pres">
      <dgm:prSet presAssocID="{70C3430C-A630-4A8D-9F9D-B442A53BD34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ci"/>
        </a:ext>
      </dgm:extLst>
    </dgm:pt>
    <dgm:pt modelId="{5FD781F7-8C80-47C6-B788-19381361729E}" type="pres">
      <dgm:prSet presAssocID="{70C3430C-A630-4A8D-9F9D-B442A53BD341}" presName="spaceRect" presStyleCnt="0"/>
      <dgm:spPr/>
    </dgm:pt>
    <dgm:pt modelId="{DB9D41D8-BE18-448A-ADB4-0A0611797F11}" type="pres">
      <dgm:prSet presAssocID="{70C3430C-A630-4A8D-9F9D-B442A53BD34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9326707-B093-49E6-9189-F135AEE9204A}" type="presOf" srcId="{70C3430C-A630-4A8D-9F9D-B442A53BD341}" destId="{DB9D41D8-BE18-448A-ADB4-0A0611797F11}" srcOrd="0" destOrd="0" presId="urn:microsoft.com/office/officeart/2018/5/layout/IconLeafLabelList"/>
    <dgm:cxn modelId="{5B25D813-E109-4DE0-B823-B4DD35EF19E5}" srcId="{1FD453E9-3AAC-4CD2-A7D1-3E313CB8A24A}" destId="{6BBD6D1B-63A4-4591-BA38-BE8AF2E184DA}" srcOrd="3" destOrd="0" parTransId="{58212297-4678-47A1-A2C4-3EC036086FE5}" sibTransId="{110A4494-9C07-4C03-926C-E96C8FDDD389}"/>
    <dgm:cxn modelId="{FB2C0843-C169-4009-A5DD-3EB2D2D9BD77}" srcId="{1FD453E9-3AAC-4CD2-A7D1-3E313CB8A24A}" destId="{54320067-96D8-47C7-9C2A-8FF39C2EBDA5}" srcOrd="2" destOrd="0" parTransId="{A7261D8B-C3F9-4EF7-B5E5-CF3D01314BAD}" sibTransId="{C50DF7D8-1548-468D-9306-F492F5C3DA6A}"/>
    <dgm:cxn modelId="{B6741649-B023-4AC1-88F5-A9FAACE3CE7C}" srcId="{1FD453E9-3AAC-4CD2-A7D1-3E313CB8A24A}" destId="{E678847A-DCD5-4C44-9FA8-29DA766AB87C}" srcOrd="1" destOrd="0" parTransId="{9C5673E7-83E2-4FA3-98EE-C085EF264E2A}" sibTransId="{38AC3F5E-B6E2-46D9-AEAE-B792FDA7364F}"/>
    <dgm:cxn modelId="{65526969-5E48-4258-9AB1-CEBD1B58DDD6}" type="presOf" srcId="{E678847A-DCD5-4C44-9FA8-29DA766AB87C}" destId="{13CCC839-C286-4531-9452-E1B398649DA0}" srcOrd="0" destOrd="0" presId="urn:microsoft.com/office/officeart/2018/5/layout/IconLeafLabelList"/>
    <dgm:cxn modelId="{BB36D36B-53B8-49B8-B8E0-D52687712A52}" type="presOf" srcId="{1FD453E9-3AAC-4CD2-A7D1-3E313CB8A24A}" destId="{FC0077BC-ACE2-41EC-96DD-8D60265183B3}" srcOrd="0" destOrd="0" presId="urn:microsoft.com/office/officeart/2018/5/layout/IconLeafLabelList"/>
    <dgm:cxn modelId="{5992E14C-D94D-494C-82B9-5E11A699646C}" type="presOf" srcId="{6BBD6D1B-63A4-4591-BA38-BE8AF2E184DA}" destId="{A3524C77-3132-43F1-A543-55D76106AB34}" srcOrd="0" destOrd="0" presId="urn:microsoft.com/office/officeart/2018/5/layout/IconLeafLabelList"/>
    <dgm:cxn modelId="{0695199C-AAE3-42C6-84B1-34F58E9870A5}" srcId="{1FD453E9-3AAC-4CD2-A7D1-3E313CB8A24A}" destId="{3BB9E987-F285-4A12-A47F-49B60142B113}" srcOrd="0" destOrd="0" parTransId="{2B01199A-BB71-4CBF-B85B-E9A5A55B2107}" sibTransId="{3048F4FB-59E5-4D8F-A03B-8034C7F3BA2D}"/>
    <dgm:cxn modelId="{1BB5EBDC-748F-45EC-987D-F2A22A57D8B2}" type="presOf" srcId="{54320067-96D8-47C7-9C2A-8FF39C2EBDA5}" destId="{A42AE735-22E2-498D-BDC6-2496B3CC159F}" srcOrd="0" destOrd="0" presId="urn:microsoft.com/office/officeart/2018/5/layout/IconLeafLabelList"/>
    <dgm:cxn modelId="{F931E8F6-DC27-434B-B8B5-B76F8A946551}" srcId="{1FD453E9-3AAC-4CD2-A7D1-3E313CB8A24A}" destId="{70C3430C-A630-4A8D-9F9D-B442A53BD341}" srcOrd="4" destOrd="0" parTransId="{69DF11E5-040F-40AE-99E9-986B4782909F}" sibTransId="{BAF81620-B0F9-4ED6-81F4-7BE687A1420F}"/>
    <dgm:cxn modelId="{6E843EFB-7F76-4318-A39C-B7288B36FE4D}" type="presOf" srcId="{3BB9E987-F285-4A12-A47F-49B60142B113}" destId="{4EA11E29-DDE8-46A3-B429-2D49E415CA4F}" srcOrd="0" destOrd="0" presId="urn:microsoft.com/office/officeart/2018/5/layout/IconLeafLabelList"/>
    <dgm:cxn modelId="{872362DA-58CA-449E-8656-4AAA0F73C160}" type="presParOf" srcId="{FC0077BC-ACE2-41EC-96DD-8D60265183B3}" destId="{571C74F0-D003-4624-8711-94BB3063658E}" srcOrd="0" destOrd="0" presId="urn:microsoft.com/office/officeart/2018/5/layout/IconLeafLabelList"/>
    <dgm:cxn modelId="{49FF6CDD-B5C0-4BDD-8A10-DDE53AAD8510}" type="presParOf" srcId="{571C74F0-D003-4624-8711-94BB3063658E}" destId="{626BDEA6-D457-4619-A48B-CA1DC52EC965}" srcOrd="0" destOrd="0" presId="urn:microsoft.com/office/officeart/2018/5/layout/IconLeafLabelList"/>
    <dgm:cxn modelId="{5DE2B9EC-C202-4133-A3C8-C5CB72DC94C0}" type="presParOf" srcId="{571C74F0-D003-4624-8711-94BB3063658E}" destId="{5249A1C6-7E60-4B08-97AF-379A2DB5A5C4}" srcOrd="1" destOrd="0" presId="urn:microsoft.com/office/officeart/2018/5/layout/IconLeafLabelList"/>
    <dgm:cxn modelId="{9C23195E-8FD4-4343-A5AC-2BEAFEDC890B}" type="presParOf" srcId="{571C74F0-D003-4624-8711-94BB3063658E}" destId="{7A3385EB-1F2C-49E6-9F61-4F8F71900CDB}" srcOrd="2" destOrd="0" presId="urn:microsoft.com/office/officeart/2018/5/layout/IconLeafLabelList"/>
    <dgm:cxn modelId="{44199002-1F60-4F24-90D8-228251F49C41}" type="presParOf" srcId="{571C74F0-D003-4624-8711-94BB3063658E}" destId="{4EA11E29-DDE8-46A3-B429-2D49E415CA4F}" srcOrd="3" destOrd="0" presId="urn:microsoft.com/office/officeart/2018/5/layout/IconLeafLabelList"/>
    <dgm:cxn modelId="{04ECBDE1-761C-4DDB-9C67-DD348A3A6C11}" type="presParOf" srcId="{FC0077BC-ACE2-41EC-96DD-8D60265183B3}" destId="{DE440348-6E35-4C81-9522-ED502C0CED1C}" srcOrd="1" destOrd="0" presId="urn:microsoft.com/office/officeart/2018/5/layout/IconLeafLabelList"/>
    <dgm:cxn modelId="{1A05C6AC-230A-4BF1-AA79-380CD9DBD166}" type="presParOf" srcId="{FC0077BC-ACE2-41EC-96DD-8D60265183B3}" destId="{04960D21-731B-4EE3-A012-B36B0EF8FDCE}" srcOrd="2" destOrd="0" presId="urn:microsoft.com/office/officeart/2018/5/layout/IconLeafLabelList"/>
    <dgm:cxn modelId="{AEC07B86-0AC5-40D9-A59D-AB83452BBDF8}" type="presParOf" srcId="{04960D21-731B-4EE3-A012-B36B0EF8FDCE}" destId="{99F387ED-0AE5-42B6-BBCB-8881F5DE510A}" srcOrd="0" destOrd="0" presId="urn:microsoft.com/office/officeart/2018/5/layout/IconLeafLabelList"/>
    <dgm:cxn modelId="{6594E208-FBA0-4D1B-876B-C8C57AD640B4}" type="presParOf" srcId="{04960D21-731B-4EE3-A012-B36B0EF8FDCE}" destId="{A9B5E7C9-71FB-4276-867D-F34B6935300A}" srcOrd="1" destOrd="0" presId="urn:microsoft.com/office/officeart/2018/5/layout/IconLeafLabelList"/>
    <dgm:cxn modelId="{6B8915AE-DD3E-48E1-9369-247AC95627B7}" type="presParOf" srcId="{04960D21-731B-4EE3-A012-B36B0EF8FDCE}" destId="{096D5D20-F720-4A36-8493-0A9239DC399C}" srcOrd="2" destOrd="0" presId="urn:microsoft.com/office/officeart/2018/5/layout/IconLeafLabelList"/>
    <dgm:cxn modelId="{EF2C5362-DDDD-4676-98D3-583C5A3D99AB}" type="presParOf" srcId="{04960D21-731B-4EE3-A012-B36B0EF8FDCE}" destId="{13CCC839-C286-4531-9452-E1B398649DA0}" srcOrd="3" destOrd="0" presId="urn:microsoft.com/office/officeart/2018/5/layout/IconLeafLabelList"/>
    <dgm:cxn modelId="{E9F253D7-DD3D-4F20-B921-BA3FD41ABFB3}" type="presParOf" srcId="{FC0077BC-ACE2-41EC-96DD-8D60265183B3}" destId="{7C90B665-5A74-4235-9170-687A42306E31}" srcOrd="3" destOrd="0" presId="urn:microsoft.com/office/officeart/2018/5/layout/IconLeafLabelList"/>
    <dgm:cxn modelId="{EEC44806-C0D5-4CD7-B7A4-A0F79E30C72D}" type="presParOf" srcId="{FC0077BC-ACE2-41EC-96DD-8D60265183B3}" destId="{3FC0F6D1-AC22-4B72-98E6-03FD810F2E39}" srcOrd="4" destOrd="0" presId="urn:microsoft.com/office/officeart/2018/5/layout/IconLeafLabelList"/>
    <dgm:cxn modelId="{46E619E5-7D6F-4ABD-A00D-36ADB3FB2C51}" type="presParOf" srcId="{3FC0F6D1-AC22-4B72-98E6-03FD810F2E39}" destId="{2600E12E-10BA-4D2D-A06D-AE5485403B9F}" srcOrd="0" destOrd="0" presId="urn:microsoft.com/office/officeart/2018/5/layout/IconLeafLabelList"/>
    <dgm:cxn modelId="{135117E3-9A08-4734-9244-DC2B2D0E2013}" type="presParOf" srcId="{3FC0F6D1-AC22-4B72-98E6-03FD810F2E39}" destId="{FEC180C5-0461-49D7-B6DB-C1440145976A}" srcOrd="1" destOrd="0" presId="urn:microsoft.com/office/officeart/2018/5/layout/IconLeafLabelList"/>
    <dgm:cxn modelId="{2C970639-5935-4429-B967-6A1740679F70}" type="presParOf" srcId="{3FC0F6D1-AC22-4B72-98E6-03FD810F2E39}" destId="{289693C8-0D2A-43BD-80DD-BF904566756C}" srcOrd="2" destOrd="0" presId="urn:microsoft.com/office/officeart/2018/5/layout/IconLeafLabelList"/>
    <dgm:cxn modelId="{BDDBBDE6-176D-4972-B978-E1D726167697}" type="presParOf" srcId="{3FC0F6D1-AC22-4B72-98E6-03FD810F2E39}" destId="{A42AE735-22E2-498D-BDC6-2496B3CC159F}" srcOrd="3" destOrd="0" presId="urn:microsoft.com/office/officeart/2018/5/layout/IconLeafLabelList"/>
    <dgm:cxn modelId="{80EA331C-FB25-480E-B113-737565641E68}" type="presParOf" srcId="{FC0077BC-ACE2-41EC-96DD-8D60265183B3}" destId="{3EEA006B-BF7E-420E-BCBA-E7770A02D4D0}" srcOrd="5" destOrd="0" presId="urn:microsoft.com/office/officeart/2018/5/layout/IconLeafLabelList"/>
    <dgm:cxn modelId="{9E2BFCF3-A614-4763-9E0E-052079B6DF87}" type="presParOf" srcId="{FC0077BC-ACE2-41EC-96DD-8D60265183B3}" destId="{EBDBB244-79DE-4ADB-B32C-72C1AEBC278A}" srcOrd="6" destOrd="0" presId="urn:microsoft.com/office/officeart/2018/5/layout/IconLeafLabelList"/>
    <dgm:cxn modelId="{20052D1B-585D-4A8C-9BB9-250631923A7C}" type="presParOf" srcId="{EBDBB244-79DE-4ADB-B32C-72C1AEBC278A}" destId="{86C1C964-017D-4199-BBD3-123C51AD726D}" srcOrd="0" destOrd="0" presId="urn:microsoft.com/office/officeart/2018/5/layout/IconLeafLabelList"/>
    <dgm:cxn modelId="{EA94007B-5E65-4867-8A66-1852A6957223}" type="presParOf" srcId="{EBDBB244-79DE-4ADB-B32C-72C1AEBC278A}" destId="{2F5FD371-E4E6-47EB-A9FF-1FAF2CE31751}" srcOrd="1" destOrd="0" presId="urn:microsoft.com/office/officeart/2018/5/layout/IconLeafLabelList"/>
    <dgm:cxn modelId="{F77BEE5D-E4FB-4B84-92A6-F0606B56CA11}" type="presParOf" srcId="{EBDBB244-79DE-4ADB-B32C-72C1AEBC278A}" destId="{C1908A86-AA6D-486E-B3F0-D8C9FFAE7FE6}" srcOrd="2" destOrd="0" presId="urn:microsoft.com/office/officeart/2018/5/layout/IconLeafLabelList"/>
    <dgm:cxn modelId="{6C12FCFC-3541-4350-9E7F-793DB68B8454}" type="presParOf" srcId="{EBDBB244-79DE-4ADB-B32C-72C1AEBC278A}" destId="{A3524C77-3132-43F1-A543-55D76106AB34}" srcOrd="3" destOrd="0" presId="urn:microsoft.com/office/officeart/2018/5/layout/IconLeafLabelList"/>
    <dgm:cxn modelId="{0EE8491E-5BB8-48DD-9857-E30BB7B074A1}" type="presParOf" srcId="{FC0077BC-ACE2-41EC-96DD-8D60265183B3}" destId="{D0421C1C-09C7-4654-B1F0-6D7E58E66F2E}" srcOrd="7" destOrd="0" presId="urn:microsoft.com/office/officeart/2018/5/layout/IconLeafLabelList"/>
    <dgm:cxn modelId="{F63CA017-3B75-4AEC-8063-C1103FBADBD2}" type="presParOf" srcId="{FC0077BC-ACE2-41EC-96DD-8D60265183B3}" destId="{23A1EB36-037B-42D3-9B56-0723F59DB075}" srcOrd="8" destOrd="0" presId="urn:microsoft.com/office/officeart/2018/5/layout/IconLeafLabelList"/>
    <dgm:cxn modelId="{80032835-A93C-4159-8717-2B28B96C7630}" type="presParOf" srcId="{23A1EB36-037B-42D3-9B56-0723F59DB075}" destId="{65A5CCEC-61CF-447A-8AED-7C582E80AEB9}" srcOrd="0" destOrd="0" presId="urn:microsoft.com/office/officeart/2018/5/layout/IconLeafLabelList"/>
    <dgm:cxn modelId="{FF23300B-986C-487F-94F5-DF63407B9DB4}" type="presParOf" srcId="{23A1EB36-037B-42D3-9B56-0723F59DB075}" destId="{77247B2E-9400-49D3-A902-52B1728232ED}" srcOrd="1" destOrd="0" presId="urn:microsoft.com/office/officeart/2018/5/layout/IconLeafLabelList"/>
    <dgm:cxn modelId="{46D55FC4-CE14-4588-8695-3A30098D2D46}" type="presParOf" srcId="{23A1EB36-037B-42D3-9B56-0723F59DB075}" destId="{5FD781F7-8C80-47C6-B788-19381361729E}" srcOrd="2" destOrd="0" presId="urn:microsoft.com/office/officeart/2018/5/layout/IconLeafLabelList"/>
    <dgm:cxn modelId="{B1DED2C4-8BDB-490F-B1A3-6DAC54D7EB77}" type="presParOf" srcId="{23A1EB36-037B-42D3-9B56-0723F59DB075}" destId="{DB9D41D8-BE18-448A-ADB4-0A0611797F1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287EF7-FAB1-4D04-B082-511662C2B2B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659EBB-15A1-4BAB-9B06-3BBC38E2495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/>
            <a:t>Coda di entrata </a:t>
          </a:r>
          <a:endParaRPr lang="en-US"/>
        </a:p>
      </dgm:t>
    </dgm:pt>
    <dgm:pt modelId="{74AB019E-D00E-48BE-A073-3450F41123D2}" type="parTrans" cxnId="{649A872F-D7F3-4401-A54D-0E273602643F}">
      <dgm:prSet/>
      <dgm:spPr/>
      <dgm:t>
        <a:bodyPr/>
        <a:lstStyle/>
        <a:p>
          <a:endParaRPr lang="en-US"/>
        </a:p>
      </dgm:t>
    </dgm:pt>
    <dgm:pt modelId="{6D41B76F-7147-4EF5-81E5-D66B082B47F8}" type="sibTrans" cxnId="{649A872F-D7F3-4401-A54D-0E273602643F}">
      <dgm:prSet/>
      <dgm:spPr/>
      <dgm:t>
        <a:bodyPr/>
        <a:lstStyle/>
        <a:p>
          <a:endParaRPr lang="en-US"/>
        </a:p>
      </dgm:t>
    </dgm:pt>
    <dgm:pt modelId="{80A9F403-4ED9-4D2A-8D5D-B9496A00F87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/>
            <a:t>Processi pronti</a:t>
          </a:r>
          <a:endParaRPr lang="en-US"/>
        </a:p>
      </dgm:t>
    </dgm:pt>
    <dgm:pt modelId="{92300D85-904E-4095-A91F-94F3EAE2D91E}" type="parTrans" cxnId="{E57CEA35-4213-40B9-8E07-DDB196D40F61}">
      <dgm:prSet/>
      <dgm:spPr/>
      <dgm:t>
        <a:bodyPr/>
        <a:lstStyle/>
        <a:p>
          <a:endParaRPr lang="en-US"/>
        </a:p>
      </dgm:t>
    </dgm:pt>
    <dgm:pt modelId="{8D6A4B4F-9EE7-441B-8873-FA73BBCCDC2E}" type="sibTrans" cxnId="{E57CEA35-4213-40B9-8E07-DDB196D40F61}">
      <dgm:prSet/>
      <dgm:spPr/>
      <dgm:t>
        <a:bodyPr/>
        <a:lstStyle/>
        <a:p>
          <a:endParaRPr lang="en-US"/>
        </a:p>
      </dgm:t>
    </dgm:pt>
    <dgm:pt modelId="{AF327FC6-3C2B-489F-AE6A-AA9C23F620DD}" type="pres">
      <dgm:prSet presAssocID="{5D287EF7-FAB1-4D04-B082-511662C2B2B8}" presName="root" presStyleCnt="0">
        <dgm:presLayoutVars>
          <dgm:dir/>
          <dgm:resizeHandles val="exact"/>
        </dgm:presLayoutVars>
      </dgm:prSet>
      <dgm:spPr/>
    </dgm:pt>
    <dgm:pt modelId="{D0A3B55C-3947-48EB-8007-1AFCCFD275A5}" type="pres">
      <dgm:prSet presAssocID="{1A659EBB-15A1-4BAB-9B06-3BBC38E24958}" presName="compNode" presStyleCnt="0"/>
      <dgm:spPr/>
    </dgm:pt>
    <dgm:pt modelId="{F39212CB-A9B2-4EDB-B24A-09F00907BD18}" type="pres">
      <dgm:prSet presAssocID="{1A659EBB-15A1-4BAB-9B06-3BBC38E24958}" presName="iconBgRect" presStyleLbl="bgShp" presStyleIdx="0" presStyleCnt="2"/>
      <dgm:spPr/>
    </dgm:pt>
    <dgm:pt modelId="{218CF06E-38A9-4425-B3B7-A1BDA6BAAAC6}" type="pres">
      <dgm:prSet presAssocID="{1A659EBB-15A1-4BAB-9B06-3BBC38E2495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sce"/>
        </a:ext>
      </dgm:extLst>
    </dgm:pt>
    <dgm:pt modelId="{50618592-40BD-48ED-A4BD-71040D487B33}" type="pres">
      <dgm:prSet presAssocID="{1A659EBB-15A1-4BAB-9B06-3BBC38E24958}" presName="spaceRect" presStyleCnt="0"/>
      <dgm:spPr/>
    </dgm:pt>
    <dgm:pt modelId="{A2D21901-C7BC-4DB5-B39C-52C8B1823BFE}" type="pres">
      <dgm:prSet presAssocID="{1A659EBB-15A1-4BAB-9B06-3BBC38E24958}" presName="textRect" presStyleLbl="revTx" presStyleIdx="0" presStyleCnt="2">
        <dgm:presLayoutVars>
          <dgm:chMax val="1"/>
          <dgm:chPref val="1"/>
        </dgm:presLayoutVars>
      </dgm:prSet>
      <dgm:spPr/>
    </dgm:pt>
    <dgm:pt modelId="{E94E94E4-DABB-41D9-8987-83B05BCB3352}" type="pres">
      <dgm:prSet presAssocID="{6D41B76F-7147-4EF5-81E5-D66B082B47F8}" presName="sibTrans" presStyleCnt="0"/>
      <dgm:spPr/>
    </dgm:pt>
    <dgm:pt modelId="{50C93F85-4DCB-4844-8089-10960404E282}" type="pres">
      <dgm:prSet presAssocID="{80A9F403-4ED9-4D2A-8D5D-B9496A00F878}" presName="compNode" presStyleCnt="0"/>
      <dgm:spPr/>
    </dgm:pt>
    <dgm:pt modelId="{A2E3162E-1E9E-476E-AF30-CFF3E75E3B25}" type="pres">
      <dgm:prSet presAssocID="{80A9F403-4ED9-4D2A-8D5D-B9496A00F878}" presName="iconBgRect" presStyleLbl="bgShp" presStyleIdx="1" presStyleCnt="2"/>
      <dgm:spPr/>
    </dgm:pt>
    <dgm:pt modelId="{7A872485-EFF1-421B-979C-4613B8BCC7C8}" type="pres">
      <dgm:prSet presAssocID="{80A9F403-4ED9-4D2A-8D5D-B9496A00F87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nco di controllo"/>
        </a:ext>
      </dgm:extLst>
    </dgm:pt>
    <dgm:pt modelId="{5A115675-264A-48B1-9E77-5F75DEFE67E9}" type="pres">
      <dgm:prSet presAssocID="{80A9F403-4ED9-4D2A-8D5D-B9496A00F878}" presName="spaceRect" presStyleCnt="0"/>
      <dgm:spPr/>
    </dgm:pt>
    <dgm:pt modelId="{6F3633D8-4DA9-4820-AE26-06C361687D81}" type="pres">
      <dgm:prSet presAssocID="{80A9F403-4ED9-4D2A-8D5D-B9496A00F87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E60D003-E343-4495-8F6A-F0A9BD03A720}" type="presOf" srcId="{1A659EBB-15A1-4BAB-9B06-3BBC38E24958}" destId="{A2D21901-C7BC-4DB5-B39C-52C8B1823BFE}" srcOrd="0" destOrd="0" presId="urn:microsoft.com/office/officeart/2018/5/layout/IconCircleLabelList"/>
    <dgm:cxn modelId="{61A6E618-3909-45A4-B040-CB2F394A47C1}" type="presOf" srcId="{5D287EF7-FAB1-4D04-B082-511662C2B2B8}" destId="{AF327FC6-3C2B-489F-AE6A-AA9C23F620DD}" srcOrd="0" destOrd="0" presId="urn:microsoft.com/office/officeart/2018/5/layout/IconCircleLabelList"/>
    <dgm:cxn modelId="{649A872F-D7F3-4401-A54D-0E273602643F}" srcId="{5D287EF7-FAB1-4D04-B082-511662C2B2B8}" destId="{1A659EBB-15A1-4BAB-9B06-3BBC38E24958}" srcOrd="0" destOrd="0" parTransId="{74AB019E-D00E-48BE-A073-3450F41123D2}" sibTransId="{6D41B76F-7147-4EF5-81E5-D66B082B47F8}"/>
    <dgm:cxn modelId="{E57CEA35-4213-40B9-8E07-DDB196D40F61}" srcId="{5D287EF7-FAB1-4D04-B082-511662C2B2B8}" destId="{80A9F403-4ED9-4D2A-8D5D-B9496A00F878}" srcOrd="1" destOrd="0" parTransId="{92300D85-904E-4095-A91F-94F3EAE2D91E}" sibTransId="{8D6A4B4F-9EE7-441B-8873-FA73BBCCDC2E}"/>
    <dgm:cxn modelId="{DC1F9C97-2948-4F7D-9262-063442867C8B}" type="presOf" srcId="{80A9F403-4ED9-4D2A-8D5D-B9496A00F878}" destId="{6F3633D8-4DA9-4820-AE26-06C361687D81}" srcOrd="0" destOrd="0" presId="urn:microsoft.com/office/officeart/2018/5/layout/IconCircleLabelList"/>
    <dgm:cxn modelId="{CFA4B2D5-57DE-48F3-AA86-F2314C7CEA36}" type="presParOf" srcId="{AF327FC6-3C2B-489F-AE6A-AA9C23F620DD}" destId="{D0A3B55C-3947-48EB-8007-1AFCCFD275A5}" srcOrd="0" destOrd="0" presId="urn:microsoft.com/office/officeart/2018/5/layout/IconCircleLabelList"/>
    <dgm:cxn modelId="{558747C8-5023-4B94-B20D-F227BA703382}" type="presParOf" srcId="{D0A3B55C-3947-48EB-8007-1AFCCFD275A5}" destId="{F39212CB-A9B2-4EDB-B24A-09F00907BD18}" srcOrd="0" destOrd="0" presId="urn:microsoft.com/office/officeart/2018/5/layout/IconCircleLabelList"/>
    <dgm:cxn modelId="{B85D680B-1AD0-4ED6-A43F-4A994C6AAEBD}" type="presParOf" srcId="{D0A3B55C-3947-48EB-8007-1AFCCFD275A5}" destId="{218CF06E-38A9-4425-B3B7-A1BDA6BAAAC6}" srcOrd="1" destOrd="0" presId="urn:microsoft.com/office/officeart/2018/5/layout/IconCircleLabelList"/>
    <dgm:cxn modelId="{733A8C09-5298-45EC-A4B2-7F8D0A6FCB89}" type="presParOf" srcId="{D0A3B55C-3947-48EB-8007-1AFCCFD275A5}" destId="{50618592-40BD-48ED-A4BD-71040D487B33}" srcOrd="2" destOrd="0" presId="urn:microsoft.com/office/officeart/2018/5/layout/IconCircleLabelList"/>
    <dgm:cxn modelId="{DA3A5644-6875-4A32-AE5D-8A559FAFB7B2}" type="presParOf" srcId="{D0A3B55C-3947-48EB-8007-1AFCCFD275A5}" destId="{A2D21901-C7BC-4DB5-B39C-52C8B1823BFE}" srcOrd="3" destOrd="0" presId="urn:microsoft.com/office/officeart/2018/5/layout/IconCircleLabelList"/>
    <dgm:cxn modelId="{3C7D4EBB-D270-4573-A2BD-7BC7C7721020}" type="presParOf" srcId="{AF327FC6-3C2B-489F-AE6A-AA9C23F620DD}" destId="{E94E94E4-DABB-41D9-8987-83B05BCB3352}" srcOrd="1" destOrd="0" presId="urn:microsoft.com/office/officeart/2018/5/layout/IconCircleLabelList"/>
    <dgm:cxn modelId="{0BB31724-352C-4B5E-944D-CC768DC6433D}" type="presParOf" srcId="{AF327FC6-3C2B-489F-AE6A-AA9C23F620DD}" destId="{50C93F85-4DCB-4844-8089-10960404E282}" srcOrd="2" destOrd="0" presId="urn:microsoft.com/office/officeart/2018/5/layout/IconCircleLabelList"/>
    <dgm:cxn modelId="{4421F9A2-69AE-4939-B9FE-7D311F3210CA}" type="presParOf" srcId="{50C93F85-4DCB-4844-8089-10960404E282}" destId="{A2E3162E-1E9E-476E-AF30-CFF3E75E3B25}" srcOrd="0" destOrd="0" presId="urn:microsoft.com/office/officeart/2018/5/layout/IconCircleLabelList"/>
    <dgm:cxn modelId="{CEBE1945-EB88-43BC-B8C0-F09B0EB0E31B}" type="presParOf" srcId="{50C93F85-4DCB-4844-8089-10960404E282}" destId="{7A872485-EFF1-421B-979C-4613B8BCC7C8}" srcOrd="1" destOrd="0" presId="urn:microsoft.com/office/officeart/2018/5/layout/IconCircleLabelList"/>
    <dgm:cxn modelId="{32ACE0BE-589A-4282-9C81-37F01C216A00}" type="presParOf" srcId="{50C93F85-4DCB-4844-8089-10960404E282}" destId="{5A115675-264A-48B1-9E77-5F75DEFE67E9}" srcOrd="2" destOrd="0" presId="urn:microsoft.com/office/officeart/2018/5/layout/IconCircleLabelList"/>
    <dgm:cxn modelId="{7E36A343-F916-409F-B699-FD06EF6DCCF2}" type="presParOf" srcId="{50C93F85-4DCB-4844-8089-10960404E282}" destId="{6F3633D8-4DA9-4820-AE26-06C361687D8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87F288-5BB6-4930-80B1-15FD221020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D80CE3-BC9D-4C02-A834-393595125CD2}">
      <dgm:prSet custT="1"/>
      <dgm:spPr/>
      <dgm:t>
        <a:bodyPr/>
        <a:lstStyle/>
        <a:p>
          <a:r>
            <a:rPr lang="it-IT" sz="2800" dirty="0"/>
            <a:t>Swapping composto da:</a:t>
          </a:r>
          <a:endParaRPr lang="en-US" sz="2800" dirty="0"/>
        </a:p>
      </dgm:t>
    </dgm:pt>
    <dgm:pt modelId="{6E168BCC-8E45-4378-8FB1-9063D2BA67EF}" type="parTrans" cxnId="{3C41F67F-3C02-4F80-812F-415F5C8CC369}">
      <dgm:prSet/>
      <dgm:spPr/>
      <dgm:t>
        <a:bodyPr/>
        <a:lstStyle/>
        <a:p>
          <a:endParaRPr lang="en-US"/>
        </a:p>
      </dgm:t>
    </dgm:pt>
    <dgm:pt modelId="{24B38031-CE47-48C0-A4D0-8EE4F4C4E7FC}" type="sibTrans" cxnId="{3C41F67F-3C02-4F80-812F-415F5C8CC369}">
      <dgm:prSet/>
      <dgm:spPr/>
      <dgm:t>
        <a:bodyPr/>
        <a:lstStyle/>
        <a:p>
          <a:endParaRPr lang="en-US"/>
        </a:p>
      </dgm:t>
    </dgm:pt>
    <dgm:pt modelId="{9C2EC279-6734-4278-95A4-F12EF6AF334F}">
      <dgm:prSet custT="1"/>
      <dgm:spPr/>
      <dgm:t>
        <a:bodyPr/>
        <a:lstStyle/>
        <a:p>
          <a:pPr rtl="0"/>
          <a:r>
            <a:rPr lang="it-IT" sz="2400" dirty="0">
              <a:latin typeface="Bierstadt"/>
            </a:rPr>
            <a:t>Identifica</a:t>
          </a:r>
          <a:r>
            <a:rPr lang="it-IT" sz="2400" dirty="0"/>
            <a:t> i processi </a:t>
          </a:r>
          <a:r>
            <a:rPr lang="it-IT" sz="2400" dirty="0">
              <a:latin typeface="Bierstadt"/>
            </a:rPr>
            <a:t>non attivi</a:t>
          </a:r>
          <a:endParaRPr lang="en-US" sz="2400" dirty="0"/>
        </a:p>
      </dgm:t>
    </dgm:pt>
    <dgm:pt modelId="{673E614F-8A79-43C7-B777-87CFD482601B}" type="parTrans" cxnId="{51800C45-5B1B-46D4-AA91-EC3775E2806A}">
      <dgm:prSet/>
      <dgm:spPr/>
      <dgm:t>
        <a:bodyPr/>
        <a:lstStyle/>
        <a:p>
          <a:endParaRPr lang="en-US"/>
        </a:p>
      </dgm:t>
    </dgm:pt>
    <dgm:pt modelId="{A4803594-6048-443A-87D1-BF1BB1FBB7D3}" type="sibTrans" cxnId="{51800C45-5B1B-46D4-AA91-EC3775E2806A}">
      <dgm:prSet/>
      <dgm:spPr/>
      <dgm:t>
        <a:bodyPr/>
        <a:lstStyle/>
        <a:p>
          <a:endParaRPr lang="en-US"/>
        </a:p>
      </dgm:t>
    </dgm:pt>
    <dgm:pt modelId="{D9B9F776-01CE-43E0-82D7-B7EE64643924}">
      <dgm:prSet custT="1"/>
      <dgm:spPr/>
      <dgm:t>
        <a:bodyPr/>
        <a:lstStyle/>
        <a:p>
          <a:pPr rtl="0"/>
          <a:r>
            <a:rPr lang="it-IT" sz="2400" dirty="0"/>
            <a:t>Salvare i</a:t>
          </a:r>
          <a:r>
            <a:rPr lang="it-IT" sz="2400" dirty="0">
              <a:latin typeface="Bierstadt"/>
            </a:rPr>
            <a:t> </a:t>
          </a:r>
          <a:r>
            <a:rPr lang="it-IT" sz="2400" dirty="0"/>
            <a:t> dati sulla memoria temporanea </a:t>
          </a:r>
          <a:endParaRPr lang="en-US" sz="2400" dirty="0"/>
        </a:p>
      </dgm:t>
    </dgm:pt>
    <dgm:pt modelId="{13331A15-DE89-4D74-AE25-121B3B05998D}" type="parTrans" cxnId="{9A19D836-0CE5-4938-B22E-4B2E4E89537C}">
      <dgm:prSet/>
      <dgm:spPr/>
      <dgm:t>
        <a:bodyPr/>
        <a:lstStyle/>
        <a:p>
          <a:endParaRPr lang="en-US"/>
        </a:p>
      </dgm:t>
    </dgm:pt>
    <dgm:pt modelId="{D1B91E5B-BD22-474D-A463-A4ECC025D276}" type="sibTrans" cxnId="{9A19D836-0CE5-4938-B22E-4B2E4E89537C}">
      <dgm:prSet/>
      <dgm:spPr/>
      <dgm:t>
        <a:bodyPr/>
        <a:lstStyle/>
        <a:p>
          <a:endParaRPr lang="en-US"/>
        </a:p>
      </dgm:t>
    </dgm:pt>
    <dgm:pt modelId="{13A8883F-F297-4A28-9D31-31FBABE5C0FF}">
      <dgm:prSet custT="1"/>
      <dgm:spPr/>
      <dgm:t>
        <a:bodyPr/>
        <a:lstStyle/>
        <a:p>
          <a:pPr rtl="0"/>
          <a:r>
            <a:rPr lang="it-IT" sz="2400" dirty="0"/>
            <a:t>Scaricamento </a:t>
          </a:r>
          <a:r>
            <a:rPr lang="it-IT" sz="2400" dirty="0">
              <a:latin typeface="Bierstadt"/>
            </a:rPr>
            <a:t>dei dati</a:t>
          </a:r>
          <a:endParaRPr lang="en-US" sz="2400" dirty="0"/>
        </a:p>
      </dgm:t>
    </dgm:pt>
    <dgm:pt modelId="{7689CE9F-50B7-4271-8671-3C6B4B061BEA}" type="parTrans" cxnId="{3BC174A4-BF62-46D2-9FC2-967681080BA5}">
      <dgm:prSet/>
      <dgm:spPr/>
      <dgm:t>
        <a:bodyPr/>
        <a:lstStyle/>
        <a:p>
          <a:endParaRPr lang="en-US"/>
        </a:p>
      </dgm:t>
    </dgm:pt>
    <dgm:pt modelId="{0F10057E-BC34-4821-A9D1-4D76318F0C14}" type="sibTrans" cxnId="{3BC174A4-BF62-46D2-9FC2-967681080BA5}">
      <dgm:prSet/>
      <dgm:spPr/>
      <dgm:t>
        <a:bodyPr/>
        <a:lstStyle/>
        <a:p>
          <a:endParaRPr lang="en-US"/>
        </a:p>
      </dgm:t>
    </dgm:pt>
    <dgm:pt modelId="{D50D0C30-A740-4172-96D9-27696AA7D506}">
      <dgm:prSet custT="1"/>
      <dgm:spPr/>
      <dgm:t>
        <a:bodyPr/>
        <a:lstStyle/>
        <a:p>
          <a:pPr rtl="0"/>
          <a:r>
            <a:rPr lang="it-IT" sz="2400" dirty="0"/>
            <a:t>Caricamento</a:t>
          </a:r>
          <a:r>
            <a:rPr lang="it-IT" sz="2400" dirty="0">
              <a:latin typeface="Bierstadt"/>
            </a:rPr>
            <a:t> sulla memoria</a:t>
          </a:r>
          <a:endParaRPr lang="en-US" sz="2400" dirty="0"/>
        </a:p>
      </dgm:t>
    </dgm:pt>
    <dgm:pt modelId="{C2CB8DC1-125B-4511-8D31-4BCA17F8F53A}" type="parTrans" cxnId="{E8C87FF1-9EC1-4653-90D2-446B1F8A54A1}">
      <dgm:prSet/>
      <dgm:spPr/>
      <dgm:t>
        <a:bodyPr/>
        <a:lstStyle/>
        <a:p>
          <a:endParaRPr lang="en-US"/>
        </a:p>
      </dgm:t>
    </dgm:pt>
    <dgm:pt modelId="{7879EC44-9090-4347-8115-97693E3A6D6E}" type="sibTrans" cxnId="{E8C87FF1-9EC1-4653-90D2-446B1F8A54A1}">
      <dgm:prSet/>
      <dgm:spPr/>
      <dgm:t>
        <a:bodyPr/>
        <a:lstStyle/>
        <a:p>
          <a:endParaRPr lang="en-US"/>
        </a:p>
      </dgm:t>
    </dgm:pt>
    <dgm:pt modelId="{0E44CA8C-E204-4653-BF5D-8074BCC7A101}">
      <dgm:prSet custT="1"/>
      <dgm:spPr/>
      <dgm:t>
        <a:bodyPr/>
        <a:lstStyle/>
        <a:p>
          <a:r>
            <a:rPr lang="it-IT" sz="2800" dirty="0"/>
            <a:t>Caricamento dinamico </a:t>
          </a:r>
          <a:endParaRPr lang="en-US" sz="2800" dirty="0"/>
        </a:p>
      </dgm:t>
    </dgm:pt>
    <dgm:pt modelId="{56E5CEFE-E94B-4E4D-92AA-859E92625DA7}" type="parTrans" cxnId="{CE95B9B6-E2C8-43E4-82CD-A1B46AE5A181}">
      <dgm:prSet/>
      <dgm:spPr/>
      <dgm:t>
        <a:bodyPr/>
        <a:lstStyle/>
        <a:p>
          <a:endParaRPr lang="en-US"/>
        </a:p>
      </dgm:t>
    </dgm:pt>
    <dgm:pt modelId="{4E11B6F4-4660-46A8-8236-4F19235B2444}" type="sibTrans" cxnId="{CE95B9B6-E2C8-43E4-82CD-A1B46AE5A181}">
      <dgm:prSet/>
      <dgm:spPr/>
      <dgm:t>
        <a:bodyPr/>
        <a:lstStyle/>
        <a:p>
          <a:endParaRPr lang="en-US"/>
        </a:p>
      </dgm:t>
    </dgm:pt>
    <dgm:pt modelId="{F776A627-63E1-4BD1-9A21-BA64887D1687}">
      <dgm:prSet custT="1"/>
      <dgm:spPr/>
      <dgm:t>
        <a:bodyPr/>
        <a:lstStyle/>
        <a:p>
          <a:r>
            <a:rPr lang="it-IT" sz="2800" dirty="0"/>
            <a:t>Overlay </a:t>
          </a:r>
          <a:endParaRPr lang="en-US" sz="2800" dirty="0"/>
        </a:p>
      </dgm:t>
    </dgm:pt>
    <dgm:pt modelId="{E915AC0D-4B29-4700-83EF-8DBA716A61B3}" type="parTrans" cxnId="{09F6132C-6543-47A2-A2C7-33A01FEE8381}">
      <dgm:prSet/>
      <dgm:spPr/>
      <dgm:t>
        <a:bodyPr/>
        <a:lstStyle/>
        <a:p>
          <a:endParaRPr lang="en-US"/>
        </a:p>
      </dgm:t>
    </dgm:pt>
    <dgm:pt modelId="{E049A47F-FA62-4171-B6A2-603983FE7DD8}" type="sibTrans" cxnId="{09F6132C-6543-47A2-A2C7-33A01FEE8381}">
      <dgm:prSet/>
      <dgm:spPr/>
      <dgm:t>
        <a:bodyPr/>
        <a:lstStyle/>
        <a:p>
          <a:endParaRPr lang="en-US"/>
        </a:p>
      </dgm:t>
    </dgm:pt>
    <dgm:pt modelId="{F08B1B7B-2639-4694-92AB-B7B3F6DDE7AE}">
      <dgm:prSet custT="1"/>
      <dgm:spPr/>
      <dgm:t>
        <a:bodyPr/>
        <a:lstStyle/>
        <a:p>
          <a:r>
            <a:rPr lang="it-IT" sz="2800" dirty="0"/>
            <a:t>Partizionamento </a:t>
          </a:r>
          <a:endParaRPr lang="en-US" sz="2800" dirty="0"/>
        </a:p>
      </dgm:t>
    </dgm:pt>
    <dgm:pt modelId="{6527701D-434C-4552-887F-9ABFCE14B5A8}" type="parTrans" cxnId="{1E6052EA-F798-48A6-9D27-D3C7EB7A35B9}">
      <dgm:prSet/>
      <dgm:spPr/>
      <dgm:t>
        <a:bodyPr/>
        <a:lstStyle/>
        <a:p>
          <a:endParaRPr lang="en-US"/>
        </a:p>
      </dgm:t>
    </dgm:pt>
    <dgm:pt modelId="{5903C695-7168-42DB-A3B5-FD808C76A6BB}" type="sibTrans" cxnId="{1E6052EA-F798-48A6-9D27-D3C7EB7A35B9}">
      <dgm:prSet/>
      <dgm:spPr/>
      <dgm:t>
        <a:bodyPr/>
        <a:lstStyle/>
        <a:p>
          <a:endParaRPr lang="en-US"/>
        </a:p>
      </dgm:t>
    </dgm:pt>
    <dgm:pt modelId="{72157D10-D322-4933-AEE7-8AE13651A8BC}" type="pres">
      <dgm:prSet presAssocID="{FA87F288-5BB6-4930-80B1-15FD2210205F}" presName="linear" presStyleCnt="0">
        <dgm:presLayoutVars>
          <dgm:animLvl val="lvl"/>
          <dgm:resizeHandles val="exact"/>
        </dgm:presLayoutVars>
      </dgm:prSet>
      <dgm:spPr/>
    </dgm:pt>
    <dgm:pt modelId="{578683AB-EC6B-43B5-9D6C-067A24EAE6AF}" type="pres">
      <dgm:prSet presAssocID="{6FD80CE3-BC9D-4C02-A834-393595125C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DA8B8C-7F1D-4C26-B733-923A899DE51A}" type="pres">
      <dgm:prSet presAssocID="{6FD80CE3-BC9D-4C02-A834-393595125CD2}" presName="childText" presStyleLbl="revTx" presStyleIdx="0" presStyleCnt="1">
        <dgm:presLayoutVars>
          <dgm:bulletEnabled val="1"/>
        </dgm:presLayoutVars>
      </dgm:prSet>
      <dgm:spPr/>
    </dgm:pt>
    <dgm:pt modelId="{89CD7900-5079-4FDE-9722-09D8A56D55FE}" type="pres">
      <dgm:prSet presAssocID="{0E44CA8C-E204-4653-BF5D-8074BCC7A1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C72574-DEE8-43BA-85AD-34EC0B6B30DB}" type="pres">
      <dgm:prSet presAssocID="{4E11B6F4-4660-46A8-8236-4F19235B2444}" presName="spacer" presStyleCnt="0"/>
      <dgm:spPr/>
    </dgm:pt>
    <dgm:pt modelId="{E4E945DD-255D-4E24-850F-8452A6FD81B9}" type="pres">
      <dgm:prSet presAssocID="{F776A627-63E1-4BD1-9A21-BA64887D16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385C8E-8E16-4D66-B1E9-D2FE2D6E10B6}" type="pres">
      <dgm:prSet presAssocID="{E049A47F-FA62-4171-B6A2-603983FE7DD8}" presName="spacer" presStyleCnt="0"/>
      <dgm:spPr/>
    </dgm:pt>
    <dgm:pt modelId="{79C1237A-970E-4693-A2C9-6D9FFD10326C}" type="pres">
      <dgm:prSet presAssocID="{F08B1B7B-2639-4694-92AB-B7B3F6DDE7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73B91E-69D7-40A4-9F5D-237880F93316}" type="presOf" srcId="{FA87F288-5BB6-4930-80B1-15FD2210205F}" destId="{72157D10-D322-4933-AEE7-8AE13651A8BC}" srcOrd="0" destOrd="0" presId="urn:microsoft.com/office/officeart/2005/8/layout/vList2"/>
    <dgm:cxn modelId="{938B402B-F4BD-4146-9AE1-9318CCCDDCD6}" type="presOf" srcId="{6FD80CE3-BC9D-4C02-A834-393595125CD2}" destId="{578683AB-EC6B-43B5-9D6C-067A24EAE6AF}" srcOrd="0" destOrd="0" presId="urn:microsoft.com/office/officeart/2005/8/layout/vList2"/>
    <dgm:cxn modelId="{09F6132C-6543-47A2-A2C7-33A01FEE8381}" srcId="{FA87F288-5BB6-4930-80B1-15FD2210205F}" destId="{F776A627-63E1-4BD1-9A21-BA64887D1687}" srcOrd="2" destOrd="0" parTransId="{E915AC0D-4B29-4700-83EF-8DBA716A61B3}" sibTransId="{E049A47F-FA62-4171-B6A2-603983FE7DD8}"/>
    <dgm:cxn modelId="{7F39BB30-1493-48EB-9721-9CFD0EC0BCA5}" type="presOf" srcId="{D50D0C30-A740-4172-96D9-27696AA7D506}" destId="{6DDA8B8C-7F1D-4C26-B733-923A899DE51A}" srcOrd="0" destOrd="3" presId="urn:microsoft.com/office/officeart/2005/8/layout/vList2"/>
    <dgm:cxn modelId="{9A19D836-0CE5-4938-B22E-4B2E4E89537C}" srcId="{6FD80CE3-BC9D-4C02-A834-393595125CD2}" destId="{D9B9F776-01CE-43E0-82D7-B7EE64643924}" srcOrd="1" destOrd="0" parTransId="{13331A15-DE89-4D74-AE25-121B3B05998D}" sibTransId="{D1B91E5B-BD22-474D-A463-A4ECC025D276}"/>
    <dgm:cxn modelId="{F917CD64-0C05-4EC8-B574-F2013A22C327}" type="presOf" srcId="{13A8883F-F297-4A28-9D31-31FBABE5C0FF}" destId="{6DDA8B8C-7F1D-4C26-B733-923A899DE51A}" srcOrd="0" destOrd="2" presId="urn:microsoft.com/office/officeart/2005/8/layout/vList2"/>
    <dgm:cxn modelId="{51800C45-5B1B-46D4-AA91-EC3775E2806A}" srcId="{6FD80CE3-BC9D-4C02-A834-393595125CD2}" destId="{9C2EC279-6734-4278-95A4-F12EF6AF334F}" srcOrd="0" destOrd="0" parTransId="{673E614F-8A79-43C7-B777-87CFD482601B}" sibTransId="{A4803594-6048-443A-87D1-BF1BB1FBB7D3}"/>
    <dgm:cxn modelId="{3C41F67F-3C02-4F80-812F-415F5C8CC369}" srcId="{FA87F288-5BB6-4930-80B1-15FD2210205F}" destId="{6FD80CE3-BC9D-4C02-A834-393595125CD2}" srcOrd="0" destOrd="0" parTransId="{6E168BCC-8E45-4378-8FB1-9063D2BA67EF}" sibTransId="{24B38031-CE47-48C0-A4D0-8EE4F4C4E7FC}"/>
    <dgm:cxn modelId="{3BC174A4-BF62-46D2-9FC2-967681080BA5}" srcId="{6FD80CE3-BC9D-4C02-A834-393595125CD2}" destId="{13A8883F-F297-4A28-9D31-31FBABE5C0FF}" srcOrd="2" destOrd="0" parTransId="{7689CE9F-50B7-4271-8671-3C6B4B061BEA}" sibTransId="{0F10057E-BC34-4821-A9D1-4D76318F0C14}"/>
    <dgm:cxn modelId="{4302C0AD-F943-4C47-9DDF-918BFCDD7745}" type="presOf" srcId="{F776A627-63E1-4BD1-9A21-BA64887D1687}" destId="{E4E945DD-255D-4E24-850F-8452A6FD81B9}" srcOrd="0" destOrd="0" presId="urn:microsoft.com/office/officeart/2005/8/layout/vList2"/>
    <dgm:cxn modelId="{CE95B9B6-E2C8-43E4-82CD-A1B46AE5A181}" srcId="{FA87F288-5BB6-4930-80B1-15FD2210205F}" destId="{0E44CA8C-E204-4653-BF5D-8074BCC7A101}" srcOrd="1" destOrd="0" parTransId="{56E5CEFE-E94B-4E4D-92AA-859E92625DA7}" sibTransId="{4E11B6F4-4660-46A8-8236-4F19235B2444}"/>
    <dgm:cxn modelId="{FE01F7B6-5E79-45BA-823E-9834FBD0A9EE}" type="presOf" srcId="{9C2EC279-6734-4278-95A4-F12EF6AF334F}" destId="{6DDA8B8C-7F1D-4C26-B733-923A899DE51A}" srcOrd="0" destOrd="0" presId="urn:microsoft.com/office/officeart/2005/8/layout/vList2"/>
    <dgm:cxn modelId="{3CF071D7-231A-402A-9F76-D6494E0D9EDC}" type="presOf" srcId="{F08B1B7B-2639-4694-92AB-B7B3F6DDE7AE}" destId="{79C1237A-970E-4693-A2C9-6D9FFD10326C}" srcOrd="0" destOrd="0" presId="urn:microsoft.com/office/officeart/2005/8/layout/vList2"/>
    <dgm:cxn modelId="{D9681FD9-C655-4769-9D2B-39C6939D9DF1}" type="presOf" srcId="{0E44CA8C-E204-4653-BF5D-8074BCC7A101}" destId="{89CD7900-5079-4FDE-9722-09D8A56D55FE}" srcOrd="0" destOrd="0" presId="urn:microsoft.com/office/officeart/2005/8/layout/vList2"/>
    <dgm:cxn modelId="{8809A0E0-D7F1-427A-A1D0-8E5997729B01}" type="presOf" srcId="{D9B9F776-01CE-43E0-82D7-B7EE64643924}" destId="{6DDA8B8C-7F1D-4C26-B733-923A899DE51A}" srcOrd="0" destOrd="1" presId="urn:microsoft.com/office/officeart/2005/8/layout/vList2"/>
    <dgm:cxn modelId="{1E6052EA-F798-48A6-9D27-D3C7EB7A35B9}" srcId="{FA87F288-5BB6-4930-80B1-15FD2210205F}" destId="{F08B1B7B-2639-4694-92AB-B7B3F6DDE7AE}" srcOrd="3" destOrd="0" parTransId="{6527701D-434C-4552-887F-9ABFCE14B5A8}" sibTransId="{5903C695-7168-42DB-A3B5-FD808C76A6BB}"/>
    <dgm:cxn modelId="{E8C87FF1-9EC1-4653-90D2-446B1F8A54A1}" srcId="{6FD80CE3-BC9D-4C02-A834-393595125CD2}" destId="{D50D0C30-A740-4172-96D9-27696AA7D506}" srcOrd="3" destOrd="0" parTransId="{C2CB8DC1-125B-4511-8D31-4BCA17F8F53A}" sibTransId="{7879EC44-9090-4347-8115-97693E3A6D6E}"/>
    <dgm:cxn modelId="{62F3AA97-0040-468D-8875-4E69CBE3AD9E}" type="presParOf" srcId="{72157D10-D322-4933-AEE7-8AE13651A8BC}" destId="{578683AB-EC6B-43B5-9D6C-067A24EAE6AF}" srcOrd="0" destOrd="0" presId="urn:microsoft.com/office/officeart/2005/8/layout/vList2"/>
    <dgm:cxn modelId="{250C396E-D275-4E9A-842E-D60B17657125}" type="presParOf" srcId="{72157D10-D322-4933-AEE7-8AE13651A8BC}" destId="{6DDA8B8C-7F1D-4C26-B733-923A899DE51A}" srcOrd="1" destOrd="0" presId="urn:microsoft.com/office/officeart/2005/8/layout/vList2"/>
    <dgm:cxn modelId="{09340123-A2B6-4E3F-82D1-D53995E2DC33}" type="presParOf" srcId="{72157D10-D322-4933-AEE7-8AE13651A8BC}" destId="{89CD7900-5079-4FDE-9722-09D8A56D55FE}" srcOrd="2" destOrd="0" presId="urn:microsoft.com/office/officeart/2005/8/layout/vList2"/>
    <dgm:cxn modelId="{6DB5C815-9D2F-45DF-9085-F9680E0894D0}" type="presParOf" srcId="{72157D10-D322-4933-AEE7-8AE13651A8BC}" destId="{26C72574-DEE8-43BA-85AD-34EC0B6B30DB}" srcOrd="3" destOrd="0" presId="urn:microsoft.com/office/officeart/2005/8/layout/vList2"/>
    <dgm:cxn modelId="{C643A6BF-96E8-450C-96AB-72C369525B62}" type="presParOf" srcId="{72157D10-D322-4933-AEE7-8AE13651A8BC}" destId="{E4E945DD-255D-4E24-850F-8452A6FD81B9}" srcOrd="4" destOrd="0" presId="urn:microsoft.com/office/officeart/2005/8/layout/vList2"/>
    <dgm:cxn modelId="{9DF22F92-8CDC-427E-990E-4575DB93ED40}" type="presParOf" srcId="{72157D10-D322-4933-AEE7-8AE13651A8BC}" destId="{A1385C8E-8E16-4D66-B1E9-D2FE2D6E10B6}" srcOrd="5" destOrd="0" presId="urn:microsoft.com/office/officeart/2005/8/layout/vList2"/>
    <dgm:cxn modelId="{8D76944F-34D8-4D6B-B8C1-3EE049D0AF01}" type="presParOf" srcId="{72157D10-D322-4933-AEE7-8AE13651A8BC}" destId="{79C1237A-970E-4693-A2C9-6D9FFD1032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B834F-6E40-4D33-9B6B-03189CA57F16}">
      <dsp:nvSpPr>
        <dsp:cNvPr id="0" name=""/>
        <dsp:cNvSpPr/>
      </dsp:nvSpPr>
      <dsp:spPr>
        <a:xfrm>
          <a:off x="4153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4F405-5732-4019-A7CD-BC182E13F6ED}">
      <dsp:nvSpPr>
        <dsp:cNvPr id="0" name=""/>
        <dsp:cNvSpPr/>
      </dsp:nvSpPr>
      <dsp:spPr>
        <a:xfrm>
          <a:off x="106435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>
              <a:ea typeface="+mn-ea"/>
              <a:cs typeface="+mn-cs"/>
            </a:rPr>
            <a:t>Memorie</a:t>
          </a:r>
          <a:endParaRPr lang="en-US" sz="800" kern="1200">
            <a:ea typeface="+mn-ea"/>
            <a:cs typeface="+mn-cs"/>
          </a:endParaRPr>
        </a:p>
      </dsp:txBody>
      <dsp:txXfrm>
        <a:off x="123555" y="1657004"/>
        <a:ext cx="886290" cy="550296"/>
      </dsp:txXfrm>
    </dsp:sp>
    <dsp:sp modelId="{2D22E9BC-F3BC-4AE3-A434-75F34E05AB8E}">
      <dsp:nvSpPr>
        <dsp:cNvPr id="0" name=""/>
        <dsp:cNvSpPr/>
      </dsp:nvSpPr>
      <dsp:spPr>
        <a:xfrm>
          <a:off x="1129246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F93DE-FB7F-4777-9A48-C8F8B902D2E8}">
      <dsp:nvSpPr>
        <dsp:cNvPr id="0" name=""/>
        <dsp:cNvSpPr/>
      </dsp:nvSpPr>
      <dsp:spPr>
        <a:xfrm>
          <a:off x="1231527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>
              <a:ea typeface="+mn-ea"/>
              <a:cs typeface="+mn-cs"/>
            </a:rPr>
            <a:t>Caricamento del programma</a:t>
          </a:r>
          <a:endParaRPr lang="en-US" sz="800" kern="1200">
            <a:ea typeface="+mn-ea"/>
            <a:cs typeface="+mn-cs"/>
          </a:endParaRPr>
        </a:p>
      </dsp:txBody>
      <dsp:txXfrm>
        <a:off x="1248647" y="1657004"/>
        <a:ext cx="886290" cy="550296"/>
      </dsp:txXfrm>
    </dsp:sp>
    <dsp:sp modelId="{DFC6AA25-4BA3-4E6A-BE74-0C88D4BE4353}">
      <dsp:nvSpPr>
        <dsp:cNvPr id="0" name=""/>
        <dsp:cNvSpPr/>
      </dsp:nvSpPr>
      <dsp:spPr>
        <a:xfrm>
          <a:off x="2254338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EE15F-0074-4EA4-AA32-6EAA67D41C8F}">
      <dsp:nvSpPr>
        <dsp:cNvPr id="0" name=""/>
        <dsp:cNvSpPr/>
      </dsp:nvSpPr>
      <dsp:spPr>
        <a:xfrm>
          <a:off x="2356619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>
              <a:ea typeface="+mn-ea"/>
              <a:cs typeface="+mn-cs"/>
            </a:rPr>
            <a:t>Rilocazione statica e dinamica</a:t>
          </a:r>
          <a:endParaRPr lang="en-US" sz="800" kern="1200">
            <a:ea typeface="+mn-ea"/>
            <a:cs typeface="+mn-cs"/>
          </a:endParaRPr>
        </a:p>
      </dsp:txBody>
      <dsp:txXfrm>
        <a:off x="2373739" y="1657004"/>
        <a:ext cx="886290" cy="550296"/>
      </dsp:txXfrm>
    </dsp:sp>
    <dsp:sp modelId="{0F6CE288-59E3-4873-A203-39A7CAB4D391}">
      <dsp:nvSpPr>
        <dsp:cNvPr id="0" name=""/>
        <dsp:cNvSpPr/>
      </dsp:nvSpPr>
      <dsp:spPr>
        <a:xfrm>
          <a:off x="3379430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46831-662A-4BB1-BD53-AC3D57003F53}">
      <dsp:nvSpPr>
        <dsp:cNvPr id="0" name=""/>
        <dsp:cNvSpPr/>
      </dsp:nvSpPr>
      <dsp:spPr>
        <a:xfrm>
          <a:off x="3481712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>
              <a:ea typeface="+mn-ea"/>
              <a:cs typeface="+mn-cs"/>
            </a:rPr>
            <a:t>Binding e linking</a:t>
          </a:r>
          <a:endParaRPr lang="en-US" sz="800" kern="1200">
            <a:ea typeface="+mn-ea"/>
            <a:cs typeface="+mn-cs"/>
          </a:endParaRPr>
        </a:p>
      </dsp:txBody>
      <dsp:txXfrm>
        <a:off x="3498832" y="1657004"/>
        <a:ext cx="886290" cy="550296"/>
      </dsp:txXfrm>
    </dsp:sp>
    <dsp:sp modelId="{D67A6212-DBD8-4FBD-A9DD-78CDAA486441}">
      <dsp:nvSpPr>
        <dsp:cNvPr id="0" name=""/>
        <dsp:cNvSpPr/>
      </dsp:nvSpPr>
      <dsp:spPr>
        <a:xfrm>
          <a:off x="4504523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C1ABB-F8B5-49BA-874A-024650333159}">
      <dsp:nvSpPr>
        <dsp:cNvPr id="0" name=""/>
        <dsp:cNvSpPr/>
      </dsp:nvSpPr>
      <dsp:spPr>
        <a:xfrm>
          <a:off x="4606804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 dirty="0">
              <a:latin typeface="Bierstadt"/>
              <a:ea typeface="+mn-ea"/>
              <a:cs typeface="+mn-cs"/>
            </a:rPr>
            <a:t>Loading</a:t>
          </a:r>
        </a:p>
      </dsp:txBody>
      <dsp:txXfrm>
        <a:off x="4623924" y="1657004"/>
        <a:ext cx="886290" cy="550296"/>
      </dsp:txXfrm>
    </dsp:sp>
    <dsp:sp modelId="{A29559A0-CBAA-496E-8287-DCE0B101CB43}">
      <dsp:nvSpPr>
        <dsp:cNvPr id="0" name=""/>
        <dsp:cNvSpPr/>
      </dsp:nvSpPr>
      <dsp:spPr>
        <a:xfrm>
          <a:off x="5629615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2A9C5-38E9-44C6-BDBA-9C2EDD82A4BE}">
      <dsp:nvSpPr>
        <dsp:cNvPr id="0" name=""/>
        <dsp:cNvSpPr/>
      </dsp:nvSpPr>
      <dsp:spPr>
        <a:xfrm>
          <a:off x="5731896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 dirty="0">
              <a:latin typeface="Bierstadt"/>
              <a:ea typeface="+mn-ea"/>
              <a:cs typeface="+mn-cs"/>
            </a:rPr>
            <a:t>Utilizzo della memoria</a:t>
          </a:r>
        </a:p>
      </dsp:txBody>
      <dsp:txXfrm>
        <a:off x="5749016" y="1657004"/>
        <a:ext cx="886290" cy="550296"/>
      </dsp:txXfrm>
    </dsp:sp>
    <dsp:sp modelId="{7312660F-D5B0-4880-A776-66A13C9D4DB2}">
      <dsp:nvSpPr>
        <dsp:cNvPr id="0" name=""/>
        <dsp:cNvSpPr/>
      </dsp:nvSpPr>
      <dsp:spPr>
        <a:xfrm>
          <a:off x="6754707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1C491-1885-4D90-9F36-5352321D6F30}">
      <dsp:nvSpPr>
        <dsp:cNvPr id="0" name=""/>
        <dsp:cNvSpPr/>
      </dsp:nvSpPr>
      <dsp:spPr>
        <a:xfrm>
          <a:off x="6856989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 dirty="0">
              <a:latin typeface="Bierstadt"/>
              <a:ea typeface="+mn-ea"/>
              <a:cs typeface="+mn-cs"/>
            </a:rPr>
            <a:t>Tecniche di allocazione</a:t>
          </a:r>
        </a:p>
      </dsp:txBody>
      <dsp:txXfrm>
        <a:off x="6874109" y="1657004"/>
        <a:ext cx="886290" cy="550296"/>
      </dsp:txXfrm>
    </dsp:sp>
    <dsp:sp modelId="{4327D172-56C1-456D-970D-D3997784F0B5}">
      <dsp:nvSpPr>
        <dsp:cNvPr id="0" name=""/>
        <dsp:cNvSpPr/>
      </dsp:nvSpPr>
      <dsp:spPr>
        <a:xfrm>
          <a:off x="7879800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9CA2C-D620-4D8E-AB48-AE7230B88DC8}">
      <dsp:nvSpPr>
        <dsp:cNvPr id="0" name=""/>
        <dsp:cNvSpPr/>
      </dsp:nvSpPr>
      <dsp:spPr>
        <a:xfrm>
          <a:off x="7982081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 dirty="0">
              <a:latin typeface="Bierstadt"/>
              <a:ea typeface="+mn-ea"/>
              <a:cs typeface="+mn-cs"/>
            </a:rPr>
            <a:t>Partizionamento</a:t>
          </a:r>
        </a:p>
      </dsp:txBody>
      <dsp:txXfrm>
        <a:off x="7999201" y="1657004"/>
        <a:ext cx="886290" cy="550296"/>
      </dsp:txXfrm>
    </dsp:sp>
    <dsp:sp modelId="{D8CAC00D-364A-43A2-86A3-B8B9C95F318D}">
      <dsp:nvSpPr>
        <dsp:cNvPr id="0" name=""/>
        <dsp:cNvSpPr/>
      </dsp:nvSpPr>
      <dsp:spPr>
        <a:xfrm>
          <a:off x="9004892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B346D-4966-4C02-A934-AB04A3508D39}">
      <dsp:nvSpPr>
        <dsp:cNvPr id="0" name=""/>
        <dsp:cNvSpPr/>
      </dsp:nvSpPr>
      <dsp:spPr>
        <a:xfrm>
          <a:off x="9107173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 dirty="0" err="1">
              <a:latin typeface="Bierstadt"/>
              <a:ea typeface="+mn-ea"/>
              <a:cs typeface="+mn-cs"/>
            </a:rPr>
            <a:t>Frammentazio</a:t>
          </a:r>
          <a:r>
            <a:rPr lang="it-IT" sz="800" kern="1200" dirty="0">
              <a:latin typeface="Bierstadt"/>
              <a:ea typeface="+mn-ea"/>
              <a:cs typeface="+mn-cs"/>
            </a:rPr>
            <a:t>ne interna ed esterna</a:t>
          </a:r>
        </a:p>
      </dsp:txBody>
      <dsp:txXfrm>
        <a:off x="9124293" y="1657004"/>
        <a:ext cx="886290" cy="550296"/>
      </dsp:txXfrm>
    </dsp:sp>
    <dsp:sp modelId="{A89D85E7-6E6B-4DB6-A943-1C93DA9B450B}">
      <dsp:nvSpPr>
        <dsp:cNvPr id="0" name=""/>
        <dsp:cNvSpPr/>
      </dsp:nvSpPr>
      <dsp:spPr>
        <a:xfrm>
          <a:off x="10129984" y="1542717"/>
          <a:ext cx="920530" cy="5845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8D9DA-3125-4CE2-9125-140D6D79AA7D}">
      <dsp:nvSpPr>
        <dsp:cNvPr id="0" name=""/>
        <dsp:cNvSpPr/>
      </dsp:nvSpPr>
      <dsp:spPr>
        <a:xfrm>
          <a:off x="10232266" y="1639884"/>
          <a:ext cx="920530" cy="5845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kern="1200" dirty="0">
              <a:latin typeface="Bierstadt"/>
              <a:ea typeface="+mn-ea"/>
              <a:cs typeface="+mn-cs"/>
            </a:rPr>
            <a:t>Schema a partizione variabile o dinamico</a:t>
          </a:r>
        </a:p>
      </dsp:txBody>
      <dsp:txXfrm>
        <a:off x="10249386" y="1657004"/>
        <a:ext cx="886290" cy="5502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BDEA6-D457-4619-A48B-CA1DC52EC965}">
      <dsp:nvSpPr>
        <dsp:cNvPr id="0" name=""/>
        <dsp:cNvSpPr/>
      </dsp:nvSpPr>
      <dsp:spPr>
        <a:xfrm>
          <a:off x="629663" y="1749"/>
          <a:ext cx="866390" cy="86639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9A1C6-7E60-4B08-97AF-379A2DB5A5C4}">
      <dsp:nvSpPr>
        <dsp:cNvPr id="0" name=""/>
        <dsp:cNvSpPr/>
      </dsp:nvSpPr>
      <dsp:spPr>
        <a:xfrm>
          <a:off x="814304" y="186390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11E29-DDE8-46A3-B429-2D49E415CA4F}">
      <dsp:nvSpPr>
        <dsp:cNvPr id="0" name=""/>
        <dsp:cNvSpPr/>
      </dsp:nvSpPr>
      <dsp:spPr>
        <a:xfrm>
          <a:off x="352702" y="1137999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800" i="1" kern="1200"/>
            <a:t>Memoria RAM</a:t>
          </a:r>
          <a:endParaRPr lang="en-US" sz="1800" kern="1200"/>
        </a:p>
      </dsp:txBody>
      <dsp:txXfrm>
        <a:off x="352702" y="1137999"/>
        <a:ext cx="1420312" cy="568125"/>
      </dsp:txXfrm>
    </dsp:sp>
    <dsp:sp modelId="{99F387ED-0AE5-42B6-BBCB-8881F5DE510A}">
      <dsp:nvSpPr>
        <dsp:cNvPr id="0" name=""/>
        <dsp:cNvSpPr/>
      </dsp:nvSpPr>
      <dsp:spPr>
        <a:xfrm>
          <a:off x="2298531" y="1749"/>
          <a:ext cx="866390" cy="86639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5E7C9-71FB-4276-867D-F34B6935300A}">
      <dsp:nvSpPr>
        <dsp:cNvPr id="0" name=""/>
        <dsp:cNvSpPr/>
      </dsp:nvSpPr>
      <dsp:spPr>
        <a:xfrm>
          <a:off x="2483171" y="186390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CC839-C286-4531-9452-E1B398649DA0}">
      <dsp:nvSpPr>
        <dsp:cNvPr id="0" name=""/>
        <dsp:cNvSpPr/>
      </dsp:nvSpPr>
      <dsp:spPr>
        <a:xfrm>
          <a:off x="2021570" y="1137999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800" i="1" kern="1200"/>
            <a:t>Disco</a:t>
          </a:r>
          <a:endParaRPr lang="en-US" sz="1800" kern="1200"/>
        </a:p>
      </dsp:txBody>
      <dsp:txXfrm>
        <a:off x="2021570" y="1137999"/>
        <a:ext cx="1420312" cy="568125"/>
      </dsp:txXfrm>
    </dsp:sp>
    <dsp:sp modelId="{2600E12E-10BA-4D2D-A06D-AE5485403B9F}">
      <dsp:nvSpPr>
        <dsp:cNvPr id="0" name=""/>
        <dsp:cNvSpPr/>
      </dsp:nvSpPr>
      <dsp:spPr>
        <a:xfrm>
          <a:off x="3967398" y="1749"/>
          <a:ext cx="866390" cy="86639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C180C5-0461-49D7-B6DB-C1440145976A}">
      <dsp:nvSpPr>
        <dsp:cNvPr id="0" name=""/>
        <dsp:cNvSpPr/>
      </dsp:nvSpPr>
      <dsp:spPr>
        <a:xfrm>
          <a:off x="4152038" y="186390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AE735-22E2-498D-BDC6-2496B3CC159F}">
      <dsp:nvSpPr>
        <dsp:cNvPr id="0" name=""/>
        <dsp:cNvSpPr/>
      </dsp:nvSpPr>
      <dsp:spPr>
        <a:xfrm>
          <a:off x="3690437" y="1137999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800" i="1" kern="1200"/>
            <a:t>Cache</a:t>
          </a:r>
          <a:endParaRPr lang="en-US" sz="1800" kern="1200"/>
        </a:p>
      </dsp:txBody>
      <dsp:txXfrm>
        <a:off x="3690437" y="1137999"/>
        <a:ext cx="1420312" cy="568125"/>
      </dsp:txXfrm>
    </dsp:sp>
    <dsp:sp modelId="{86C1C964-017D-4199-BBD3-123C51AD726D}">
      <dsp:nvSpPr>
        <dsp:cNvPr id="0" name=""/>
        <dsp:cNvSpPr/>
      </dsp:nvSpPr>
      <dsp:spPr>
        <a:xfrm>
          <a:off x="5636265" y="1749"/>
          <a:ext cx="866390" cy="86639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FD371-E4E6-47EB-A9FF-1FAF2CE31751}">
      <dsp:nvSpPr>
        <dsp:cNvPr id="0" name=""/>
        <dsp:cNvSpPr/>
      </dsp:nvSpPr>
      <dsp:spPr>
        <a:xfrm>
          <a:off x="5820906" y="186390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24C77-3132-43F1-A543-55D76106AB34}">
      <dsp:nvSpPr>
        <dsp:cNvPr id="0" name=""/>
        <dsp:cNvSpPr/>
      </dsp:nvSpPr>
      <dsp:spPr>
        <a:xfrm>
          <a:off x="5359304" y="1137999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800" i="1" kern="1200"/>
            <a:t>Registri</a:t>
          </a:r>
          <a:endParaRPr lang="en-US" sz="1800" kern="1200"/>
        </a:p>
      </dsp:txBody>
      <dsp:txXfrm>
        <a:off x="5359304" y="1137999"/>
        <a:ext cx="1420312" cy="568125"/>
      </dsp:txXfrm>
    </dsp:sp>
    <dsp:sp modelId="{65A5CCEC-61CF-447A-8AED-7C582E80AEB9}">
      <dsp:nvSpPr>
        <dsp:cNvPr id="0" name=""/>
        <dsp:cNvSpPr/>
      </dsp:nvSpPr>
      <dsp:spPr>
        <a:xfrm>
          <a:off x="3132964" y="2061203"/>
          <a:ext cx="866390" cy="86639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47B2E-9400-49D3-A902-52B1728232ED}">
      <dsp:nvSpPr>
        <dsp:cNvPr id="0" name=""/>
        <dsp:cNvSpPr/>
      </dsp:nvSpPr>
      <dsp:spPr>
        <a:xfrm>
          <a:off x="3317605" y="2245843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D41D8-BE18-448A-ADB4-0A0611797F11}">
      <dsp:nvSpPr>
        <dsp:cNvPr id="0" name=""/>
        <dsp:cNvSpPr/>
      </dsp:nvSpPr>
      <dsp:spPr>
        <a:xfrm>
          <a:off x="2856003" y="3197453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800" i="1" kern="1200"/>
            <a:t>Nastro</a:t>
          </a:r>
          <a:endParaRPr lang="en-US" sz="1800" kern="1200"/>
        </a:p>
      </dsp:txBody>
      <dsp:txXfrm>
        <a:off x="2856003" y="3197453"/>
        <a:ext cx="1420312" cy="5681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212CB-A9B2-4EDB-B24A-09F00907BD18}">
      <dsp:nvSpPr>
        <dsp:cNvPr id="0" name=""/>
        <dsp:cNvSpPr/>
      </dsp:nvSpPr>
      <dsp:spPr>
        <a:xfrm>
          <a:off x="599159" y="1113335"/>
          <a:ext cx="1852875" cy="1852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CF06E-38A9-4425-B3B7-A1BDA6BAAAC6}">
      <dsp:nvSpPr>
        <dsp:cNvPr id="0" name=""/>
        <dsp:cNvSpPr/>
      </dsp:nvSpPr>
      <dsp:spPr>
        <a:xfrm>
          <a:off x="994034" y="1508210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21901-C7BC-4DB5-B39C-52C8B1823BFE}">
      <dsp:nvSpPr>
        <dsp:cNvPr id="0" name=""/>
        <dsp:cNvSpPr/>
      </dsp:nvSpPr>
      <dsp:spPr>
        <a:xfrm>
          <a:off x="6846" y="3543336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900" kern="1200"/>
            <a:t>Coda di entrata </a:t>
          </a:r>
          <a:endParaRPr lang="en-US" sz="2900" kern="1200"/>
        </a:p>
      </dsp:txBody>
      <dsp:txXfrm>
        <a:off x="6846" y="3543336"/>
        <a:ext cx="3037500" cy="720000"/>
      </dsp:txXfrm>
    </dsp:sp>
    <dsp:sp modelId="{A2E3162E-1E9E-476E-AF30-CFF3E75E3B25}">
      <dsp:nvSpPr>
        <dsp:cNvPr id="0" name=""/>
        <dsp:cNvSpPr/>
      </dsp:nvSpPr>
      <dsp:spPr>
        <a:xfrm>
          <a:off x="4168221" y="1113335"/>
          <a:ext cx="1852875" cy="1852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872485-EFF1-421B-979C-4613B8BCC7C8}">
      <dsp:nvSpPr>
        <dsp:cNvPr id="0" name=""/>
        <dsp:cNvSpPr/>
      </dsp:nvSpPr>
      <dsp:spPr>
        <a:xfrm>
          <a:off x="4563096" y="1508210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633D8-4DA9-4820-AE26-06C361687D81}">
      <dsp:nvSpPr>
        <dsp:cNvPr id="0" name=""/>
        <dsp:cNvSpPr/>
      </dsp:nvSpPr>
      <dsp:spPr>
        <a:xfrm>
          <a:off x="3575909" y="3543336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900" kern="1200"/>
            <a:t>Processi pronti</a:t>
          </a:r>
          <a:endParaRPr lang="en-US" sz="2900" kern="1200"/>
        </a:p>
      </dsp:txBody>
      <dsp:txXfrm>
        <a:off x="3575909" y="3543336"/>
        <a:ext cx="3037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683AB-EC6B-43B5-9D6C-067A24EAE6AF}">
      <dsp:nvSpPr>
        <dsp:cNvPr id="0" name=""/>
        <dsp:cNvSpPr/>
      </dsp:nvSpPr>
      <dsp:spPr>
        <a:xfrm>
          <a:off x="0" y="4025"/>
          <a:ext cx="9792677" cy="637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Swapping composto da:</a:t>
          </a:r>
          <a:endParaRPr lang="en-US" sz="2800" kern="1200" dirty="0"/>
        </a:p>
      </dsp:txBody>
      <dsp:txXfrm>
        <a:off x="31106" y="35131"/>
        <a:ext cx="9730465" cy="574996"/>
      </dsp:txXfrm>
    </dsp:sp>
    <dsp:sp modelId="{6DDA8B8C-7F1D-4C26-B733-923A899DE51A}">
      <dsp:nvSpPr>
        <dsp:cNvPr id="0" name=""/>
        <dsp:cNvSpPr/>
      </dsp:nvSpPr>
      <dsp:spPr>
        <a:xfrm>
          <a:off x="0" y="641234"/>
          <a:ext cx="9792677" cy="151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917" tIns="30480" rIns="170688" bIns="3048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>
              <a:latin typeface="Bierstadt"/>
            </a:rPr>
            <a:t>Identifica</a:t>
          </a:r>
          <a:r>
            <a:rPr lang="it-IT" sz="2400" kern="1200" dirty="0"/>
            <a:t> i processi </a:t>
          </a:r>
          <a:r>
            <a:rPr lang="it-IT" sz="2400" kern="1200" dirty="0">
              <a:latin typeface="Bierstadt"/>
            </a:rPr>
            <a:t>non attivi</a:t>
          </a:r>
          <a:endParaRPr lang="en-US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Salvare i</a:t>
          </a:r>
          <a:r>
            <a:rPr lang="it-IT" sz="2400" kern="1200" dirty="0">
              <a:latin typeface="Bierstadt"/>
            </a:rPr>
            <a:t> </a:t>
          </a:r>
          <a:r>
            <a:rPr lang="it-IT" sz="2400" kern="1200" dirty="0"/>
            <a:t> dati sulla memoria temporanea </a:t>
          </a:r>
          <a:endParaRPr lang="en-US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Scaricamento </a:t>
          </a:r>
          <a:r>
            <a:rPr lang="it-IT" sz="2400" kern="1200" dirty="0">
              <a:latin typeface="Bierstadt"/>
            </a:rPr>
            <a:t>dei dati</a:t>
          </a:r>
          <a:endParaRPr lang="en-US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Caricamento</a:t>
          </a:r>
          <a:r>
            <a:rPr lang="it-IT" sz="2400" kern="1200" dirty="0">
              <a:latin typeface="Bierstadt"/>
            </a:rPr>
            <a:t> sulla memoria</a:t>
          </a:r>
          <a:endParaRPr lang="en-US" sz="2400" kern="1200" dirty="0"/>
        </a:p>
      </dsp:txBody>
      <dsp:txXfrm>
        <a:off x="0" y="641234"/>
        <a:ext cx="9792677" cy="1516934"/>
      </dsp:txXfrm>
    </dsp:sp>
    <dsp:sp modelId="{89CD7900-5079-4FDE-9722-09D8A56D55FE}">
      <dsp:nvSpPr>
        <dsp:cNvPr id="0" name=""/>
        <dsp:cNvSpPr/>
      </dsp:nvSpPr>
      <dsp:spPr>
        <a:xfrm>
          <a:off x="0" y="2158169"/>
          <a:ext cx="9792677" cy="637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Caricamento dinamico </a:t>
          </a:r>
          <a:endParaRPr lang="en-US" sz="2800" kern="1200" dirty="0"/>
        </a:p>
      </dsp:txBody>
      <dsp:txXfrm>
        <a:off x="31106" y="2189275"/>
        <a:ext cx="9730465" cy="574996"/>
      </dsp:txXfrm>
    </dsp:sp>
    <dsp:sp modelId="{E4E945DD-255D-4E24-850F-8452A6FD81B9}">
      <dsp:nvSpPr>
        <dsp:cNvPr id="0" name=""/>
        <dsp:cNvSpPr/>
      </dsp:nvSpPr>
      <dsp:spPr>
        <a:xfrm>
          <a:off x="0" y="2808907"/>
          <a:ext cx="9792677" cy="637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Overlay </a:t>
          </a:r>
          <a:endParaRPr lang="en-US" sz="2800" kern="1200" dirty="0"/>
        </a:p>
      </dsp:txBody>
      <dsp:txXfrm>
        <a:off x="31106" y="2840013"/>
        <a:ext cx="9730465" cy="574996"/>
      </dsp:txXfrm>
    </dsp:sp>
    <dsp:sp modelId="{79C1237A-970E-4693-A2C9-6D9FFD10326C}">
      <dsp:nvSpPr>
        <dsp:cNvPr id="0" name=""/>
        <dsp:cNvSpPr/>
      </dsp:nvSpPr>
      <dsp:spPr>
        <a:xfrm>
          <a:off x="0" y="3459645"/>
          <a:ext cx="9792677" cy="637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Partizionamento </a:t>
          </a:r>
          <a:endParaRPr lang="en-US" sz="2800" kern="1200" dirty="0"/>
        </a:p>
      </dsp:txBody>
      <dsp:txXfrm>
        <a:off x="31106" y="3490751"/>
        <a:ext cx="9730465" cy="574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C32924C4-2E78-4F24-A1AB-B3D1A0ECEC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2F0999F-32DC-466E-81F5-C4F0E0DA27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67731-CB6E-4D20-A52C-F16264025886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6D2DD47-E19A-4425-A618-D4A7D0BC60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6C8626-F94D-4A8A-A973-C10616EEC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A1B20-9184-4F20-AC58-3325A16BA7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28777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F0A98-611F-4C09-BB46-AFE9EE9F6991}" type="datetimeFigureOut">
              <a:rPr lang="it-IT" noProof="0" smtClean="0"/>
              <a:t>11/03/2026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Fare clic per modificare lo stile del titolo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FFE62-ED7B-4054-A37F-4A2F492ECA71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43933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FFE62-ED7B-4054-A37F-4A2F492ECA71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8536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3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3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3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70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9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6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7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6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2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7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3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4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rte tridimensionale con onde">
            <a:extLst>
              <a:ext uri="{FF2B5EF4-FFF2-40B4-BE49-F238E27FC236}">
                <a16:creationId xmlns:a16="http://schemas.microsoft.com/office/drawing/2014/main" id="{162C6B45-CE2F-0EFE-B54E-64EEBF18BD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41" r="-1" b="1426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8686796" cy="2334247"/>
          </a:xfrm>
        </p:spPr>
        <p:txBody>
          <a:bodyPr rtlCol="0" anchor="t"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La gestione delle memorie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17870" y="3552826"/>
            <a:ext cx="8720710" cy="2653653"/>
          </a:xfrm>
        </p:spPr>
        <p:txBody>
          <a:bodyPr rtlCol="0" anchor="t"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Ricchiuto Cristian 3i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23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5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CFAFCE8-29E0-8828-7AAC-D756F98C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it-IT"/>
              <a:t>Sommario</a:t>
            </a: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Segnaposto contenuto 2">
            <a:extLst>
              <a:ext uri="{FF2B5EF4-FFF2-40B4-BE49-F238E27FC236}">
                <a16:creationId xmlns:a16="http://schemas.microsoft.com/office/drawing/2014/main" id="{BE0668F1-A911-E7EA-9367-EB47DB5E57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354320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41525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: Shape 5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9" name="Rectangle 55">
            <a:extLst>
              <a:ext uri="{FF2B5EF4-FFF2-40B4-BE49-F238E27FC236}">
                <a16:creationId xmlns:a16="http://schemas.microsoft.com/office/drawing/2014/main" id="{2CD0D193-B981-FE7D-7D46-D739C7E5B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032BE8-FF08-21E3-A65B-1C6D2F3E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424" y="978408"/>
            <a:ext cx="713232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Memorie</a:t>
            </a:r>
          </a:p>
        </p:txBody>
      </p:sp>
      <p:pic>
        <p:nvPicPr>
          <p:cNvPr id="5" name="Segnaposto immagine 4" descr="Immagine che contiene testo&#10;&#10;Il contenuto generato dall&amp;#39;IA potrebbe non essere corretto.">
            <a:extLst>
              <a:ext uri="{FF2B5EF4-FFF2-40B4-BE49-F238E27FC236}">
                <a16:creationId xmlns:a16="http://schemas.microsoft.com/office/drawing/2014/main" id="{4C03CEE6-5047-0163-C47E-DF1C681ED0E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22673" b="2"/>
          <a:stretch>
            <a:fillRect/>
          </a:stretch>
        </p:blipFill>
        <p:spPr>
          <a:xfrm>
            <a:off x="8102151" y="-5766504"/>
            <a:ext cx="3281773" cy="2779776"/>
          </a:xfrm>
          <a:prstGeom prst="rect">
            <a:avLst/>
          </a:prstGeom>
        </p:spPr>
      </p:pic>
      <p:sp>
        <p:nvSpPr>
          <p:cNvPr id="70" name="Rectangle 57">
            <a:extLst>
              <a:ext uri="{FF2B5EF4-FFF2-40B4-BE49-F238E27FC236}">
                <a16:creationId xmlns:a16="http://schemas.microsoft.com/office/drawing/2014/main" id="{14435763-D116-E6B0-3992-6801EF0F0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1230" y="508090"/>
            <a:ext cx="71323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Immagine 48" descr="Immagine che contiene testo, schermata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6D813127-79F2-67F4-5B1A-9D76BD98F4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38" r="-5" b="10554"/>
          <a:stretch>
            <a:fillRect/>
          </a:stretch>
        </p:blipFill>
        <p:spPr>
          <a:xfrm>
            <a:off x="267838" y="1351597"/>
            <a:ext cx="4722429" cy="4077556"/>
          </a:xfrm>
          <a:prstGeom prst="rect">
            <a:avLst/>
          </a:prstGeom>
        </p:spPr>
      </p:pic>
      <p:graphicFrame>
        <p:nvGraphicFramePr>
          <p:cNvPr id="11" name="Segnaposto testo 3">
            <a:extLst>
              <a:ext uri="{FF2B5EF4-FFF2-40B4-BE49-F238E27FC236}">
                <a16:creationId xmlns:a16="http://schemas.microsoft.com/office/drawing/2014/main" id="{6F9BBC08-06D0-FFEE-7FA1-D2575ADB1F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5206600"/>
              </p:ext>
            </p:extLst>
          </p:nvPr>
        </p:nvGraphicFramePr>
        <p:xfrm>
          <a:off x="4535424" y="2578608"/>
          <a:ext cx="713232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5996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F22C2A4-6415-A341-48DA-2DE87815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7"/>
            <a:ext cx="4358503" cy="313794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marL="285750" indent="-285750">
              <a:lnSpc>
                <a:spcPct val="90000"/>
              </a:lnSpc>
            </a:pPr>
            <a:r>
              <a:rPr lang="en-US" sz="3300" dirty="0" err="1"/>
              <a:t>Caricamento</a:t>
            </a:r>
            <a:r>
              <a:rPr lang="en-US" sz="3300" dirty="0"/>
              <a:t> del </a:t>
            </a:r>
            <a:r>
              <a:rPr lang="en-US" sz="3300" dirty="0" err="1"/>
              <a:t>programma</a:t>
            </a:r>
            <a:br>
              <a:rPr lang="en-US" sz="3300" dirty="0"/>
            </a:br>
            <a:br>
              <a:rPr lang="en-US" sz="3300" dirty="0"/>
            </a:br>
            <a:br>
              <a:rPr lang="en-US" sz="3300" dirty="0"/>
            </a:br>
            <a:br>
              <a:rPr lang="en-US" sz="3300" dirty="0"/>
            </a:br>
            <a:br>
              <a:rPr lang="en-US" sz="3300" dirty="0"/>
            </a:br>
            <a:br>
              <a:rPr lang="en-US" sz="3300" dirty="0"/>
            </a:br>
            <a:br>
              <a:rPr lang="en-US" sz="3300" dirty="0"/>
            </a:br>
            <a:br>
              <a:rPr lang="en-US" sz="3300" dirty="0"/>
            </a:br>
            <a:r>
              <a:rPr lang="en-US" sz="3300" dirty="0" err="1"/>
              <a:t>Programmi</a:t>
            </a:r>
            <a:r>
              <a:rPr lang="en-US" sz="3300" dirty="0"/>
              <a:t> in memoria centrale</a:t>
            </a:r>
            <a:br>
              <a:rPr lang="en-US" sz="3300" dirty="0"/>
            </a:br>
            <a:endParaRPr lang="en-US" sz="3300"/>
          </a:p>
          <a:p>
            <a:pPr>
              <a:lnSpc>
                <a:spcPct val="90000"/>
              </a:lnSpc>
            </a:pPr>
            <a:endParaRPr lang="en-US" sz="330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3FFC7AE-2A8A-55B0-42F5-F5628D664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248374"/>
              </p:ext>
            </p:extLst>
          </p:nvPr>
        </p:nvGraphicFramePr>
        <p:xfrm>
          <a:off x="5573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18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7EBF567-5A5F-2880-26B6-549634AD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it-IT" dirty="0"/>
              <a:t>Rilocazione stat</a:t>
            </a:r>
            <a:r>
              <a:rPr lang="it-IT"/>
              <a:t>ica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2663C0-EA47-2D97-EE48-450282BBB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1300" dirty="0"/>
              <a:t>          Indirizzi logici:                                                                                                   Memoria fisica: 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300"/>
              <a:t>          0   a = 5                                                                                                                                    #100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300"/>
              <a:t>          1   b = 2                                                                                                                                    #101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300"/>
              <a:t>          2   somma = a + b                                                                                                                #102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300"/>
              <a:t>          3   moltiplicazione = a * b                                                                                                 #103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300" dirty="0"/>
              <a:t>                                                                                                                                                            </a:t>
            </a:r>
            <a:r>
              <a:rPr lang="it-IT" sz="1300">
                <a:solidFill>
                  <a:srgbClr val="FF0000"/>
                </a:solidFill>
              </a:rPr>
              <a:t> #104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300">
                <a:solidFill>
                  <a:srgbClr val="FF0000"/>
                </a:solidFill>
              </a:rPr>
              <a:t>                                                                                                                                                             #105</a:t>
            </a:r>
          </a:p>
        </p:txBody>
      </p:sp>
      <p:pic>
        <p:nvPicPr>
          <p:cNvPr id="7" name="Graphic 6" descr="Aggiunta cerchio a tinta unita">
            <a:extLst>
              <a:ext uri="{FF2B5EF4-FFF2-40B4-BE49-F238E27FC236}">
                <a16:creationId xmlns:a16="http://schemas.microsoft.com/office/drawing/2014/main" id="{E3C076A5-7E81-F0F2-1726-D7ADDDCB5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51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93279C-51EA-4863-9DFB-5C2C8D0C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Rilocazione dinamica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AEE2253-AF6E-2F76-3A19-3C759AA3E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/>
              <a:t>   0   a = 5</a:t>
            </a:r>
          </a:p>
          <a:p>
            <a:pPr marL="0" indent="0">
              <a:buNone/>
            </a:pPr>
            <a:r>
              <a:rPr lang="it-IT"/>
              <a:t>   1   b = 2</a:t>
            </a:r>
          </a:p>
          <a:p>
            <a:pPr marL="0" indent="0">
              <a:buNone/>
            </a:pPr>
            <a:r>
              <a:rPr lang="it-IT"/>
              <a:t>   2   somma = a + b</a:t>
            </a:r>
          </a:p>
          <a:p>
            <a:pPr marL="0" indent="0">
              <a:buNone/>
            </a:pPr>
            <a:r>
              <a:rPr lang="it-IT"/>
              <a:t>   3   moltiplicazione = a * b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FC51382-0530-5AF5-293D-2747B59EA2D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2341563"/>
            <a:ext cx="5167313" cy="657225"/>
          </a:xfrm>
        </p:spPr>
        <p:txBody>
          <a:bodyPr/>
          <a:lstStyle/>
          <a:p>
            <a:pPr algn="ctr"/>
            <a:r>
              <a:rPr lang="it-IT"/>
              <a:t>Indirizzi logici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D639620-401D-AD64-6E07-A04F841A1E6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026275" y="2341563"/>
            <a:ext cx="5165725" cy="657225"/>
          </a:xfrm>
        </p:spPr>
        <p:txBody>
          <a:bodyPr/>
          <a:lstStyle/>
          <a:p>
            <a:pPr algn="ctr"/>
            <a:r>
              <a:rPr lang="it-IT" dirty="0"/>
              <a:t>Memoria </a:t>
            </a:r>
            <a:r>
              <a:rPr lang="it-IT"/>
              <a:t>fisica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412AEE6-2206-4F7D-7763-84403EBD066E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026275" y="3035300"/>
            <a:ext cx="5165725" cy="33099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it-IT">
                <a:solidFill>
                  <a:srgbClr val="FF0000"/>
                </a:solidFill>
              </a:rPr>
              <a:t>                   #234</a:t>
            </a:r>
          </a:p>
          <a:p>
            <a:pPr marL="0" indent="0" algn="r">
              <a:buNone/>
            </a:pPr>
            <a:r>
              <a:rPr lang="it-IT"/>
              <a:t>#235</a:t>
            </a:r>
          </a:p>
          <a:p>
            <a:pPr marL="0" indent="0" algn="r">
              <a:buNone/>
            </a:pPr>
            <a:r>
              <a:rPr lang="it-IT"/>
              <a:t>#236</a:t>
            </a:r>
          </a:p>
          <a:p>
            <a:pPr marL="0" indent="0" algn="r">
              <a:buNone/>
            </a:pPr>
            <a:r>
              <a:rPr lang="it-IT"/>
              <a:t>#237</a:t>
            </a:r>
          </a:p>
          <a:p>
            <a:pPr marL="0" indent="0" algn="r">
              <a:buNone/>
            </a:pPr>
            <a:r>
              <a:rPr lang="it-IT"/>
              <a:t>#238</a:t>
            </a:r>
          </a:p>
          <a:p>
            <a:pPr marL="0" indent="0" algn="r">
              <a:buNone/>
            </a:pPr>
            <a:r>
              <a:rPr lang="it-IT">
                <a:solidFill>
                  <a:srgbClr val="FF0000"/>
                </a:solidFill>
              </a:rPr>
              <a:t>#239</a:t>
            </a:r>
          </a:p>
          <a:p>
            <a:pPr marL="0" indent="0" algn="r">
              <a:buNone/>
            </a:pPr>
            <a:r>
              <a:rPr lang="it-IT">
                <a:solidFill>
                  <a:srgbClr val="FF0000"/>
                </a:solidFill>
              </a:rPr>
              <a:t>#240</a:t>
            </a:r>
          </a:p>
        </p:txBody>
      </p:sp>
      <p:sp>
        <p:nvSpPr>
          <p:cNvPr id="7" name="Parentesi quadra aperta 6">
            <a:extLst>
              <a:ext uri="{FF2B5EF4-FFF2-40B4-BE49-F238E27FC236}">
                <a16:creationId xmlns:a16="http://schemas.microsoft.com/office/drawing/2014/main" id="{F48F0E1D-2995-B761-3BC1-44C0B6F6FE88}"/>
              </a:ext>
            </a:extLst>
          </p:cNvPr>
          <p:cNvSpPr/>
          <p:nvPr/>
        </p:nvSpPr>
        <p:spPr>
          <a:xfrm>
            <a:off x="10896008" y="4781551"/>
            <a:ext cx="147235" cy="364066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791E22CD-9CD6-E8B5-CF96-EF341765B8C1}"/>
              </a:ext>
            </a:extLst>
          </p:cNvPr>
          <p:cNvSpPr/>
          <p:nvPr/>
        </p:nvSpPr>
        <p:spPr>
          <a:xfrm>
            <a:off x="10933049" y="3432175"/>
            <a:ext cx="73152" cy="364067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Parentesi graffa aperta 8">
            <a:extLst>
              <a:ext uri="{FF2B5EF4-FFF2-40B4-BE49-F238E27FC236}">
                <a16:creationId xmlns:a16="http://schemas.microsoft.com/office/drawing/2014/main" id="{8D7A1F4E-5A42-5C0E-1968-10F17A501FD3}"/>
              </a:ext>
            </a:extLst>
          </p:cNvPr>
          <p:cNvSpPr/>
          <p:nvPr/>
        </p:nvSpPr>
        <p:spPr>
          <a:xfrm>
            <a:off x="10251609" y="3426884"/>
            <a:ext cx="271864" cy="17187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ECC01C03-BE54-782A-61C9-28F50D612C98}"/>
              </a:ext>
            </a:extLst>
          </p:cNvPr>
          <p:cNvCxnSpPr/>
          <p:nvPr/>
        </p:nvCxnSpPr>
        <p:spPr>
          <a:xfrm flipH="1" flipV="1">
            <a:off x="9629168" y="3646461"/>
            <a:ext cx="1170516" cy="634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95B41B6-C4AB-FBE4-A477-18667E788499}"/>
              </a:ext>
            </a:extLst>
          </p:cNvPr>
          <p:cNvCxnSpPr>
            <a:cxnSpLocks/>
          </p:cNvCxnSpPr>
          <p:nvPr/>
        </p:nvCxnSpPr>
        <p:spPr>
          <a:xfrm flipH="1" flipV="1">
            <a:off x="9629167" y="4905877"/>
            <a:ext cx="1170516" cy="634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06EF1EA-791D-BF43-CC46-B1C0179C1226}"/>
              </a:ext>
            </a:extLst>
          </p:cNvPr>
          <p:cNvSpPr txBox="1"/>
          <p:nvPr/>
        </p:nvSpPr>
        <p:spPr>
          <a:xfrm>
            <a:off x="7774262" y="346759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Registro 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6A42E65-1837-3242-FB92-FB401DB229E2}"/>
              </a:ext>
            </a:extLst>
          </p:cNvPr>
          <p:cNvSpPr txBox="1"/>
          <p:nvPr/>
        </p:nvSpPr>
        <p:spPr>
          <a:xfrm>
            <a:off x="7731860" y="472490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Registro limite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5736EA4-CBFA-C706-962D-7AB91FA6206B}"/>
              </a:ext>
            </a:extLst>
          </p:cNvPr>
          <p:cNvSpPr txBox="1"/>
          <p:nvPr/>
        </p:nvSpPr>
        <p:spPr>
          <a:xfrm>
            <a:off x="7941059" y="3957352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Primo gruppo di celle libere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823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9BA2F3-B38D-7529-A48A-F6DE1759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Binding e Linking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AFFBD37-B33B-F271-99F4-297433CDB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it-IT"/>
              <a:t>Binding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BB7F269-5EEF-3B39-C6DB-7F237457E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it-IT" dirty="0"/>
              <a:t>E' il passaggio da indirizzo logico a fisico</a:t>
            </a:r>
            <a:endParaRPr lang="it-IT"/>
          </a:p>
          <a:p>
            <a:pPr marL="0" indent="0" algn="ctr">
              <a:buNone/>
            </a:pP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EE63348-32A5-4BE0-A889-089E3BB6E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it-IT"/>
              <a:t>Linking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0300A8-5DB0-6DE4-B0DF-CA2751847B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it-IT" dirty="0"/>
              <a:t>E' il calcolo degli indirizzi logici</a:t>
            </a:r>
            <a:endParaRPr lang="it-IT"/>
          </a:p>
          <a:p>
            <a:pPr algn="ctr"/>
            <a:r>
              <a:rPr lang="it-IT"/>
              <a:t>Aggiunge al programma delle librerie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5461451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297AB0-61E2-37E4-682B-C1DA620F0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0">
                <a:latin typeface="Sagona Book"/>
              </a:rPr>
              <a:t>Tecniche per migliorare l’uso della memoria</a:t>
            </a:r>
          </a:p>
          <a:p>
            <a:endParaRPr lang="it-IT" dirty="0"/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7531673B-94B1-6952-B453-5296FEEB6688}"/>
              </a:ext>
            </a:extLst>
          </p:cNvPr>
          <p:cNvCxnSpPr/>
          <p:nvPr/>
        </p:nvCxnSpPr>
        <p:spPr>
          <a:xfrm flipV="1">
            <a:off x="-836817" y="2570269"/>
            <a:ext cx="367324" cy="13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C1C56C10-E247-E02A-28E5-3E1D6385A0BE}"/>
              </a:ext>
            </a:extLst>
          </p:cNvPr>
          <p:cNvCxnSpPr/>
          <p:nvPr/>
        </p:nvCxnSpPr>
        <p:spPr>
          <a:xfrm flipV="1">
            <a:off x="-844324" y="4205697"/>
            <a:ext cx="386862" cy="3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335B99C-9ACC-7A1B-E032-54FC54EAD6B9}"/>
              </a:ext>
            </a:extLst>
          </p:cNvPr>
          <p:cNvCxnSpPr/>
          <p:nvPr/>
        </p:nvCxnSpPr>
        <p:spPr>
          <a:xfrm>
            <a:off x="-823934" y="3737868"/>
            <a:ext cx="367324" cy="5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F022CFB9-F4F0-8A0A-9320-E86215E2A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4242203B-98E3-5B17-EE98-7F6956B60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422"/>
              </p:ext>
            </p:extLst>
          </p:nvPr>
        </p:nvGraphicFramePr>
        <p:xfrm>
          <a:off x="1102906" y="2343930"/>
          <a:ext cx="9792677" cy="410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3584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8A55F6-BBA2-2F68-EA7B-8DFF50BC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it-IT">
                <a:solidFill>
                  <a:srgbClr val="000000"/>
                </a:solidFill>
                <a:latin typeface="Bierstadt"/>
              </a:rPr>
              <a:t>Tecniche di allocazione della memoria centrale</a:t>
            </a:r>
          </a:p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799E807-1539-D39E-F77C-C138F6AAC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>
                <a:solidFill>
                  <a:schemeClr val="accent2">
                    <a:lumMod val="76000"/>
                  </a:schemeClr>
                </a:solidFill>
              </a:rPr>
              <a:t>Monoprogrammato</a:t>
            </a:r>
            <a:endParaRPr lang="it-IT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F7195B-9AC9-86BC-350E-7024B6BCCE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Allocazione contigua:</a:t>
            </a:r>
          </a:p>
          <a:p>
            <a:pPr marL="0" indent="0">
              <a:buNone/>
            </a:pPr>
            <a:r>
              <a:rPr lang="it-IT"/>
              <a:t>    - a partizione singola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E1C5C77-DBAC-F0E8-DEDA-75C9B1F63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 err="1">
                <a:solidFill>
                  <a:srgbClr val="7030A0"/>
                </a:solidFill>
              </a:rPr>
              <a:t>Multiprogrammato</a:t>
            </a:r>
            <a:endParaRPr lang="it-IT">
              <a:solidFill>
                <a:srgbClr val="7030A0"/>
              </a:solidFill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CE0756B-47C0-2A53-75CC-5B54FB9A482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>
                <a:solidFill>
                  <a:srgbClr val="000000"/>
                </a:solidFill>
                <a:latin typeface="Bierstadt"/>
              </a:rPr>
              <a:t>Allocazione contigua:</a:t>
            </a:r>
            <a:endParaRPr lang="it-IT" dirty="0">
              <a:solidFill>
                <a:srgbClr val="000000"/>
              </a:solidFill>
              <a:latin typeface="Bierstadt"/>
            </a:endParaRPr>
          </a:p>
          <a:p>
            <a:pPr marL="0" indent="0">
              <a:buNone/>
            </a:pPr>
            <a:r>
              <a:rPr lang="it-IT">
                <a:solidFill>
                  <a:srgbClr val="000000"/>
                </a:solidFill>
                <a:latin typeface="Bierstadt"/>
              </a:rPr>
              <a:t>     -  partizioni fisse</a:t>
            </a:r>
          </a:p>
          <a:p>
            <a:pPr marL="0" indent="0">
              <a:buNone/>
            </a:pPr>
            <a:r>
              <a:rPr lang="it-IT">
                <a:solidFill>
                  <a:srgbClr val="000000"/>
                </a:solidFill>
                <a:latin typeface="Bierstadt"/>
              </a:rPr>
              <a:t>     -  partizioni dinamiche</a:t>
            </a:r>
          </a:p>
          <a:p>
            <a:r>
              <a:rPr lang="it-IT">
                <a:solidFill>
                  <a:srgbClr val="000000"/>
                </a:solidFill>
                <a:latin typeface="Bierstadt"/>
              </a:rPr>
              <a:t>Allocazione non contigua:</a:t>
            </a:r>
          </a:p>
          <a:p>
            <a:pPr marL="0" indent="0">
              <a:buNone/>
            </a:pPr>
            <a:r>
              <a:rPr lang="it-IT">
                <a:solidFill>
                  <a:srgbClr val="000000"/>
                </a:solidFill>
                <a:latin typeface="Bierstadt"/>
              </a:rPr>
              <a:t>      - paginazione</a:t>
            </a:r>
          </a:p>
          <a:p>
            <a:pPr marL="0" indent="0">
              <a:buNone/>
            </a:pPr>
            <a:r>
              <a:rPr lang="it-IT">
                <a:solidFill>
                  <a:srgbClr val="000000"/>
                </a:solidFill>
                <a:latin typeface="Bierstadt"/>
              </a:rPr>
              <a:t>      -  segmentazione</a:t>
            </a:r>
            <a:endParaRPr lang="it-IT"/>
          </a:p>
          <a:p>
            <a:pPr marL="0" indent="0">
              <a:buNone/>
            </a:pPr>
            <a:r>
              <a:rPr lang="it-IT" dirty="0">
                <a:solidFill>
                  <a:srgbClr val="000000"/>
                </a:solidFill>
                <a:latin typeface="Bierstadt"/>
              </a:rPr>
              <a:t>      - segmentazione ed paginazione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6916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B58319-91D9-4D84-57C9-0B9A9138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it-IT"/>
              <a:t>Partizionamento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0BD100-CA2C-0478-AD1D-388125A15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>
                <a:solidFill>
                  <a:schemeClr val="accent1">
                    <a:lumMod val="49000"/>
                  </a:schemeClr>
                </a:solidFill>
              </a:rPr>
              <a:t>Partizione fissa</a:t>
            </a:r>
          </a:p>
          <a:p>
            <a:r>
              <a:rPr lang="it-IT">
                <a:solidFill>
                  <a:schemeClr val="accent1">
                    <a:lumMod val="49000"/>
                  </a:schemeClr>
                </a:solidFill>
              </a:rPr>
              <a:t>Partizione variabile</a:t>
            </a:r>
          </a:p>
        </p:txBody>
      </p:sp>
      <p:pic>
        <p:nvPicPr>
          <p:cNvPr id="8" name="Graphic 7" descr="Gerarchia">
            <a:extLst>
              <a:ext uri="{FF2B5EF4-FFF2-40B4-BE49-F238E27FC236}">
                <a16:creationId xmlns:a16="http://schemas.microsoft.com/office/drawing/2014/main" id="{04B0339B-8303-7A89-4EE6-5D24F10C7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AC3E1593-1592-A975-61C4-5D3FAD8AFE18}"/>
              </a:ext>
            </a:extLst>
          </p:cNvPr>
          <p:cNvCxnSpPr/>
          <p:nvPr/>
        </p:nvCxnSpPr>
        <p:spPr>
          <a:xfrm>
            <a:off x="-844050" y="2127002"/>
            <a:ext cx="328248" cy="5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12227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730B48-59B6-8257-9ECF-14833374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Partizione fissa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847D4C-5939-AFE5-2FE8-16E4A2E76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2400" b="1" dirty="0"/>
              <a:t> Dimensione della </a:t>
            </a:r>
            <a:r>
              <a:rPr lang="it-IT" sz="2400" b="1" dirty="0" err="1"/>
              <a:t>della</a:t>
            </a:r>
            <a:r>
              <a:rPr lang="it-IT" sz="2400" b="1" dirty="0"/>
              <a:t> partizione </a:t>
            </a:r>
            <a:r>
              <a:rPr lang="it-IT" sz="2400" b="1" dirty="0" err="1"/>
              <a:t>gia</a:t>
            </a:r>
            <a:r>
              <a:rPr lang="it-IT" sz="2400" b="1" dirty="0"/>
              <a:t> definita all'accensione </a:t>
            </a:r>
          </a:p>
          <a:p>
            <a:pPr marL="0" indent="0">
              <a:buNone/>
            </a:pPr>
            <a:endParaRPr lang="it-IT" sz="2400" b="1" dirty="0"/>
          </a:p>
          <a:p>
            <a:pPr marL="0" indent="0">
              <a:buNone/>
            </a:pPr>
            <a:r>
              <a:rPr lang="it-IT" sz="2400" b="1"/>
              <a:t>Possono esserci due problemi:</a:t>
            </a:r>
          </a:p>
          <a:p>
            <a:r>
              <a:rPr lang="it-IT" sz="2400" b="1" dirty="0"/>
              <a:t>Frammentazione interna(partizioni troppo grandi)</a:t>
            </a:r>
          </a:p>
          <a:p>
            <a:r>
              <a:rPr lang="it-IT" sz="2400" b="1" dirty="0"/>
              <a:t>Frammentazione esterna(partizioni troppo piccole)</a:t>
            </a:r>
          </a:p>
        </p:txBody>
      </p:sp>
    </p:spTree>
    <p:extLst>
      <p:ext uri="{BB962C8B-B14F-4D97-AF65-F5344CB8AC3E}">
        <p14:creationId xmlns:p14="http://schemas.microsoft.com/office/powerpoint/2010/main" val="2245202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E0FFF1-D998-2FEF-CC60-CEA3BB18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Partizione fissa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6F57755-C234-750F-9827-081416EAB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Frammentazione interna</a:t>
            </a:r>
          </a:p>
        </p:txBody>
      </p:sp>
      <p:pic>
        <p:nvPicPr>
          <p:cNvPr id="7" name="Segnaposto contenuto 6" descr="La gestione della memoria - CodingDS">
            <a:extLst>
              <a:ext uri="{FF2B5EF4-FFF2-40B4-BE49-F238E27FC236}">
                <a16:creationId xmlns:a16="http://schemas.microsoft.com/office/drawing/2014/main" id="{87140998-F904-79A4-5157-0A2FE6BF93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1349" y="2895776"/>
            <a:ext cx="5627076" cy="3580422"/>
          </a:xfrm>
          <a:prstGeom prst="rect">
            <a:avLst/>
          </a:prstGeom>
        </p:spPr>
      </p:pic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AAAFF9C-2C72-2428-2E78-967C23CC1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/>
              <a:t>Frammentazione </a:t>
            </a:r>
            <a:r>
              <a:rPr lang="it-IT"/>
              <a:t>esterna</a:t>
            </a:r>
            <a:endParaRPr lang="it-IT" dirty="0"/>
          </a:p>
        </p:txBody>
      </p:sp>
      <p:pic>
        <p:nvPicPr>
          <p:cNvPr id="8" name="Segnaposto contenuto 7" descr="La gestione della memoria - CodingDS">
            <a:extLst>
              <a:ext uri="{FF2B5EF4-FFF2-40B4-BE49-F238E27FC236}">
                <a16:creationId xmlns:a16="http://schemas.microsoft.com/office/drawing/2014/main" id="{57E66D79-FE3D-B5A0-44D9-2CAD7C89C2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48734" y="2899805"/>
            <a:ext cx="6239849" cy="368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23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006AD7-3570-0BE1-066B-B21E985B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Partizione variabile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F42F76-8E3D-ACF8-1CA9-3824F701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b="1"/>
              <a:t>    Consente di modificare numero e dimensione delle partizioni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Problema dello spazio </a:t>
            </a:r>
            <a:r>
              <a:rPr lang="it-IT" b="1"/>
              <a:t>disponibile che continua a variare</a:t>
            </a:r>
          </a:p>
          <a:p>
            <a:r>
              <a:rPr lang="it-IT" b="1"/>
              <a:t>Ci sono 4 soluzioni:</a:t>
            </a:r>
            <a:endParaRPr lang="it-IT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it-IT" b="1" dirty="0"/>
              <a:t>First-</a:t>
            </a:r>
            <a:r>
              <a:rPr lang="it-IT" b="1" dirty="0" err="1"/>
              <a:t>fit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 b="1" dirty="0"/>
              <a:t>Next-</a:t>
            </a:r>
            <a:r>
              <a:rPr lang="it-IT" b="1" dirty="0" err="1"/>
              <a:t>fit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 b="1" dirty="0"/>
              <a:t>Best-</a:t>
            </a:r>
            <a:r>
              <a:rPr lang="it-IT" b="1" dirty="0" err="1"/>
              <a:t>fit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it-IT" b="1" dirty="0" err="1"/>
              <a:t>Worst-fit</a:t>
            </a:r>
          </a:p>
        </p:txBody>
      </p:sp>
    </p:spTree>
    <p:extLst>
      <p:ext uri="{BB962C8B-B14F-4D97-AF65-F5344CB8AC3E}">
        <p14:creationId xmlns:p14="http://schemas.microsoft.com/office/powerpoint/2010/main" val="1460630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8060A61-3E51-5C64-3A6A-6DE27950B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826" y="978407"/>
            <a:ext cx="8180339" cy="3296703"/>
          </a:xfrm>
        </p:spPr>
        <p:txBody>
          <a:bodyPr anchor="t">
            <a:normAutofit/>
          </a:bodyPr>
          <a:lstStyle/>
          <a:p>
            <a:r>
              <a:rPr lang="it-IT" sz="6600"/>
              <a:t>Grazie per l'attenzione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CB681DF-E011-CEB3-6CFA-D75F4D059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3008" y="4469641"/>
            <a:ext cx="8092765" cy="1376976"/>
          </a:xfrm>
        </p:spPr>
        <p:txBody>
          <a:bodyPr anchor="b">
            <a:normAutofit/>
          </a:bodyPr>
          <a:lstStyle/>
          <a:p>
            <a:r>
              <a:rPr lang="it-IT"/>
              <a:t>Ricchiuto Cristian 3i</a:t>
            </a: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9AD8A78E-AAB6-C125-6A57-5B031A87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1401" y="508090"/>
            <a:ext cx="807507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1">
            <a:extLst>
              <a:ext uri="{FF2B5EF4-FFF2-40B4-BE49-F238E27FC236}">
                <a16:creationId xmlns:a16="http://schemas.microsoft.com/office/drawing/2014/main" id="{BBFC5193-1606-67C6-6571-CC04CF234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1400" y="6209925"/>
            <a:ext cx="810195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041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TC103457485[[fn=Mesh]]</Template>
  <TotalTime>0</TotalTime>
  <Words>1</Words>
  <Application>Microsoft Office PowerPoint</Application>
  <PresentationFormat>Widescreen</PresentationFormat>
  <Paragraphs>1</Paragraphs>
  <Slides>14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5" baseType="lpstr">
      <vt:lpstr>GestaltVTI</vt:lpstr>
      <vt:lpstr>La gestione delle memorie</vt:lpstr>
      <vt:lpstr>Sommario</vt:lpstr>
      <vt:lpstr>Memorie</vt:lpstr>
      <vt:lpstr>Caricamento del programma        Programmi in memoria centrale  </vt:lpstr>
      <vt:lpstr>Rilocazione statica</vt:lpstr>
      <vt:lpstr>Rilocazione dinamica</vt:lpstr>
      <vt:lpstr>Binding e Linking</vt:lpstr>
      <vt:lpstr>Tecniche per migliorare l’uso della memoria </vt:lpstr>
      <vt:lpstr>Tecniche di allocazione della memoria centrale </vt:lpstr>
      <vt:lpstr>Partizionamento</vt:lpstr>
      <vt:lpstr>Partizione fissa</vt:lpstr>
      <vt:lpstr>Partizione fissa</vt:lpstr>
      <vt:lpstr>Partizione variabile</vt:lpstr>
      <vt:lpstr>Grazie per l'attenzione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525</cp:revision>
  <dcterms:created xsi:type="dcterms:W3CDTF">2026-02-14T13:33:58Z</dcterms:created>
  <dcterms:modified xsi:type="dcterms:W3CDTF">2026-03-11T17:09:07Z</dcterms:modified>
</cp:coreProperties>
</file>