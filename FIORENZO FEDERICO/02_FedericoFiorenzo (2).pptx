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75" r:id="rId4"/>
    <p:sldId id="274" r:id="rId5"/>
    <p:sldId id="258" r:id="rId6"/>
    <p:sldId id="259" r:id="rId7"/>
    <p:sldId id="260" r:id="rId8"/>
    <p:sldId id="261" r:id="rId9"/>
    <p:sldId id="262" r:id="rId10"/>
    <p:sldId id="264" r:id="rId11"/>
    <p:sldId id="267" r:id="rId12"/>
    <p:sldId id="271" r:id="rId13"/>
    <p:sldId id="268" r:id="rId14"/>
    <p:sldId id="269" r:id="rId15"/>
    <p:sldId id="270" r:id="rId16"/>
    <p:sldId id="272" r:id="rId17"/>
    <p:sldId id="273" r:id="rId18"/>
    <p:sldId id="276" r:id="rId19"/>
    <p:sldId id="277" r:id="rId20"/>
    <p:sldId id="278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F4A21-DAB2-6746-5322-01631459C904}" v="38" dt="2026-03-11T15:21:05.985"/>
    <p1510:client id="{76C85DBB-2AA9-D22D-E7DE-5D0C99C3568F}" v="271" dt="2026-03-10T17:03:07.063"/>
    <p1510:client id="{7F8A38B9-C94B-8286-21C7-89567E0535D4}" v="764" dt="2026-03-11T20:24:05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F5876C-0C65-42F4-A50D-DCD2F7B215A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5C49E25-89F1-4E81-B6D2-CFAD0431DED1}">
      <dgm:prSet/>
      <dgm:spPr/>
      <dgm:t>
        <a:bodyPr/>
        <a:lstStyle/>
        <a:p>
          <a:r>
            <a:rPr lang="it-IT"/>
            <a:t>Memory manager </a:t>
          </a:r>
          <a:endParaRPr lang="en-US"/>
        </a:p>
      </dgm:t>
    </dgm:pt>
    <dgm:pt modelId="{DC2F90AA-BDDC-484E-9AE9-C8C72C1EDB49}" type="parTrans" cxnId="{0D2D5142-0087-49D0-863E-82AA5BE31C0C}">
      <dgm:prSet/>
      <dgm:spPr/>
      <dgm:t>
        <a:bodyPr/>
        <a:lstStyle/>
        <a:p>
          <a:endParaRPr lang="en-US"/>
        </a:p>
      </dgm:t>
    </dgm:pt>
    <dgm:pt modelId="{304EFEFA-305C-4409-A635-2BEE4EBE2D57}" type="sibTrans" cxnId="{0D2D5142-0087-49D0-863E-82AA5BE31C0C}">
      <dgm:prSet/>
      <dgm:spPr/>
      <dgm:t>
        <a:bodyPr/>
        <a:lstStyle/>
        <a:p>
          <a:endParaRPr lang="en-US"/>
        </a:p>
      </dgm:t>
    </dgm:pt>
    <dgm:pt modelId="{FDD5746D-91B4-4346-BC38-0102C64DCC57}">
      <dgm:prSet/>
      <dgm:spPr/>
      <dgm:t>
        <a:bodyPr/>
        <a:lstStyle/>
        <a:p>
          <a:r>
            <a:rPr lang="it-IT"/>
            <a:t>Compilazione</a:t>
          </a:r>
          <a:endParaRPr lang="en-US"/>
        </a:p>
      </dgm:t>
    </dgm:pt>
    <dgm:pt modelId="{4C9B1449-F3D9-40E9-B230-DAE30EE19524}" type="parTrans" cxnId="{2C2C5581-6591-4F00-BFF0-A2249FE43572}">
      <dgm:prSet/>
      <dgm:spPr/>
      <dgm:t>
        <a:bodyPr/>
        <a:lstStyle/>
        <a:p>
          <a:endParaRPr lang="en-US"/>
        </a:p>
      </dgm:t>
    </dgm:pt>
    <dgm:pt modelId="{D54B4A16-CE39-4D1C-B99D-63DAD3E40CB0}" type="sibTrans" cxnId="{2C2C5581-6591-4F00-BFF0-A2249FE43572}">
      <dgm:prSet/>
      <dgm:spPr/>
      <dgm:t>
        <a:bodyPr/>
        <a:lstStyle/>
        <a:p>
          <a:endParaRPr lang="en-US"/>
        </a:p>
      </dgm:t>
    </dgm:pt>
    <dgm:pt modelId="{683C46EE-1733-4DF4-8424-62C961B22CE3}">
      <dgm:prSet/>
      <dgm:spPr/>
      <dgm:t>
        <a:bodyPr/>
        <a:lstStyle/>
        <a:p>
          <a:r>
            <a:rPr lang="it-IT"/>
            <a:t>Programma a Processo</a:t>
          </a:r>
          <a:endParaRPr lang="en-US"/>
        </a:p>
      </dgm:t>
    </dgm:pt>
    <dgm:pt modelId="{06881089-4BA4-45BC-8EAC-616EF01702DF}" type="parTrans" cxnId="{5E90CA7E-3CE0-4A13-AD29-8C363AA3805C}">
      <dgm:prSet/>
      <dgm:spPr/>
      <dgm:t>
        <a:bodyPr/>
        <a:lstStyle/>
        <a:p>
          <a:endParaRPr lang="en-US"/>
        </a:p>
      </dgm:t>
    </dgm:pt>
    <dgm:pt modelId="{E753BC63-7B72-45CD-958E-EF33F70C9FD8}" type="sibTrans" cxnId="{5E90CA7E-3CE0-4A13-AD29-8C363AA3805C}">
      <dgm:prSet/>
      <dgm:spPr/>
      <dgm:t>
        <a:bodyPr/>
        <a:lstStyle/>
        <a:p>
          <a:endParaRPr lang="en-US"/>
        </a:p>
      </dgm:t>
    </dgm:pt>
    <dgm:pt modelId="{F68DFAC5-2827-4E53-AEE6-2A662F47B5D2}">
      <dgm:prSet/>
      <dgm:spPr/>
      <dgm:t>
        <a:bodyPr/>
        <a:lstStyle/>
        <a:p>
          <a:r>
            <a:rPr lang="it-IT" dirty="0"/>
            <a:t>Binding / </a:t>
          </a:r>
          <a:r>
            <a:rPr lang="it-IT">
              <a:latin typeface="Century Gothic" panose="020B0502020202020204"/>
            </a:rPr>
            <a:t>rilocazione</a:t>
          </a:r>
          <a:endParaRPr lang="en-US"/>
        </a:p>
      </dgm:t>
    </dgm:pt>
    <dgm:pt modelId="{4D4C6BA0-4A8E-45C3-9DD5-AE487DEE953D}" type="parTrans" cxnId="{2CD69CAA-90B8-4E03-B2CA-13C2B8EBE81D}">
      <dgm:prSet/>
      <dgm:spPr/>
      <dgm:t>
        <a:bodyPr/>
        <a:lstStyle/>
        <a:p>
          <a:endParaRPr lang="en-US"/>
        </a:p>
      </dgm:t>
    </dgm:pt>
    <dgm:pt modelId="{BF7F161B-F90D-408A-BF2D-248B0E94D55D}" type="sibTrans" cxnId="{2CD69CAA-90B8-4E03-B2CA-13C2B8EBE81D}">
      <dgm:prSet/>
      <dgm:spPr/>
      <dgm:t>
        <a:bodyPr/>
        <a:lstStyle/>
        <a:p>
          <a:endParaRPr lang="en-US"/>
        </a:p>
      </dgm:t>
    </dgm:pt>
    <dgm:pt modelId="{3D9878FC-437A-431A-B0F3-F4BE9E5A1FC7}">
      <dgm:prSet phldr="0"/>
      <dgm:spPr/>
      <dgm:t>
        <a:bodyPr/>
        <a:lstStyle/>
        <a:p>
          <a:pPr rtl="0"/>
          <a:r>
            <a:rPr lang="en-US" sz="4200" dirty="0" err="1">
              <a:solidFill>
                <a:srgbClr val="EBEBEB"/>
              </a:solidFill>
              <a:latin typeface="Century Gothic" panose="020B0502020202020204"/>
            </a:rPr>
            <a:t>Tecniche</a:t>
          </a:r>
          <a:r>
            <a:rPr lang="en-US" sz="4200" dirty="0">
              <a:solidFill>
                <a:srgbClr val="EBEBEB"/>
              </a:solidFill>
              <a:latin typeface="Century Gothic" panose="020B0502020202020204"/>
            </a:rPr>
            <a:t> per </a:t>
          </a:r>
          <a:r>
            <a:rPr lang="en-US" sz="4200" dirty="0" err="1">
              <a:solidFill>
                <a:srgbClr val="EBEBEB"/>
              </a:solidFill>
              <a:latin typeface="Century Gothic" panose="020B0502020202020204"/>
            </a:rPr>
            <a:t>ottimizzare</a:t>
          </a:r>
          <a:r>
            <a:rPr lang="en-US" sz="4200" dirty="0">
              <a:solidFill>
                <a:srgbClr val="EBEBEB"/>
              </a:solidFill>
              <a:latin typeface="Century Gothic" panose="020B0502020202020204"/>
            </a:rPr>
            <a:t> </a:t>
          </a:r>
          <a:r>
            <a:rPr lang="en-US" sz="4200" dirty="0" err="1">
              <a:solidFill>
                <a:srgbClr val="EBEBEB"/>
              </a:solidFill>
              <a:latin typeface="Century Gothic" panose="020B0502020202020204"/>
            </a:rPr>
            <a:t>l'utilizzo</a:t>
          </a:r>
          <a:r>
            <a:rPr lang="en-US" sz="4200" dirty="0">
              <a:solidFill>
                <a:srgbClr val="EBEBEB"/>
              </a:solidFill>
              <a:latin typeface="Century Gothic" panose="020B0502020202020204"/>
            </a:rPr>
            <a:t> della memoria</a:t>
          </a:r>
          <a:endParaRPr lang="it-IT" sz="4200" dirty="0">
            <a:latin typeface="Century Gothic" panose="020B0502020202020204"/>
          </a:endParaRPr>
        </a:p>
      </dgm:t>
    </dgm:pt>
    <dgm:pt modelId="{F8DD0E11-071A-4EE7-9E8F-DDD80098F0A5}" type="parTrans" cxnId="{B25D2240-74DF-4807-A232-F02960B0921E}">
      <dgm:prSet/>
      <dgm:spPr/>
    </dgm:pt>
    <dgm:pt modelId="{043A2B3D-A448-4C2E-91F1-C07892298CC2}" type="sibTrans" cxnId="{B25D2240-74DF-4807-A232-F02960B0921E}">
      <dgm:prSet/>
      <dgm:spPr/>
    </dgm:pt>
    <dgm:pt modelId="{47CB20DD-B6CC-4B27-A691-F645E23DD024}">
      <dgm:prSet phldr="0" custT="0"/>
      <dgm:spPr/>
      <dgm:t>
        <a:bodyPr/>
        <a:lstStyle/>
        <a:p>
          <a:pPr rtl="0"/>
          <a:r>
            <a:rPr lang="it-IT" dirty="0">
              <a:latin typeface="Century Gothic" panose="020B0502020202020204"/>
            </a:rPr>
            <a:t>Gerarchia memoria</a:t>
          </a:r>
        </a:p>
      </dgm:t>
    </dgm:pt>
    <dgm:pt modelId="{5C610BDB-318A-47A7-933F-F4B335E665CC}" type="parTrans" cxnId="{E004D517-DE03-40BE-93DE-DFE418A26464}">
      <dgm:prSet/>
      <dgm:spPr/>
    </dgm:pt>
    <dgm:pt modelId="{72261C7E-38DD-42DF-80F9-6CCBC8A93385}" type="sibTrans" cxnId="{E004D517-DE03-40BE-93DE-DFE418A26464}">
      <dgm:prSet/>
      <dgm:spPr/>
    </dgm:pt>
    <dgm:pt modelId="{436DA151-1866-44CB-AA9E-B3FF43D9B933}">
      <dgm:prSet phldr="0"/>
      <dgm:spPr/>
      <dgm:t>
        <a:bodyPr/>
        <a:lstStyle/>
        <a:p>
          <a:r>
            <a:rPr lang="it-IT" dirty="0" err="1">
              <a:latin typeface="Century Gothic" panose="020B0502020202020204"/>
            </a:rPr>
            <a:t>ram</a:t>
          </a:r>
          <a:endParaRPr lang="it-IT" dirty="0">
            <a:latin typeface="Century Gothic" panose="020B0502020202020204"/>
          </a:endParaRPr>
        </a:p>
      </dgm:t>
    </dgm:pt>
    <dgm:pt modelId="{A059211E-5C30-4312-B466-0612567DBF0F}" type="parTrans" cxnId="{6AD38C88-9252-4590-A6EC-794983B89311}">
      <dgm:prSet/>
      <dgm:spPr/>
    </dgm:pt>
    <dgm:pt modelId="{10F6A279-4561-4250-8800-F4A389B297C1}" type="sibTrans" cxnId="{6AD38C88-9252-4590-A6EC-794983B89311}">
      <dgm:prSet/>
      <dgm:spPr/>
    </dgm:pt>
    <dgm:pt modelId="{90EA2973-6261-439B-8FBD-F76FD725C065}">
      <dgm:prSet phldr="0"/>
      <dgm:spPr/>
      <dgm:t>
        <a:bodyPr/>
        <a:lstStyle/>
        <a:p>
          <a:pPr rtl="0"/>
          <a:r>
            <a:rPr lang="en-US" sz="4200" dirty="0" err="1">
              <a:solidFill>
                <a:srgbClr val="EBEBEB"/>
              </a:solidFill>
              <a:latin typeface="Century Gothic" panose="020B0502020202020204"/>
            </a:rPr>
            <a:t>Tecniche</a:t>
          </a:r>
          <a:r>
            <a:rPr lang="en-US" sz="4200" dirty="0">
              <a:solidFill>
                <a:srgbClr val="EBEBEB"/>
              </a:solidFill>
              <a:latin typeface="Century Gothic" panose="020B0502020202020204"/>
            </a:rPr>
            <a:t> di </a:t>
          </a:r>
          <a:r>
            <a:rPr lang="en-US" sz="4200" dirty="0" err="1">
              <a:solidFill>
                <a:srgbClr val="EBEBEB"/>
              </a:solidFill>
              <a:latin typeface="Century Gothic" panose="020B0502020202020204"/>
            </a:rPr>
            <a:t>allocazione</a:t>
          </a:r>
          <a:r>
            <a:rPr lang="en-US" sz="4200" dirty="0">
              <a:solidFill>
                <a:srgbClr val="EBEBEB"/>
              </a:solidFill>
              <a:latin typeface="Century Gothic" panose="020B0502020202020204"/>
            </a:rPr>
            <a:t> della memoria centrale</a:t>
          </a:r>
        </a:p>
      </dgm:t>
    </dgm:pt>
    <dgm:pt modelId="{3D751D66-6747-40E3-BF39-42B56A5E9921}" type="parTrans" cxnId="{5C6304A3-83B4-4594-B03A-75DB0F39A962}">
      <dgm:prSet/>
      <dgm:spPr/>
    </dgm:pt>
    <dgm:pt modelId="{37AF294D-FBA9-4269-8862-DF5910F90D79}" type="sibTrans" cxnId="{5C6304A3-83B4-4594-B03A-75DB0F39A962}">
      <dgm:prSet/>
      <dgm:spPr/>
    </dgm:pt>
    <dgm:pt modelId="{DBA2483F-1B17-466C-BDB7-B400F3C192E9}" type="pres">
      <dgm:prSet presAssocID="{13F5876C-0C65-42F4-A50D-DCD2F7B215A0}" presName="diagram" presStyleCnt="0">
        <dgm:presLayoutVars>
          <dgm:dir/>
          <dgm:resizeHandles val="exact"/>
        </dgm:presLayoutVars>
      </dgm:prSet>
      <dgm:spPr/>
    </dgm:pt>
    <dgm:pt modelId="{79A5762D-2F4C-4C2E-B2F4-0E53C58DC9FA}" type="pres">
      <dgm:prSet presAssocID="{47CB20DD-B6CC-4B27-A691-F645E23DD024}" presName="node" presStyleLbl="node1" presStyleIdx="0" presStyleCnt="8">
        <dgm:presLayoutVars>
          <dgm:bulletEnabled val="1"/>
        </dgm:presLayoutVars>
      </dgm:prSet>
      <dgm:spPr/>
    </dgm:pt>
    <dgm:pt modelId="{F2F0BADA-E070-4A9F-9A02-887A7FCCC320}" type="pres">
      <dgm:prSet presAssocID="{72261C7E-38DD-42DF-80F9-6CCBC8A93385}" presName="sibTrans" presStyleCnt="0"/>
      <dgm:spPr/>
    </dgm:pt>
    <dgm:pt modelId="{2D0BE41F-B723-4DB6-8469-AC8270B4EAA1}" type="pres">
      <dgm:prSet presAssocID="{436DA151-1866-44CB-AA9E-B3FF43D9B933}" presName="node" presStyleLbl="node1" presStyleIdx="1" presStyleCnt="8">
        <dgm:presLayoutVars>
          <dgm:bulletEnabled val="1"/>
        </dgm:presLayoutVars>
      </dgm:prSet>
      <dgm:spPr/>
    </dgm:pt>
    <dgm:pt modelId="{97B5C6ED-1C45-4A2C-9519-F53EF60AAD9E}" type="pres">
      <dgm:prSet presAssocID="{10F6A279-4561-4250-8800-F4A389B297C1}" presName="sibTrans" presStyleCnt="0"/>
      <dgm:spPr/>
    </dgm:pt>
    <dgm:pt modelId="{79C5B0F0-EBFF-49F2-BC24-1248D1F4F5AF}" type="pres">
      <dgm:prSet presAssocID="{55C49E25-89F1-4E81-B6D2-CFAD0431DED1}" presName="node" presStyleLbl="node1" presStyleIdx="2" presStyleCnt="8">
        <dgm:presLayoutVars>
          <dgm:bulletEnabled val="1"/>
        </dgm:presLayoutVars>
      </dgm:prSet>
      <dgm:spPr/>
    </dgm:pt>
    <dgm:pt modelId="{39A095AD-A64E-469C-965E-741BE48FF745}" type="pres">
      <dgm:prSet presAssocID="{304EFEFA-305C-4409-A635-2BEE4EBE2D57}" presName="sibTrans" presStyleCnt="0"/>
      <dgm:spPr/>
    </dgm:pt>
    <dgm:pt modelId="{F8FBA707-3D7E-47BC-8059-8423BE2DD509}" type="pres">
      <dgm:prSet presAssocID="{FDD5746D-91B4-4346-BC38-0102C64DCC57}" presName="node" presStyleLbl="node1" presStyleIdx="3" presStyleCnt="8">
        <dgm:presLayoutVars>
          <dgm:bulletEnabled val="1"/>
        </dgm:presLayoutVars>
      </dgm:prSet>
      <dgm:spPr/>
    </dgm:pt>
    <dgm:pt modelId="{7EA2E33C-D758-437C-813D-E8CDE1124A44}" type="pres">
      <dgm:prSet presAssocID="{D54B4A16-CE39-4D1C-B99D-63DAD3E40CB0}" presName="sibTrans" presStyleCnt="0"/>
      <dgm:spPr/>
    </dgm:pt>
    <dgm:pt modelId="{25CFB153-D7BD-4989-B0D8-722035330844}" type="pres">
      <dgm:prSet presAssocID="{683C46EE-1733-4DF4-8424-62C961B22CE3}" presName="node" presStyleLbl="node1" presStyleIdx="4" presStyleCnt="8">
        <dgm:presLayoutVars>
          <dgm:bulletEnabled val="1"/>
        </dgm:presLayoutVars>
      </dgm:prSet>
      <dgm:spPr/>
    </dgm:pt>
    <dgm:pt modelId="{7A048DBC-0BCE-4D3B-9BBC-DC445FC5FFA6}" type="pres">
      <dgm:prSet presAssocID="{E753BC63-7B72-45CD-958E-EF33F70C9FD8}" presName="sibTrans" presStyleCnt="0"/>
      <dgm:spPr/>
    </dgm:pt>
    <dgm:pt modelId="{455C0FB0-FD0E-4543-B95C-FD76B4D16416}" type="pres">
      <dgm:prSet presAssocID="{F68DFAC5-2827-4E53-AEE6-2A662F47B5D2}" presName="node" presStyleLbl="node1" presStyleIdx="5" presStyleCnt="8">
        <dgm:presLayoutVars>
          <dgm:bulletEnabled val="1"/>
        </dgm:presLayoutVars>
      </dgm:prSet>
      <dgm:spPr/>
    </dgm:pt>
    <dgm:pt modelId="{0D019501-B9AB-41CC-A4C8-965C1EDAB5C8}" type="pres">
      <dgm:prSet presAssocID="{BF7F161B-F90D-408A-BF2D-248B0E94D55D}" presName="sibTrans" presStyleCnt="0"/>
      <dgm:spPr/>
    </dgm:pt>
    <dgm:pt modelId="{FB7F65B5-445A-449B-A5C9-46E5AF070437}" type="pres">
      <dgm:prSet presAssocID="{3D9878FC-437A-431A-B0F3-F4BE9E5A1FC7}" presName="node" presStyleLbl="node1" presStyleIdx="6" presStyleCnt="8">
        <dgm:presLayoutVars>
          <dgm:bulletEnabled val="1"/>
        </dgm:presLayoutVars>
      </dgm:prSet>
      <dgm:spPr/>
    </dgm:pt>
    <dgm:pt modelId="{751FB07C-42BB-4114-A945-4592BF27EB32}" type="pres">
      <dgm:prSet presAssocID="{043A2B3D-A448-4C2E-91F1-C07892298CC2}" presName="sibTrans" presStyleCnt="0"/>
      <dgm:spPr/>
    </dgm:pt>
    <dgm:pt modelId="{26A4999E-C358-4E0B-B020-06FAD2EDE6DB}" type="pres">
      <dgm:prSet presAssocID="{90EA2973-6261-439B-8FBD-F76FD725C065}" presName="node" presStyleLbl="node1" presStyleIdx="7" presStyleCnt="8">
        <dgm:presLayoutVars>
          <dgm:bulletEnabled val="1"/>
        </dgm:presLayoutVars>
      </dgm:prSet>
      <dgm:spPr/>
    </dgm:pt>
  </dgm:ptLst>
  <dgm:cxnLst>
    <dgm:cxn modelId="{E004D517-DE03-40BE-93DE-DFE418A26464}" srcId="{13F5876C-0C65-42F4-A50D-DCD2F7B215A0}" destId="{47CB20DD-B6CC-4B27-A691-F645E23DD024}" srcOrd="0" destOrd="0" parTransId="{5C610BDB-318A-47A7-933F-F4B335E665CC}" sibTransId="{72261C7E-38DD-42DF-80F9-6CCBC8A93385}"/>
    <dgm:cxn modelId="{7AA1C92D-99DD-45D2-A2F0-BB8A1F6E856B}" type="presOf" srcId="{FDD5746D-91B4-4346-BC38-0102C64DCC57}" destId="{F8FBA707-3D7E-47BC-8059-8423BE2DD509}" srcOrd="0" destOrd="0" presId="urn:microsoft.com/office/officeart/2005/8/layout/default"/>
    <dgm:cxn modelId="{B25D2240-74DF-4807-A232-F02960B0921E}" srcId="{13F5876C-0C65-42F4-A50D-DCD2F7B215A0}" destId="{3D9878FC-437A-431A-B0F3-F4BE9E5A1FC7}" srcOrd="6" destOrd="0" parTransId="{F8DD0E11-071A-4EE7-9E8F-DDD80098F0A5}" sibTransId="{043A2B3D-A448-4C2E-91F1-C07892298CC2}"/>
    <dgm:cxn modelId="{0D2D5142-0087-49D0-863E-82AA5BE31C0C}" srcId="{13F5876C-0C65-42F4-A50D-DCD2F7B215A0}" destId="{55C49E25-89F1-4E81-B6D2-CFAD0431DED1}" srcOrd="2" destOrd="0" parTransId="{DC2F90AA-BDDC-484E-9AE9-C8C72C1EDB49}" sibTransId="{304EFEFA-305C-4409-A635-2BEE4EBE2D57}"/>
    <dgm:cxn modelId="{44E67C73-384B-43F9-B267-F29A2C26D9D6}" type="presOf" srcId="{F68DFAC5-2827-4E53-AEE6-2A662F47B5D2}" destId="{455C0FB0-FD0E-4543-B95C-FD76B4D16416}" srcOrd="0" destOrd="0" presId="urn:microsoft.com/office/officeart/2005/8/layout/default"/>
    <dgm:cxn modelId="{BC6D1574-A3BD-416D-8F79-3C6C2C3D8E48}" type="presOf" srcId="{683C46EE-1733-4DF4-8424-62C961B22CE3}" destId="{25CFB153-D7BD-4989-B0D8-722035330844}" srcOrd="0" destOrd="0" presId="urn:microsoft.com/office/officeart/2005/8/layout/default"/>
    <dgm:cxn modelId="{5E90CA7E-3CE0-4A13-AD29-8C363AA3805C}" srcId="{13F5876C-0C65-42F4-A50D-DCD2F7B215A0}" destId="{683C46EE-1733-4DF4-8424-62C961B22CE3}" srcOrd="4" destOrd="0" parTransId="{06881089-4BA4-45BC-8EAC-616EF01702DF}" sibTransId="{E753BC63-7B72-45CD-958E-EF33F70C9FD8}"/>
    <dgm:cxn modelId="{2C2C5581-6591-4F00-BFF0-A2249FE43572}" srcId="{13F5876C-0C65-42F4-A50D-DCD2F7B215A0}" destId="{FDD5746D-91B4-4346-BC38-0102C64DCC57}" srcOrd="3" destOrd="0" parTransId="{4C9B1449-F3D9-40E9-B230-DAE30EE19524}" sibTransId="{D54B4A16-CE39-4D1C-B99D-63DAD3E40CB0}"/>
    <dgm:cxn modelId="{6AD38C88-9252-4590-A6EC-794983B89311}" srcId="{13F5876C-0C65-42F4-A50D-DCD2F7B215A0}" destId="{436DA151-1866-44CB-AA9E-B3FF43D9B933}" srcOrd="1" destOrd="0" parTransId="{A059211E-5C30-4312-B466-0612567DBF0F}" sibTransId="{10F6A279-4561-4250-8800-F4A389B297C1}"/>
    <dgm:cxn modelId="{7A6A8189-BF1C-4FD1-A64D-8C330732AD27}" type="presOf" srcId="{436DA151-1866-44CB-AA9E-B3FF43D9B933}" destId="{2D0BE41F-B723-4DB6-8469-AC8270B4EAA1}" srcOrd="0" destOrd="0" presId="urn:microsoft.com/office/officeart/2005/8/layout/default"/>
    <dgm:cxn modelId="{C4C3F58F-D0E3-4D0E-925C-7A1A5C86FC14}" type="presOf" srcId="{55C49E25-89F1-4E81-B6D2-CFAD0431DED1}" destId="{79C5B0F0-EBFF-49F2-BC24-1248D1F4F5AF}" srcOrd="0" destOrd="0" presId="urn:microsoft.com/office/officeart/2005/8/layout/default"/>
    <dgm:cxn modelId="{D8B8B390-749B-4575-9261-D245ED64713E}" type="presOf" srcId="{90EA2973-6261-439B-8FBD-F76FD725C065}" destId="{26A4999E-C358-4E0B-B020-06FAD2EDE6DB}" srcOrd="0" destOrd="0" presId="urn:microsoft.com/office/officeart/2005/8/layout/default"/>
    <dgm:cxn modelId="{5C6304A3-83B4-4594-B03A-75DB0F39A962}" srcId="{13F5876C-0C65-42F4-A50D-DCD2F7B215A0}" destId="{90EA2973-6261-439B-8FBD-F76FD725C065}" srcOrd="7" destOrd="0" parTransId="{3D751D66-6747-40E3-BF39-42B56A5E9921}" sibTransId="{37AF294D-FBA9-4269-8862-DF5910F90D79}"/>
    <dgm:cxn modelId="{2CD69CAA-90B8-4E03-B2CA-13C2B8EBE81D}" srcId="{13F5876C-0C65-42F4-A50D-DCD2F7B215A0}" destId="{F68DFAC5-2827-4E53-AEE6-2A662F47B5D2}" srcOrd="5" destOrd="0" parTransId="{4D4C6BA0-4A8E-45C3-9DD5-AE487DEE953D}" sibTransId="{BF7F161B-F90D-408A-BF2D-248B0E94D55D}"/>
    <dgm:cxn modelId="{170A0AB8-011C-4AD1-B884-88DDFB013A42}" type="presOf" srcId="{47CB20DD-B6CC-4B27-A691-F645E23DD024}" destId="{79A5762D-2F4C-4C2E-B2F4-0E53C58DC9FA}" srcOrd="0" destOrd="0" presId="urn:microsoft.com/office/officeart/2005/8/layout/default"/>
    <dgm:cxn modelId="{6A632ECC-EFE0-4AE3-A525-EDF0029A3F66}" type="presOf" srcId="{13F5876C-0C65-42F4-A50D-DCD2F7B215A0}" destId="{DBA2483F-1B17-466C-BDB7-B400F3C192E9}" srcOrd="0" destOrd="0" presId="urn:microsoft.com/office/officeart/2005/8/layout/default"/>
    <dgm:cxn modelId="{C7E123F7-95A9-4118-929C-06DA6B39FB6C}" type="presOf" srcId="{3D9878FC-437A-431A-B0F3-F4BE9E5A1FC7}" destId="{FB7F65B5-445A-449B-A5C9-46E5AF070437}" srcOrd="0" destOrd="0" presId="urn:microsoft.com/office/officeart/2005/8/layout/default"/>
    <dgm:cxn modelId="{E1A5F4F6-5170-463E-AEA1-241B05F38D9C}" type="presParOf" srcId="{DBA2483F-1B17-466C-BDB7-B400F3C192E9}" destId="{79A5762D-2F4C-4C2E-B2F4-0E53C58DC9FA}" srcOrd="0" destOrd="0" presId="urn:microsoft.com/office/officeart/2005/8/layout/default"/>
    <dgm:cxn modelId="{89A1235B-3741-4B3A-AC78-B9CC16A30613}" type="presParOf" srcId="{DBA2483F-1B17-466C-BDB7-B400F3C192E9}" destId="{F2F0BADA-E070-4A9F-9A02-887A7FCCC320}" srcOrd="1" destOrd="0" presId="urn:microsoft.com/office/officeart/2005/8/layout/default"/>
    <dgm:cxn modelId="{47EAA983-8098-4C67-A368-206ADCA7212B}" type="presParOf" srcId="{DBA2483F-1B17-466C-BDB7-B400F3C192E9}" destId="{2D0BE41F-B723-4DB6-8469-AC8270B4EAA1}" srcOrd="2" destOrd="0" presId="urn:microsoft.com/office/officeart/2005/8/layout/default"/>
    <dgm:cxn modelId="{ACE157FF-AF2A-4040-A8B7-36C182CBFA02}" type="presParOf" srcId="{DBA2483F-1B17-466C-BDB7-B400F3C192E9}" destId="{97B5C6ED-1C45-4A2C-9519-F53EF60AAD9E}" srcOrd="3" destOrd="0" presId="urn:microsoft.com/office/officeart/2005/8/layout/default"/>
    <dgm:cxn modelId="{90684606-4235-4BB7-93B1-A78B5C1ACAF7}" type="presParOf" srcId="{DBA2483F-1B17-466C-BDB7-B400F3C192E9}" destId="{79C5B0F0-EBFF-49F2-BC24-1248D1F4F5AF}" srcOrd="4" destOrd="0" presId="urn:microsoft.com/office/officeart/2005/8/layout/default"/>
    <dgm:cxn modelId="{1DB9EC11-ADF2-4837-A4E5-73B12C4EB852}" type="presParOf" srcId="{DBA2483F-1B17-466C-BDB7-B400F3C192E9}" destId="{39A095AD-A64E-469C-965E-741BE48FF745}" srcOrd="5" destOrd="0" presId="urn:microsoft.com/office/officeart/2005/8/layout/default"/>
    <dgm:cxn modelId="{4FD6FE63-8602-46C7-A676-488A305EAF9E}" type="presParOf" srcId="{DBA2483F-1B17-466C-BDB7-B400F3C192E9}" destId="{F8FBA707-3D7E-47BC-8059-8423BE2DD509}" srcOrd="6" destOrd="0" presId="urn:microsoft.com/office/officeart/2005/8/layout/default"/>
    <dgm:cxn modelId="{5D6F3E1B-4D50-4131-9969-CD05FE1A9984}" type="presParOf" srcId="{DBA2483F-1B17-466C-BDB7-B400F3C192E9}" destId="{7EA2E33C-D758-437C-813D-E8CDE1124A44}" srcOrd="7" destOrd="0" presId="urn:microsoft.com/office/officeart/2005/8/layout/default"/>
    <dgm:cxn modelId="{FDEF221F-2126-47C1-B416-9E7B78783188}" type="presParOf" srcId="{DBA2483F-1B17-466C-BDB7-B400F3C192E9}" destId="{25CFB153-D7BD-4989-B0D8-722035330844}" srcOrd="8" destOrd="0" presId="urn:microsoft.com/office/officeart/2005/8/layout/default"/>
    <dgm:cxn modelId="{3415E66A-C807-4AA5-92AA-9B65BD4F9737}" type="presParOf" srcId="{DBA2483F-1B17-466C-BDB7-B400F3C192E9}" destId="{7A048DBC-0BCE-4D3B-9BBC-DC445FC5FFA6}" srcOrd="9" destOrd="0" presId="urn:microsoft.com/office/officeart/2005/8/layout/default"/>
    <dgm:cxn modelId="{4A145CDF-8AFA-4527-A3E3-14435722B0C8}" type="presParOf" srcId="{DBA2483F-1B17-466C-BDB7-B400F3C192E9}" destId="{455C0FB0-FD0E-4543-B95C-FD76B4D16416}" srcOrd="10" destOrd="0" presId="urn:microsoft.com/office/officeart/2005/8/layout/default"/>
    <dgm:cxn modelId="{5DD6E367-C0EA-471D-97DE-74DE5B4A40C7}" type="presParOf" srcId="{DBA2483F-1B17-466C-BDB7-B400F3C192E9}" destId="{0D019501-B9AB-41CC-A4C8-965C1EDAB5C8}" srcOrd="11" destOrd="0" presId="urn:microsoft.com/office/officeart/2005/8/layout/default"/>
    <dgm:cxn modelId="{E1692689-73D6-4033-9926-CB287436FA39}" type="presParOf" srcId="{DBA2483F-1B17-466C-BDB7-B400F3C192E9}" destId="{FB7F65B5-445A-449B-A5C9-46E5AF070437}" srcOrd="12" destOrd="0" presId="urn:microsoft.com/office/officeart/2005/8/layout/default"/>
    <dgm:cxn modelId="{35945668-30BC-4B67-B8D1-28E5CED5A304}" type="presParOf" srcId="{DBA2483F-1B17-466C-BDB7-B400F3C192E9}" destId="{751FB07C-42BB-4114-A945-4592BF27EB32}" srcOrd="13" destOrd="0" presId="urn:microsoft.com/office/officeart/2005/8/layout/default"/>
    <dgm:cxn modelId="{4B2197F6-C48C-48AE-A576-40641E9B5388}" type="presParOf" srcId="{DBA2483F-1B17-466C-BDB7-B400F3C192E9}" destId="{26A4999E-C358-4E0B-B020-06FAD2EDE6DB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FF2617-21F3-440B-81C3-9184533C7E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581CB0-C76E-4AA4-8386-FD7198F672A1}">
      <dgm:prSet/>
      <dgm:spPr/>
      <dgm:t>
        <a:bodyPr/>
        <a:lstStyle/>
        <a:p>
          <a:r>
            <a:rPr lang="it-IT" b="0" i="0"/>
            <a:t>Il </a:t>
          </a:r>
          <a:r>
            <a:rPr lang="it-IT" b="1" i="0"/>
            <a:t>sistema operativo</a:t>
          </a:r>
          <a:r>
            <a:rPr lang="it-IT" b="0" i="0"/>
            <a:t> usa il </a:t>
          </a:r>
          <a:r>
            <a:rPr lang="it-IT" b="1" i="0"/>
            <a:t>memory manager</a:t>
          </a:r>
          <a:r>
            <a:rPr lang="it-IT" b="0" i="0"/>
            <a:t> per gestire la RAM</a:t>
          </a:r>
          <a:endParaRPr lang="en-US"/>
        </a:p>
      </dgm:t>
    </dgm:pt>
    <dgm:pt modelId="{ED5B1C36-26DE-49F6-8A5C-0818DF150D88}" type="parTrans" cxnId="{01A9A2DC-0B02-41BF-AD39-2857BA386ADE}">
      <dgm:prSet/>
      <dgm:spPr/>
      <dgm:t>
        <a:bodyPr/>
        <a:lstStyle/>
        <a:p>
          <a:endParaRPr lang="en-US"/>
        </a:p>
      </dgm:t>
    </dgm:pt>
    <dgm:pt modelId="{5A88AB45-A619-43F0-B3F0-B50719DBCD78}" type="sibTrans" cxnId="{01A9A2DC-0B02-41BF-AD39-2857BA386ADE}">
      <dgm:prSet/>
      <dgm:spPr/>
      <dgm:t>
        <a:bodyPr/>
        <a:lstStyle/>
        <a:p>
          <a:endParaRPr lang="en-US"/>
        </a:p>
      </dgm:t>
    </dgm:pt>
    <dgm:pt modelId="{C7A75E87-2431-4BA4-B6B8-EF82470F7983}">
      <dgm:prSet/>
      <dgm:spPr/>
      <dgm:t>
        <a:bodyPr/>
        <a:lstStyle/>
        <a:p>
          <a:r>
            <a:rPr lang="it-IT" b="0" i="0"/>
            <a:t>I suoi compiti :</a:t>
          </a:r>
          <a:endParaRPr lang="en-US"/>
        </a:p>
      </dgm:t>
    </dgm:pt>
    <dgm:pt modelId="{348668F3-8D67-49A6-AB4F-9A03B8DF97D3}" type="parTrans" cxnId="{D8D0CD2C-C759-4B81-B1B1-EBC3B7077A55}">
      <dgm:prSet/>
      <dgm:spPr/>
      <dgm:t>
        <a:bodyPr/>
        <a:lstStyle/>
        <a:p>
          <a:endParaRPr lang="en-US"/>
        </a:p>
      </dgm:t>
    </dgm:pt>
    <dgm:pt modelId="{C580F181-D53E-4A92-8647-EC8531F25352}" type="sibTrans" cxnId="{D8D0CD2C-C759-4B81-B1B1-EBC3B7077A55}">
      <dgm:prSet/>
      <dgm:spPr/>
      <dgm:t>
        <a:bodyPr/>
        <a:lstStyle/>
        <a:p>
          <a:endParaRPr lang="en-US"/>
        </a:p>
      </dgm:t>
    </dgm:pt>
    <dgm:pt modelId="{6B441087-04E7-4151-8CDD-F480578CE0B2}">
      <dgm:prSet/>
      <dgm:spPr/>
      <dgm:t>
        <a:bodyPr/>
        <a:lstStyle/>
        <a:p>
          <a:r>
            <a:rPr lang="it-IT" b="0" i="0"/>
            <a:t>Sapere quali aree della RAM sono </a:t>
          </a:r>
          <a:r>
            <a:rPr lang="it-IT" b="1" i="0"/>
            <a:t>libere o occupate.</a:t>
          </a:r>
          <a:endParaRPr lang="en-US"/>
        </a:p>
      </dgm:t>
    </dgm:pt>
    <dgm:pt modelId="{41AA6A84-0CA1-42D1-9A48-37C304C8C02C}" type="parTrans" cxnId="{CA63848B-6C0F-40D0-98F8-87F878E8FC6D}">
      <dgm:prSet/>
      <dgm:spPr/>
      <dgm:t>
        <a:bodyPr/>
        <a:lstStyle/>
        <a:p>
          <a:endParaRPr lang="en-US"/>
        </a:p>
      </dgm:t>
    </dgm:pt>
    <dgm:pt modelId="{6A58FA61-9400-4527-B21F-53B29B2DE584}" type="sibTrans" cxnId="{CA63848B-6C0F-40D0-98F8-87F878E8FC6D}">
      <dgm:prSet/>
      <dgm:spPr/>
      <dgm:t>
        <a:bodyPr/>
        <a:lstStyle/>
        <a:p>
          <a:endParaRPr lang="en-US"/>
        </a:p>
      </dgm:t>
    </dgm:pt>
    <dgm:pt modelId="{E1AE7403-AF90-4561-8AA9-9688694C28EE}">
      <dgm:prSet/>
      <dgm:spPr/>
      <dgm:t>
        <a:bodyPr/>
        <a:lstStyle/>
        <a:p>
          <a:r>
            <a:rPr lang="it-IT" b="0" i="0"/>
            <a:t>Gestisce lo </a:t>
          </a:r>
          <a:r>
            <a:rPr lang="it-IT" b="1" i="0"/>
            <a:t>swapping</a:t>
          </a:r>
          <a:r>
            <a:rPr lang="it-IT" b="0" i="0"/>
            <a:t> tra RAM e disco quando la memoria RAM è piena.</a:t>
          </a:r>
          <a:endParaRPr lang="en-US"/>
        </a:p>
      </dgm:t>
    </dgm:pt>
    <dgm:pt modelId="{90853615-1A6E-49CE-ADE4-98EFCA1D3D02}" type="parTrans" cxnId="{3F558209-B31B-40DC-B530-F0B2D526C2D3}">
      <dgm:prSet/>
      <dgm:spPr/>
      <dgm:t>
        <a:bodyPr/>
        <a:lstStyle/>
        <a:p>
          <a:endParaRPr lang="en-US"/>
        </a:p>
      </dgm:t>
    </dgm:pt>
    <dgm:pt modelId="{54938C42-2D31-419F-901C-7F77D7775095}" type="sibTrans" cxnId="{3F558209-B31B-40DC-B530-F0B2D526C2D3}">
      <dgm:prSet/>
      <dgm:spPr/>
      <dgm:t>
        <a:bodyPr/>
        <a:lstStyle/>
        <a:p>
          <a:endParaRPr lang="en-US"/>
        </a:p>
      </dgm:t>
    </dgm:pt>
    <dgm:pt modelId="{15AFE689-4121-4645-AC2C-60F559055985}">
      <dgm:prSet/>
      <dgm:spPr/>
      <dgm:t>
        <a:bodyPr/>
        <a:lstStyle/>
        <a:p>
          <a:r>
            <a:rPr lang="it-IT" b="0" i="0"/>
            <a:t>Decide quali processi </a:t>
          </a:r>
          <a:r>
            <a:rPr lang="it-IT" b="1" i="0"/>
            <a:t>allocare o disallocare.</a:t>
          </a:r>
          <a:endParaRPr lang="en-US"/>
        </a:p>
      </dgm:t>
    </dgm:pt>
    <dgm:pt modelId="{51479927-FB0F-481C-8E15-1D5E9C028A27}" type="parTrans" cxnId="{0D19E8F1-F1FC-46D3-AE01-430ECC09DC02}">
      <dgm:prSet/>
      <dgm:spPr/>
      <dgm:t>
        <a:bodyPr/>
        <a:lstStyle/>
        <a:p>
          <a:endParaRPr lang="en-US"/>
        </a:p>
      </dgm:t>
    </dgm:pt>
    <dgm:pt modelId="{676D6A67-3C83-4196-A02F-929BA26B581F}" type="sibTrans" cxnId="{0D19E8F1-F1FC-46D3-AE01-430ECC09DC02}">
      <dgm:prSet/>
      <dgm:spPr/>
      <dgm:t>
        <a:bodyPr/>
        <a:lstStyle/>
        <a:p>
          <a:endParaRPr lang="en-US"/>
        </a:p>
      </dgm:t>
    </dgm:pt>
    <dgm:pt modelId="{B2737EEF-6DD1-407E-AA7F-048C3EDB76A3}" type="pres">
      <dgm:prSet presAssocID="{89FF2617-21F3-440B-81C3-9184533C7E5F}" presName="root" presStyleCnt="0">
        <dgm:presLayoutVars>
          <dgm:dir/>
          <dgm:resizeHandles val="exact"/>
        </dgm:presLayoutVars>
      </dgm:prSet>
      <dgm:spPr/>
    </dgm:pt>
    <dgm:pt modelId="{B9496E92-D9B0-4656-AAF1-223CCF50C400}" type="pres">
      <dgm:prSet presAssocID="{C5581CB0-C76E-4AA4-8386-FD7198F672A1}" presName="compNode" presStyleCnt="0"/>
      <dgm:spPr/>
    </dgm:pt>
    <dgm:pt modelId="{958E8D9A-5744-4777-8407-A768E939C752}" type="pres">
      <dgm:prSet presAssocID="{C5581CB0-C76E-4AA4-8386-FD7198F672A1}" presName="bgRect" presStyleLbl="bgShp" presStyleIdx="0" presStyleCnt="5"/>
      <dgm:spPr/>
    </dgm:pt>
    <dgm:pt modelId="{214D3978-B4F0-46F5-9E12-6F150F4A0B0D}" type="pres">
      <dgm:prSet presAssocID="{C5581CB0-C76E-4AA4-8386-FD7198F672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A1EF518-F93D-4D4A-A934-19DF8A277475}" type="pres">
      <dgm:prSet presAssocID="{C5581CB0-C76E-4AA4-8386-FD7198F672A1}" presName="spaceRect" presStyleCnt="0"/>
      <dgm:spPr/>
    </dgm:pt>
    <dgm:pt modelId="{953771D8-7D27-414D-B0FD-BB9AB38D23B4}" type="pres">
      <dgm:prSet presAssocID="{C5581CB0-C76E-4AA4-8386-FD7198F672A1}" presName="parTx" presStyleLbl="revTx" presStyleIdx="0" presStyleCnt="5">
        <dgm:presLayoutVars>
          <dgm:chMax val="0"/>
          <dgm:chPref val="0"/>
        </dgm:presLayoutVars>
      </dgm:prSet>
      <dgm:spPr/>
    </dgm:pt>
    <dgm:pt modelId="{00369F52-31D6-41A9-B033-A920DCF88F40}" type="pres">
      <dgm:prSet presAssocID="{5A88AB45-A619-43F0-B3F0-B50719DBCD78}" presName="sibTrans" presStyleCnt="0"/>
      <dgm:spPr/>
    </dgm:pt>
    <dgm:pt modelId="{7BB2FFD1-3A7E-438F-9454-4120948D574A}" type="pres">
      <dgm:prSet presAssocID="{C7A75E87-2431-4BA4-B6B8-EF82470F7983}" presName="compNode" presStyleCnt="0"/>
      <dgm:spPr/>
    </dgm:pt>
    <dgm:pt modelId="{99FCD538-8FAB-433D-871E-FB4FD1CBDFC8}" type="pres">
      <dgm:prSet presAssocID="{C7A75E87-2431-4BA4-B6B8-EF82470F7983}" presName="bgRect" presStyleLbl="bgShp" presStyleIdx="1" presStyleCnt="5"/>
      <dgm:spPr/>
    </dgm:pt>
    <dgm:pt modelId="{C772A280-6295-456C-9BB5-3E3C785381FA}" type="pres">
      <dgm:prSet presAssocID="{C7A75E87-2431-4BA4-B6B8-EF82470F79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ita"/>
        </a:ext>
      </dgm:extLst>
    </dgm:pt>
    <dgm:pt modelId="{B81C1E96-B077-4ACA-8364-A925F864462F}" type="pres">
      <dgm:prSet presAssocID="{C7A75E87-2431-4BA4-B6B8-EF82470F7983}" presName="spaceRect" presStyleCnt="0"/>
      <dgm:spPr/>
    </dgm:pt>
    <dgm:pt modelId="{4EC1DACA-E576-4E44-96E6-2EF24D7DE342}" type="pres">
      <dgm:prSet presAssocID="{C7A75E87-2431-4BA4-B6B8-EF82470F7983}" presName="parTx" presStyleLbl="revTx" presStyleIdx="1" presStyleCnt="5">
        <dgm:presLayoutVars>
          <dgm:chMax val="0"/>
          <dgm:chPref val="0"/>
        </dgm:presLayoutVars>
      </dgm:prSet>
      <dgm:spPr/>
    </dgm:pt>
    <dgm:pt modelId="{8AE96BFE-66B2-4C03-89AC-732C3B7F6EB1}" type="pres">
      <dgm:prSet presAssocID="{C580F181-D53E-4A92-8647-EC8531F25352}" presName="sibTrans" presStyleCnt="0"/>
      <dgm:spPr/>
    </dgm:pt>
    <dgm:pt modelId="{D2EA829D-CD65-49BC-94DA-2BA534A8A0C9}" type="pres">
      <dgm:prSet presAssocID="{6B441087-04E7-4151-8CDD-F480578CE0B2}" presName="compNode" presStyleCnt="0"/>
      <dgm:spPr/>
    </dgm:pt>
    <dgm:pt modelId="{38897680-741C-42F3-8B7A-24A91D3F3114}" type="pres">
      <dgm:prSet presAssocID="{6B441087-04E7-4151-8CDD-F480578CE0B2}" presName="bgRect" presStyleLbl="bgShp" presStyleIdx="2" presStyleCnt="5"/>
      <dgm:spPr/>
    </dgm:pt>
    <dgm:pt modelId="{BB3D3053-4DBD-4D41-A8CC-0D32374DF11B}" type="pres">
      <dgm:prSet presAssocID="{6B441087-04E7-4151-8CDD-F480578CE0B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BB66CFD3-B0E5-4580-AC2B-D935FA008998}" type="pres">
      <dgm:prSet presAssocID="{6B441087-04E7-4151-8CDD-F480578CE0B2}" presName="spaceRect" presStyleCnt="0"/>
      <dgm:spPr/>
    </dgm:pt>
    <dgm:pt modelId="{A493904B-832D-4F86-9198-8EB330AE9B26}" type="pres">
      <dgm:prSet presAssocID="{6B441087-04E7-4151-8CDD-F480578CE0B2}" presName="parTx" presStyleLbl="revTx" presStyleIdx="2" presStyleCnt="5">
        <dgm:presLayoutVars>
          <dgm:chMax val="0"/>
          <dgm:chPref val="0"/>
        </dgm:presLayoutVars>
      </dgm:prSet>
      <dgm:spPr/>
    </dgm:pt>
    <dgm:pt modelId="{173CA3C9-3FCD-432A-967E-0E906B2C5639}" type="pres">
      <dgm:prSet presAssocID="{6A58FA61-9400-4527-B21F-53B29B2DE584}" presName="sibTrans" presStyleCnt="0"/>
      <dgm:spPr/>
    </dgm:pt>
    <dgm:pt modelId="{5D133268-49EC-452B-9451-4656D292EB74}" type="pres">
      <dgm:prSet presAssocID="{E1AE7403-AF90-4561-8AA9-9688694C28EE}" presName="compNode" presStyleCnt="0"/>
      <dgm:spPr/>
    </dgm:pt>
    <dgm:pt modelId="{A9FCEB85-7D27-41D2-BAAF-F0C51E172996}" type="pres">
      <dgm:prSet presAssocID="{E1AE7403-AF90-4561-8AA9-9688694C28EE}" presName="bgRect" presStyleLbl="bgShp" presStyleIdx="3" presStyleCnt="5"/>
      <dgm:spPr/>
    </dgm:pt>
    <dgm:pt modelId="{A80C5463-0FC3-4872-999D-6C6AEB62FA0B}" type="pres">
      <dgm:prSet presAssocID="{E1AE7403-AF90-4561-8AA9-9688694C28E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08580EFB-A9A3-4ED9-92B4-FF42A5223FED}" type="pres">
      <dgm:prSet presAssocID="{E1AE7403-AF90-4561-8AA9-9688694C28EE}" presName="spaceRect" presStyleCnt="0"/>
      <dgm:spPr/>
    </dgm:pt>
    <dgm:pt modelId="{E9084E69-0A10-4E9A-A694-44BECFA4C3CC}" type="pres">
      <dgm:prSet presAssocID="{E1AE7403-AF90-4561-8AA9-9688694C28EE}" presName="parTx" presStyleLbl="revTx" presStyleIdx="3" presStyleCnt="5">
        <dgm:presLayoutVars>
          <dgm:chMax val="0"/>
          <dgm:chPref val="0"/>
        </dgm:presLayoutVars>
      </dgm:prSet>
      <dgm:spPr/>
    </dgm:pt>
    <dgm:pt modelId="{E329BA14-AC69-4E78-A371-CE447641D439}" type="pres">
      <dgm:prSet presAssocID="{54938C42-2D31-419F-901C-7F77D7775095}" presName="sibTrans" presStyleCnt="0"/>
      <dgm:spPr/>
    </dgm:pt>
    <dgm:pt modelId="{7A616B9D-E6CD-4EB4-ADEE-7D5CE960227F}" type="pres">
      <dgm:prSet presAssocID="{15AFE689-4121-4645-AC2C-60F559055985}" presName="compNode" presStyleCnt="0"/>
      <dgm:spPr/>
    </dgm:pt>
    <dgm:pt modelId="{F0E77A55-899E-46CC-B105-A19E5DAC153B}" type="pres">
      <dgm:prSet presAssocID="{15AFE689-4121-4645-AC2C-60F559055985}" presName="bgRect" presStyleLbl="bgShp" presStyleIdx="4" presStyleCnt="5"/>
      <dgm:spPr/>
    </dgm:pt>
    <dgm:pt modelId="{7475BDAD-0576-4C31-B0FB-2F73360BE6B8}" type="pres">
      <dgm:prSet presAssocID="{15AFE689-4121-4645-AC2C-60F55905598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B8CF7C6-5F02-4A2F-ACA0-0D0DC1084644}" type="pres">
      <dgm:prSet presAssocID="{15AFE689-4121-4645-AC2C-60F559055985}" presName="spaceRect" presStyleCnt="0"/>
      <dgm:spPr/>
    </dgm:pt>
    <dgm:pt modelId="{8382FAB6-6422-4F52-B9DE-E6F1381003EC}" type="pres">
      <dgm:prSet presAssocID="{15AFE689-4121-4645-AC2C-60F55905598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F558209-B31B-40DC-B530-F0B2D526C2D3}" srcId="{89FF2617-21F3-440B-81C3-9184533C7E5F}" destId="{E1AE7403-AF90-4561-8AA9-9688694C28EE}" srcOrd="3" destOrd="0" parTransId="{90853615-1A6E-49CE-ADE4-98EFCA1D3D02}" sibTransId="{54938C42-2D31-419F-901C-7F77D7775095}"/>
    <dgm:cxn modelId="{CB576229-6151-4BD1-AE79-FEBD871AD903}" type="presOf" srcId="{15AFE689-4121-4645-AC2C-60F559055985}" destId="{8382FAB6-6422-4F52-B9DE-E6F1381003EC}" srcOrd="0" destOrd="0" presId="urn:microsoft.com/office/officeart/2018/2/layout/IconVerticalSolidList"/>
    <dgm:cxn modelId="{D8D0CD2C-C759-4B81-B1B1-EBC3B7077A55}" srcId="{89FF2617-21F3-440B-81C3-9184533C7E5F}" destId="{C7A75E87-2431-4BA4-B6B8-EF82470F7983}" srcOrd="1" destOrd="0" parTransId="{348668F3-8D67-49A6-AB4F-9A03B8DF97D3}" sibTransId="{C580F181-D53E-4A92-8647-EC8531F25352}"/>
    <dgm:cxn modelId="{6733E531-103E-4C6B-9014-5F03864186D0}" type="presOf" srcId="{C7A75E87-2431-4BA4-B6B8-EF82470F7983}" destId="{4EC1DACA-E576-4E44-96E6-2EF24D7DE342}" srcOrd="0" destOrd="0" presId="urn:microsoft.com/office/officeart/2018/2/layout/IconVerticalSolidList"/>
    <dgm:cxn modelId="{7B4D3C51-FF2B-4C26-B1A8-64FFE6DB5BAC}" type="presOf" srcId="{6B441087-04E7-4151-8CDD-F480578CE0B2}" destId="{A493904B-832D-4F86-9198-8EB330AE9B26}" srcOrd="0" destOrd="0" presId="urn:microsoft.com/office/officeart/2018/2/layout/IconVerticalSolidList"/>
    <dgm:cxn modelId="{8B504E54-67C6-45F9-A8FC-EC59D5FF2913}" type="presOf" srcId="{89FF2617-21F3-440B-81C3-9184533C7E5F}" destId="{B2737EEF-6DD1-407E-AA7F-048C3EDB76A3}" srcOrd="0" destOrd="0" presId="urn:microsoft.com/office/officeart/2018/2/layout/IconVerticalSolidList"/>
    <dgm:cxn modelId="{CA63848B-6C0F-40D0-98F8-87F878E8FC6D}" srcId="{89FF2617-21F3-440B-81C3-9184533C7E5F}" destId="{6B441087-04E7-4151-8CDD-F480578CE0B2}" srcOrd="2" destOrd="0" parTransId="{41AA6A84-0CA1-42D1-9A48-37C304C8C02C}" sibTransId="{6A58FA61-9400-4527-B21F-53B29B2DE584}"/>
    <dgm:cxn modelId="{18099D9B-7C5C-4BE4-91A2-642851181F00}" type="presOf" srcId="{C5581CB0-C76E-4AA4-8386-FD7198F672A1}" destId="{953771D8-7D27-414D-B0FD-BB9AB38D23B4}" srcOrd="0" destOrd="0" presId="urn:microsoft.com/office/officeart/2018/2/layout/IconVerticalSolidList"/>
    <dgm:cxn modelId="{01A9A2DC-0B02-41BF-AD39-2857BA386ADE}" srcId="{89FF2617-21F3-440B-81C3-9184533C7E5F}" destId="{C5581CB0-C76E-4AA4-8386-FD7198F672A1}" srcOrd="0" destOrd="0" parTransId="{ED5B1C36-26DE-49F6-8A5C-0818DF150D88}" sibTransId="{5A88AB45-A619-43F0-B3F0-B50719DBCD78}"/>
    <dgm:cxn modelId="{DA3FE9EC-7670-4F2E-9441-8A2BB5E0AE72}" type="presOf" srcId="{E1AE7403-AF90-4561-8AA9-9688694C28EE}" destId="{E9084E69-0A10-4E9A-A694-44BECFA4C3CC}" srcOrd="0" destOrd="0" presId="urn:microsoft.com/office/officeart/2018/2/layout/IconVerticalSolidList"/>
    <dgm:cxn modelId="{0D19E8F1-F1FC-46D3-AE01-430ECC09DC02}" srcId="{89FF2617-21F3-440B-81C3-9184533C7E5F}" destId="{15AFE689-4121-4645-AC2C-60F559055985}" srcOrd="4" destOrd="0" parTransId="{51479927-FB0F-481C-8E15-1D5E9C028A27}" sibTransId="{676D6A67-3C83-4196-A02F-929BA26B581F}"/>
    <dgm:cxn modelId="{006D3C76-3948-4339-868B-7E708483CA88}" type="presParOf" srcId="{B2737EEF-6DD1-407E-AA7F-048C3EDB76A3}" destId="{B9496E92-D9B0-4656-AAF1-223CCF50C400}" srcOrd="0" destOrd="0" presId="urn:microsoft.com/office/officeart/2018/2/layout/IconVerticalSolidList"/>
    <dgm:cxn modelId="{2C0CE7A0-55B7-4E08-B34E-9882B67E1D96}" type="presParOf" srcId="{B9496E92-D9B0-4656-AAF1-223CCF50C400}" destId="{958E8D9A-5744-4777-8407-A768E939C752}" srcOrd="0" destOrd="0" presId="urn:microsoft.com/office/officeart/2018/2/layout/IconVerticalSolidList"/>
    <dgm:cxn modelId="{496D9877-4951-499B-8291-21A5313CC1CA}" type="presParOf" srcId="{B9496E92-D9B0-4656-AAF1-223CCF50C400}" destId="{214D3978-B4F0-46F5-9E12-6F150F4A0B0D}" srcOrd="1" destOrd="0" presId="urn:microsoft.com/office/officeart/2018/2/layout/IconVerticalSolidList"/>
    <dgm:cxn modelId="{23052B69-7698-4924-A0A9-2446922FB099}" type="presParOf" srcId="{B9496E92-D9B0-4656-AAF1-223CCF50C400}" destId="{EA1EF518-F93D-4D4A-A934-19DF8A277475}" srcOrd="2" destOrd="0" presId="urn:microsoft.com/office/officeart/2018/2/layout/IconVerticalSolidList"/>
    <dgm:cxn modelId="{2051FC52-E33E-42AA-9557-073B75F786A2}" type="presParOf" srcId="{B9496E92-D9B0-4656-AAF1-223CCF50C400}" destId="{953771D8-7D27-414D-B0FD-BB9AB38D23B4}" srcOrd="3" destOrd="0" presId="urn:microsoft.com/office/officeart/2018/2/layout/IconVerticalSolidList"/>
    <dgm:cxn modelId="{6CD087AB-1363-4AA4-8CB2-0F41D56F83F8}" type="presParOf" srcId="{B2737EEF-6DD1-407E-AA7F-048C3EDB76A3}" destId="{00369F52-31D6-41A9-B033-A920DCF88F40}" srcOrd="1" destOrd="0" presId="urn:microsoft.com/office/officeart/2018/2/layout/IconVerticalSolidList"/>
    <dgm:cxn modelId="{F10B6D34-5F6C-4784-BC05-738EF42B58BB}" type="presParOf" srcId="{B2737EEF-6DD1-407E-AA7F-048C3EDB76A3}" destId="{7BB2FFD1-3A7E-438F-9454-4120948D574A}" srcOrd="2" destOrd="0" presId="urn:microsoft.com/office/officeart/2018/2/layout/IconVerticalSolidList"/>
    <dgm:cxn modelId="{290E3BCE-FCCB-41C5-A265-C7836EBB4888}" type="presParOf" srcId="{7BB2FFD1-3A7E-438F-9454-4120948D574A}" destId="{99FCD538-8FAB-433D-871E-FB4FD1CBDFC8}" srcOrd="0" destOrd="0" presId="urn:microsoft.com/office/officeart/2018/2/layout/IconVerticalSolidList"/>
    <dgm:cxn modelId="{83535F13-4F96-43C3-810D-1082B24CE22A}" type="presParOf" srcId="{7BB2FFD1-3A7E-438F-9454-4120948D574A}" destId="{C772A280-6295-456C-9BB5-3E3C785381FA}" srcOrd="1" destOrd="0" presId="urn:microsoft.com/office/officeart/2018/2/layout/IconVerticalSolidList"/>
    <dgm:cxn modelId="{3FECA637-E17F-4813-853F-72034AF41B56}" type="presParOf" srcId="{7BB2FFD1-3A7E-438F-9454-4120948D574A}" destId="{B81C1E96-B077-4ACA-8364-A925F864462F}" srcOrd="2" destOrd="0" presId="urn:microsoft.com/office/officeart/2018/2/layout/IconVerticalSolidList"/>
    <dgm:cxn modelId="{3D9A73AB-F8FB-4373-AEE1-2D74B6F17AB4}" type="presParOf" srcId="{7BB2FFD1-3A7E-438F-9454-4120948D574A}" destId="{4EC1DACA-E576-4E44-96E6-2EF24D7DE342}" srcOrd="3" destOrd="0" presId="urn:microsoft.com/office/officeart/2018/2/layout/IconVerticalSolidList"/>
    <dgm:cxn modelId="{AB4D02DD-9F8C-468C-A6B4-F4097F914A21}" type="presParOf" srcId="{B2737EEF-6DD1-407E-AA7F-048C3EDB76A3}" destId="{8AE96BFE-66B2-4C03-89AC-732C3B7F6EB1}" srcOrd="3" destOrd="0" presId="urn:microsoft.com/office/officeart/2018/2/layout/IconVerticalSolidList"/>
    <dgm:cxn modelId="{7339D089-E5B6-403D-A6D2-F1EF69E2720A}" type="presParOf" srcId="{B2737EEF-6DD1-407E-AA7F-048C3EDB76A3}" destId="{D2EA829D-CD65-49BC-94DA-2BA534A8A0C9}" srcOrd="4" destOrd="0" presId="urn:microsoft.com/office/officeart/2018/2/layout/IconVerticalSolidList"/>
    <dgm:cxn modelId="{CDE4E71A-A6AB-4D83-A1FB-18510F5B35A1}" type="presParOf" srcId="{D2EA829D-CD65-49BC-94DA-2BA534A8A0C9}" destId="{38897680-741C-42F3-8B7A-24A91D3F3114}" srcOrd="0" destOrd="0" presId="urn:microsoft.com/office/officeart/2018/2/layout/IconVerticalSolidList"/>
    <dgm:cxn modelId="{AEC55F1B-3673-4F18-B437-96DE18940D3D}" type="presParOf" srcId="{D2EA829D-CD65-49BC-94DA-2BA534A8A0C9}" destId="{BB3D3053-4DBD-4D41-A8CC-0D32374DF11B}" srcOrd="1" destOrd="0" presId="urn:microsoft.com/office/officeart/2018/2/layout/IconVerticalSolidList"/>
    <dgm:cxn modelId="{2C5FC5E7-E56A-4EAF-AD04-66F90B769FB8}" type="presParOf" srcId="{D2EA829D-CD65-49BC-94DA-2BA534A8A0C9}" destId="{BB66CFD3-B0E5-4580-AC2B-D935FA008998}" srcOrd="2" destOrd="0" presId="urn:microsoft.com/office/officeart/2018/2/layout/IconVerticalSolidList"/>
    <dgm:cxn modelId="{A404FB3F-8975-4E22-B63F-3C403BB899C5}" type="presParOf" srcId="{D2EA829D-CD65-49BC-94DA-2BA534A8A0C9}" destId="{A493904B-832D-4F86-9198-8EB330AE9B26}" srcOrd="3" destOrd="0" presId="urn:microsoft.com/office/officeart/2018/2/layout/IconVerticalSolidList"/>
    <dgm:cxn modelId="{610AE0BF-50BE-4FBD-B08C-C572F8A6E5FB}" type="presParOf" srcId="{B2737EEF-6DD1-407E-AA7F-048C3EDB76A3}" destId="{173CA3C9-3FCD-432A-967E-0E906B2C5639}" srcOrd="5" destOrd="0" presId="urn:microsoft.com/office/officeart/2018/2/layout/IconVerticalSolidList"/>
    <dgm:cxn modelId="{C6E98725-E350-4C70-855C-13F08BE6F49E}" type="presParOf" srcId="{B2737EEF-6DD1-407E-AA7F-048C3EDB76A3}" destId="{5D133268-49EC-452B-9451-4656D292EB74}" srcOrd="6" destOrd="0" presId="urn:microsoft.com/office/officeart/2018/2/layout/IconVerticalSolidList"/>
    <dgm:cxn modelId="{6B5DBE44-2A40-4DF4-BA56-4A1B63C7D847}" type="presParOf" srcId="{5D133268-49EC-452B-9451-4656D292EB74}" destId="{A9FCEB85-7D27-41D2-BAAF-F0C51E172996}" srcOrd="0" destOrd="0" presId="urn:microsoft.com/office/officeart/2018/2/layout/IconVerticalSolidList"/>
    <dgm:cxn modelId="{5C167681-1361-4867-9FC3-CB68DE52B6C5}" type="presParOf" srcId="{5D133268-49EC-452B-9451-4656D292EB74}" destId="{A80C5463-0FC3-4872-999D-6C6AEB62FA0B}" srcOrd="1" destOrd="0" presId="urn:microsoft.com/office/officeart/2018/2/layout/IconVerticalSolidList"/>
    <dgm:cxn modelId="{807E8126-1D5B-4A4D-8CD9-82748F72A4EA}" type="presParOf" srcId="{5D133268-49EC-452B-9451-4656D292EB74}" destId="{08580EFB-A9A3-4ED9-92B4-FF42A5223FED}" srcOrd="2" destOrd="0" presId="urn:microsoft.com/office/officeart/2018/2/layout/IconVerticalSolidList"/>
    <dgm:cxn modelId="{F33B82AF-D6B8-4AD5-9C05-8E2D27F40BAF}" type="presParOf" srcId="{5D133268-49EC-452B-9451-4656D292EB74}" destId="{E9084E69-0A10-4E9A-A694-44BECFA4C3CC}" srcOrd="3" destOrd="0" presId="urn:microsoft.com/office/officeart/2018/2/layout/IconVerticalSolidList"/>
    <dgm:cxn modelId="{A09E37FD-F0BD-45FB-A808-CEA6B3C83ECF}" type="presParOf" srcId="{B2737EEF-6DD1-407E-AA7F-048C3EDB76A3}" destId="{E329BA14-AC69-4E78-A371-CE447641D439}" srcOrd="7" destOrd="0" presId="urn:microsoft.com/office/officeart/2018/2/layout/IconVerticalSolidList"/>
    <dgm:cxn modelId="{D194C5DD-6CB0-411D-B7DE-1A722DC66352}" type="presParOf" srcId="{B2737EEF-6DD1-407E-AA7F-048C3EDB76A3}" destId="{7A616B9D-E6CD-4EB4-ADEE-7D5CE960227F}" srcOrd="8" destOrd="0" presId="urn:microsoft.com/office/officeart/2018/2/layout/IconVerticalSolidList"/>
    <dgm:cxn modelId="{DD727DF1-2D96-4A9E-A46E-5C50896E8A3F}" type="presParOf" srcId="{7A616B9D-E6CD-4EB4-ADEE-7D5CE960227F}" destId="{F0E77A55-899E-46CC-B105-A19E5DAC153B}" srcOrd="0" destOrd="0" presId="urn:microsoft.com/office/officeart/2018/2/layout/IconVerticalSolidList"/>
    <dgm:cxn modelId="{4958D8D2-3CD8-406F-81E6-2F348037DB18}" type="presParOf" srcId="{7A616B9D-E6CD-4EB4-ADEE-7D5CE960227F}" destId="{7475BDAD-0576-4C31-B0FB-2F73360BE6B8}" srcOrd="1" destOrd="0" presId="urn:microsoft.com/office/officeart/2018/2/layout/IconVerticalSolidList"/>
    <dgm:cxn modelId="{5365FE0F-8F13-4EB0-9CE4-75864111DE6A}" type="presParOf" srcId="{7A616B9D-E6CD-4EB4-ADEE-7D5CE960227F}" destId="{AB8CF7C6-5F02-4A2F-ACA0-0D0DC1084644}" srcOrd="2" destOrd="0" presId="urn:microsoft.com/office/officeart/2018/2/layout/IconVerticalSolidList"/>
    <dgm:cxn modelId="{61CE7B43-3B7E-4F64-8015-3737C4C10E61}" type="presParOf" srcId="{7A616B9D-E6CD-4EB4-ADEE-7D5CE960227F}" destId="{8382FAB6-6422-4F52-B9DE-E6F1381003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0D0009-E14F-4359-8FCE-35F4AC43160E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EAE719B-BE39-40AB-9706-51B8890958B9}">
      <dgm:prSet/>
      <dgm:spPr/>
      <dgm:t>
        <a:bodyPr/>
        <a:lstStyle/>
        <a:p>
          <a:r>
            <a:rPr lang="it-IT"/>
            <a:t>Quando viene eseguito entra nella </a:t>
          </a:r>
          <a:r>
            <a:rPr lang="it-IT" b="1"/>
            <a:t>coda di ingresso </a:t>
          </a:r>
          <a:endParaRPr lang="en-US"/>
        </a:p>
      </dgm:t>
    </dgm:pt>
    <dgm:pt modelId="{EB79BAFC-C29E-4A1A-A085-C4AD44F6705A}" type="parTrans" cxnId="{12FDD16F-34B0-42FA-92F6-BD1E44DF3EE1}">
      <dgm:prSet/>
      <dgm:spPr/>
      <dgm:t>
        <a:bodyPr/>
        <a:lstStyle/>
        <a:p>
          <a:endParaRPr lang="en-US"/>
        </a:p>
      </dgm:t>
    </dgm:pt>
    <dgm:pt modelId="{9D5405C5-1E95-4363-B89A-1121C58DA123}" type="sibTrans" cxnId="{12FDD16F-34B0-42FA-92F6-BD1E44DF3EE1}">
      <dgm:prSet/>
      <dgm:spPr/>
      <dgm:t>
        <a:bodyPr/>
        <a:lstStyle/>
        <a:p>
          <a:endParaRPr lang="en-US"/>
        </a:p>
      </dgm:t>
    </dgm:pt>
    <dgm:pt modelId="{12C7D42F-4632-4339-A887-12BF65ACE94F}">
      <dgm:prSet/>
      <dgm:spPr/>
      <dgm:t>
        <a:bodyPr/>
        <a:lstStyle/>
        <a:p>
          <a:r>
            <a:rPr lang="it-IT"/>
            <a:t>Il </a:t>
          </a:r>
          <a:r>
            <a:rPr lang="it-IT" b="1"/>
            <a:t>loader</a:t>
          </a:r>
          <a:r>
            <a:rPr lang="it-IT"/>
            <a:t> lo carica in RAM.</a:t>
          </a:r>
          <a:endParaRPr lang="en-US"/>
        </a:p>
      </dgm:t>
    </dgm:pt>
    <dgm:pt modelId="{33013A90-3B0B-45E8-985C-46DB10EE19AA}" type="parTrans" cxnId="{CB7F2131-AD70-425C-94BF-FCD7CEF24EAB}">
      <dgm:prSet/>
      <dgm:spPr/>
      <dgm:t>
        <a:bodyPr/>
        <a:lstStyle/>
        <a:p>
          <a:endParaRPr lang="en-US"/>
        </a:p>
      </dgm:t>
    </dgm:pt>
    <dgm:pt modelId="{23E384BE-ADF1-465E-BBA3-9D40852799DC}" type="sibTrans" cxnId="{CB7F2131-AD70-425C-94BF-FCD7CEF24EAB}">
      <dgm:prSet/>
      <dgm:spPr/>
      <dgm:t>
        <a:bodyPr/>
        <a:lstStyle/>
        <a:p>
          <a:endParaRPr lang="en-US"/>
        </a:p>
      </dgm:t>
    </dgm:pt>
    <dgm:pt modelId="{FC991008-EE40-4213-8FED-B6C9C809C9C8}">
      <dgm:prSet/>
      <dgm:spPr/>
      <dgm:t>
        <a:bodyPr/>
        <a:lstStyle/>
        <a:p>
          <a:r>
            <a:rPr lang="it-IT"/>
            <a:t>Il programma diventa </a:t>
          </a:r>
          <a:r>
            <a:rPr lang="it-IT" b="1"/>
            <a:t>processo</a:t>
          </a:r>
          <a:r>
            <a:rPr lang="it-IT"/>
            <a:t> e entra nella </a:t>
          </a:r>
          <a:r>
            <a:rPr lang="it-IT" b="1"/>
            <a:t>Ready List</a:t>
          </a:r>
          <a:r>
            <a:rPr lang="it-IT"/>
            <a:t>, pronto per la CPU.</a:t>
          </a:r>
          <a:endParaRPr lang="en-US"/>
        </a:p>
      </dgm:t>
    </dgm:pt>
    <dgm:pt modelId="{FBC2353D-9D29-4879-B415-60CD85A1D70F}" type="parTrans" cxnId="{D55B1307-BE1B-4A00-9280-6AFCA400C69C}">
      <dgm:prSet/>
      <dgm:spPr/>
      <dgm:t>
        <a:bodyPr/>
        <a:lstStyle/>
        <a:p>
          <a:endParaRPr lang="en-US"/>
        </a:p>
      </dgm:t>
    </dgm:pt>
    <dgm:pt modelId="{C4FA5C1B-6421-494E-B487-E33E52D2A9C4}" type="sibTrans" cxnId="{D55B1307-BE1B-4A00-9280-6AFCA400C69C}">
      <dgm:prSet/>
      <dgm:spPr/>
      <dgm:t>
        <a:bodyPr/>
        <a:lstStyle/>
        <a:p>
          <a:endParaRPr lang="en-US"/>
        </a:p>
      </dgm:t>
    </dgm:pt>
    <dgm:pt modelId="{E426018D-7F94-4BD1-ADDB-7C0693D8215B}" type="pres">
      <dgm:prSet presAssocID="{ED0D0009-E14F-4359-8FCE-35F4AC43160E}" presName="diagram" presStyleCnt="0">
        <dgm:presLayoutVars>
          <dgm:dir/>
          <dgm:resizeHandles val="exact"/>
        </dgm:presLayoutVars>
      </dgm:prSet>
      <dgm:spPr/>
    </dgm:pt>
    <dgm:pt modelId="{1F114F85-E6B0-43FC-9AF7-70B916F54F71}" type="pres">
      <dgm:prSet presAssocID="{4EAE719B-BE39-40AB-9706-51B8890958B9}" presName="node" presStyleLbl="node1" presStyleIdx="0" presStyleCnt="3">
        <dgm:presLayoutVars>
          <dgm:bulletEnabled val="1"/>
        </dgm:presLayoutVars>
      </dgm:prSet>
      <dgm:spPr/>
    </dgm:pt>
    <dgm:pt modelId="{55961092-D13C-4C3D-A615-D7D635F58519}" type="pres">
      <dgm:prSet presAssocID="{9D5405C5-1E95-4363-B89A-1121C58DA123}" presName="sibTrans" presStyleLbl="sibTrans2D1" presStyleIdx="0" presStyleCnt="2"/>
      <dgm:spPr/>
    </dgm:pt>
    <dgm:pt modelId="{4BC88BA9-3267-4B1D-8D2A-495F19AA736A}" type="pres">
      <dgm:prSet presAssocID="{9D5405C5-1E95-4363-B89A-1121C58DA123}" presName="connectorText" presStyleLbl="sibTrans2D1" presStyleIdx="0" presStyleCnt="2"/>
      <dgm:spPr/>
    </dgm:pt>
    <dgm:pt modelId="{07063E66-D86F-44FB-9F8A-7E91329139F7}" type="pres">
      <dgm:prSet presAssocID="{12C7D42F-4632-4339-A887-12BF65ACE94F}" presName="node" presStyleLbl="node1" presStyleIdx="1" presStyleCnt="3">
        <dgm:presLayoutVars>
          <dgm:bulletEnabled val="1"/>
        </dgm:presLayoutVars>
      </dgm:prSet>
      <dgm:spPr/>
    </dgm:pt>
    <dgm:pt modelId="{271D0510-C9C7-4CC3-95A4-53A5CB80123F}" type="pres">
      <dgm:prSet presAssocID="{23E384BE-ADF1-465E-BBA3-9D40852799DC}" presName="sibTrans" presStyleLbl="sibTrans2D1" presStyleIdx="1" presStyleCnt="2"/>
      <dgm:spPr/>
    </dgm:pt>
    <dgm:pt modelId="{A9FF9872-EA95-4054-917C-FA075667C439}" type="pres">
      <dgm:prSet presAssocID="{23E384BE-ADF1-465E-BBA3-9D40852799DC}" presName="connectorText" presStyleLbl="sibTrans2D1" presStyleIdx="1" presStyleCnt="2"/>
      <dgm:spPr/>
    </dgm:pt>
    <dgm:pt modelId="{AEA16904-02D5-4DA9-8EA4-9E9CD45C72A4}" type="pres">
      <dgm:prSet presAssocID="{FC991008-EE40-4213-8FED-B6C9C809C9C8}" presName="node" presStyleLbl="node1" presStyleIdx="2" presStyleCnt="3">
        <dgm:presLayoutVars>
          <dgm:bulletEnabled val="1"/>
        </dgm:presLayoutVars>
      </dgm:prSet>
      <dgm:spPr/>
    </dgm:pt>
  </dgm:ptLst>
  <dgm:cxnLst>
    <dgm:cxn modelId="{F5FBBE03-CD03-40CD-832B-59A0FEA66E0F}" type="presOf" srcId="{23E384BE-ADF1-465E-BBA3-9D40852799DC}" destId="{A9FF9872-EA95-4054-917C-FA075667C439}" srcOrd="1" destOrd="0" presId="urn:microsoft.com/office/officeart/2005/8/layout/process5"/>
    <dgm:cxn modelId="{D55B1307-BE1B-4A00-9280-6AFCA400C69C}" srcId="{ED0D0009-E14F-4359-8FCE-35F4AC43160E}" destId="{FC991008-EE40-4213-8FED-B6C9C809C9C8}" srcOrd="2" destOrd="0" parTransId="{FBC2353D-9D29-4879-B415-60CD85A1D70F}" sibTransId="{C4FA5C1B-6421-494E-B487-E33E52D2A9C4}"/>
    <dgm:cxn modelId="{CB7F2131-AD70-425C-94BF-FCD7CEF24EAB}" srcId="{ED0D0009-E14F-4359-8FCE-35F4AC43160E}" destId="{12C7D42F-4632-4339-A887-12BF65ACE94F}" srcOrd="1" destOrd="0" parTransId="{33013A90-3B0B-45E8-985C-46DB10EE19AA}" sibTransId="{23E384BE-ADF1-465E-BBA3-9D40852799DC}"/>
    <dgm:cxn modelId="{12FDD16F-34B0-42FA-92F6-BD1E44DF3EE1}" srcId="{ED0D0009-E14F-4359-8FCE-35F4AC43160E}" destId="{4EAE719B-BE39-40AB-9706-51B8890958B9}" srcOrd="0" destOrd="0" parTransId="{EB79BAFC-C29E-4A1A-A085-C4AD44F6705A}" sibTransId="{9D5405C5-1E95-4363-B89A-1121C58DA123}"/>
    <dgm:cxn modelId="{50015E84-5FBF-4C73-AB34-03D1B77504D2}" type="presOf" srcId="{4EAE719B-BE39-40AB-9706-51B8890958B9}" destId="{1F114F85-E6B0-43FC-9AF7-70B916F54F71}" srcOrd="0" destOrd="0" presId="urn:microsoft.com/office/officeart/2005/8/layout/process5"/>
    <dgm:cxn modelId="{50B16B88-7088-44BD-840A-EE2BFEC53560}" type="presOf" srcId="{9D5405C5-1E95-4363-B89A-1121C58DA123}" destId="{4BC88BA9-3267-4B1D-8D2A-495F19AA736A}" srcOrd="1" destOrd="0" presId="urn:microsoft.com/office/officeart/2005/8/layout/process5"/>
    <dgm:cxn modelId="{4CC5578E-B027-483C-B828-92AE8924230F}" type="presOf" srcId="{23E384BE-ADF1-465E-BBA3-9D40852799DC}" destId="{271D0510-C9C7-4CC3-95A4-53A5CB80123F}" srcOrd="0" destOrd="0" presId="urn:microsoft.com/office/officeart/2005/8/layout/process5"/>
    <dgm:cxn modelId="{0F1FC397-3B91-4FCA-8D5D-2EABCFCA824C}" type="presOf" srcId="{ED0D0009-E14F-4359-8FCE-35F4AC43160E}" destId="{E426018D-7F94-4BD1-ADDB-7C0693D8215B}" srcOrd="0" destOrd="0" presId="urn:microsoft.com/office/officeart/2005/8/layout/process5"/>
    <dgm:cxn modelId="{170339B8-2024-4627-853C-2A0027809DA3}" type="presOf" srcId="{9D5405C5-1E95-4363-B89A-1121C58DA123}" destId="{55961092-D13C-4C3D-A615-D7D635F58519}" srcOrd="0" destOrd="0" presId="urn:microsoft.com/office/officeart/2005/8/layout/process5"/>
    <dgm:cxn modelId="{E77FABD5-CD4C-4D3D-8243-18F0067B8109}" type="presOf" srcId="{FC991008-EE40-4213-8FED-B6C9C809C9C8}" destId="{AEA16904-02D5-4DA9-8EA4-9E9CD45C72A4}" srcOrd="0" destOrd="0" presId="urn:microsoft.com/office/officeart/2005/8/layout/process5"/>
    <dgm:cxn modelId="{BD8905EA-214B-4115-A69F-0A1E2A937551}" type="presOf" srcId="{12C7D42F-4632-4339-A887-12BF65ACE94F}" destId="{07063E66-D86F-44FB-9F8A-7E91329139F7}" srcOrd="0" destOrd="0" presId="urn:microsoft.com/office/officeart/2005/8/layout/process5"/>
    <dgm:cxn modelId="{49CF4E13-9A54-49E3-A0C9-ECE200A29E58}" type="presParOf" srcId="{E426018D-7F94-4BD1-ADDB-7C0693D8215B}" destId="{1F114F85-E6B0-43FC-9AF7-70B916F54F71}" srcOrd="0" destOrd="0" presId="urn:microsoft.com/office/officeart/2005/8/layout/process5"/>
    <dgm:cxn modelId="{6ACB321C-BA85-4622-90CF-81CB041A3EFE}" type="presParOf" srcId="{E426018D-7F94-4BD1-ADDB-7C0693D8215B}" destId="{55961092-D13C-4C3D-A615-D7D635F58519}" srcOrd="1" destOrd="0" presId="urn:microsoft.com/office/officeart/2005/8/layout/process5"/>
    <dgm:cxn modelId="{C3A82F12-4432-4D65-AC15-F52FA6171074}" type="presParOf" srcId="{55961092-D13C-4C3D-A615-D7D635F58519}" destId="{4BC88BA9-3267-4B1D-8D2A-495F19AA736A}" srcOrd="0" destOrd="0" presId="urn:microsoft.com/office/officeart/2005/8/layout/process5"/>
    <dgm:cxn modelId="{B09CA667-08C7-48FA-B0E7-722167F5CCAE}" type="presParOf" srcId="{E426018D-7F94-4BD1-ADDB-7C0693D8215B}" destId="{07063E66-D86F-44FB-9F8A-7E91329139F7}" srcOrd="2" destOrd="0" presId="urn:microsoft.com/office/officeart/2005/8/layout/process5"/>
    <dgm:cxn modelId="{B634A7FC-6116-417F-9FFB-4139586810B7}" type="presParOf" srcId="{E426018D-7F94-4BD1-ADDB-7C0693D8215B}" destId="{271D0510-C9C7-4CC3-95A4-53A5CB80123F}" srcOrd="3" destOrd="0" presId="urn:microsoft.com/office/officeart/2005/8/layout/process5"/>
    <dgm:cxn modelId="{2C2788B1-668F-4549-AD14-90077D84D43B}" type="presParOf" srcId="{271D0510-C9C7-4CC3-95A4-53A5CB80123F}" destId="{A9FF9872-EA95-4054-917C-FA075667C439}" srcOrd="0" destOrd="0" presId="urn:microsoft.com/office/officeart/2005/8/layout/process5"/>
    <dgm:cxn modelId="{D6F6E346-56A8-4188-9744-70852EA7D779}" type="presParOf" srcId="{E426018D-7F94-4BD1-ADDB-7C0693D8215B}" destId="{AEA16904-02D5-4DA9-8EA4-9E9CD45C72A4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32960F-F122-4A1F-9F98-B2C5F9E0884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D39934-6A12-4735-BE86-3A44C8C0C177}">
      <dgm:prSet/>
      <dgm:spPr/>
      <dgm:t>
        <a:bodyPr/>
        <a:lstStyle/>
        <a:p>
          <a:r>
            <a:rPr lang="it-IT" b="0" i="0"/>
            <a:t>Il </a:t>
          </a:r>
          <a:r>
            <a:rPr lang="it-IT" b="1" i="0"/>
            <a:t>binding</a:t>
          </a:r>
          <a:r>
            <a:rPr lang="it-IT" b="0" i="0"/>
            <a:t> trasforma </a:t>
          </a:r>
          <a:r>
            <a:rPr lang="it-IT" b="1" i="0"/>
            <a:t>indirizzi logici → indirizzi fisici</a:t>
          </a:r>
          <a:r>
            <a:rPr lang="it-IT" b="0" i="0"/>
            <a:t>.</a:t>
          </a:r>
          <a:endParaRPr lang="en-US"/>
        </a:p>
      </dgm:t>
    </dgm:pt>
    <dgm:pt modelId="{B04EB439-34E8-4EE2-8D30-345CCA3FFB90}" type="parTrans" cxnId="{E7B48511-56C3-4CF6-B1D7-006661067F7F}">
      <dgm:prSet/>
      <dgm:spPr/>
      <dgm:t>
        <a:bodyPr/>
        <a:lstStyle/>
        <a:p>
          <a:endParaRPr lang="en-US"/>
        </a:p>
      </dgm:t>
    </dgm:pt>
    <dgm:pt modelId="{7CEF893D-CA50-43F3-9109-8F491CACB3D6}" type="sibTrans" cxnId="{E7B48511-56C3-4CF6-B1D7-006661067F7F}">
      <dgm:prSet/>
      <dgm:spPr/>
      <dgm:t>
        <a:bodyPr/>
        <a:lstStyle/>
        <a:p>
          <a:endParaRPr lang="en-US"/>
        </a:p>
      </dgm:t>
    </dgm:pt>
    <dgm:pt modelId="{8770D8E6-70C0-476D-9F7D-B32EC74BF357}">
      <dgm:prSet/>
      <dgm:spPr/>
      <dgm:t>
        <a:bodyPr/>
        <a:lstStyle/>
        <a:p>
          <a:r>
            <a:rPr lang="it-IT" b="0" i="0"/>
            <a:t>Può avvenire in tre momenti:</a:t>
          </a:r>
          <a:endParaRPr lang="en-US"/>
        </a:p>
      </dgm:t>
    </dgm:pt>
    <dgm:pt modelId="{01D45455-B691-4071-AB5B-C7FC3DBCB4AF}" type="parTrans" cxnId="{D82D2ABC-46DE-4552-8E94-629BF8850001}">
      <dgm:prSet/>
      <dgm:spPr/>
      <dgm:t>
        <a:bodyPr/>
        <a:lstStyle/>
        <a:p>
          <a:endParaRPr lang="en-US"/>
        </a:p>
      </dgm:t>
    </dgm:pt>
    <dgm:pt modelId="{177B6484-F120-47B7-9CEE-A62351AA44C5}" type="sibTrans" cxnId="{D82D2ABC-46DE-4552-8E94-629BF8850001}">
      <dgm:prSet/>
      <dgm:spPr/>
      <dgm:t>
        <a:bodyPr/>
        <a:lstStyle/>
        <a:p>
          <a:endParaRPr lang="en-US"/>
        </a:p>
      </dgm:t>
    </dgm:pt>
    <dgm:pt modelId="{8F4A5E20-CF3A-46F6-BDA9-C574FFADCC1B}">
      <dgm:prSet/>
      <dgm:spPr/>
      <dgm:t>
        <a:bodyPr/>
        <a:lstStyle/>
        <a:p>
          <a:r>
            <a:rPr lang="it-IT" b="1" i="0"/>
            <a:t>Compile time</a:t>
          </a:r>
          <a:r>
            <a:rPr lang="it-IT" b="0" i="0"/>
            <a:t> →Solo se il compilatore conosce già dove saranno memorizzati i dati e le istruzioni.</a:t>
          </a:r>
          <a:endParaRPr lang="en-US"/>
        </a:p>
      </dgm:t>
    </dgm:pt>
    <dgm:pt modelId="{07F39B7E-BD24-4B8A-A850-EEDC55C2BAC4}" type="parTrans" cxnId="{77B620C1-F9FC-47E8-A5D5-E135E4E3E0B4}">
      <dgm:prSet/>
      <dgm:spPr/>
      <dgm:t>
        <a:bodyPr/>
        <a:lstStyle/>
        <a:p>
          <a:endParaRPr lang="en-US"/>
        </a:p>
      </dgm:t>
    </dgm:pt>
    <dgm:pt modelId="{15257B6E-0B84-4B87-85CC-82F1396D718F}" type="sibTrans" cxnId="{77B620C1-F9FC-47E8-A5D5-E135E4E3E0B4}">
      <dgm:prSet/>
      <dgm:spPr/>
      <dgm:t>
        <a:bodyPr/>
        <a:lstStyle/>
        <a:p>
          <a:endParaRPr lang="en-US"/>
        </a:p>
      </dgm:t>
    </dgm:pt>
    <dgm:pt modelId="{6F2E2120-A507-4A95-BEAD-416E1B5E59A3}">
      <dgm:prSet/>
      <dgm:spPr/>
      <dgm:t>
        <a:bodyPr/>
        <a:lstStyle/>
        <a:p>
          <a:r>
            <a:rPr lang="it-IT" b="1" i="0"/>
            <a:t>Load time</a:t>
          </a:r>
          <a:r>
            <a:rPr lang="it-IT" b="0" i="0"/>
            <a:t> → </a:t>
          </a:r>
          <a:r>
            <a:rPr lang="it-IT" b="1" i="0"/>
            <a:t>rilocazione statica</a:t>
          </a:r>
          <a:endParaRPr lang="en-US"/>
        </a:p>
      </dgm:t>
    </dgm:pt>
    <dgm:pt modelId="{0A8B245D-8E15-435F-932E-3024F1D8053E}" type="parTrans" cxnId="{906D5248-E2DD-47CA-B8FC-7D33428DC437}">
      <dgm:prSet/>
      <dgm:spPr/>
      <dgm:t>
        <a:bodyPr/>
        <a:lstStyle/>
        <a:p>
          <a:endParaRPr lang="en-US"/>
        </a:p>
      </dgm:t>
    </dgm:pt>
    <dgm:pt modelId="{B4311841-0F8A-40ED-A533-63B243171481}" type="sibTrans" cxnId="{906D5248-E2DD-47CA-B8FC-7D33428DC437}">
      <dgm:prSet/>
      <dgm:spPr/>
      <dgm:t>
        <a:bodyPr/>
        <a:lstStyle/>
        <a:p>
          <a:endParaRPr lang="en-US"/>
        </a:p>
      </dgm:t>
    </dgm:pt>
    <dgm:pt modelId="{6E5889F1-86A3-4BDA-BC32-F6BF431672A5}">
      <dgm:prSet/>
      <dgm:spPr/>
      <dgm:t>
        <a:bodyPr/>
        <a:lstStyle/>
        <a:p>
          <a:r>
            <a:rPr lang="it-IT" b="1" i="0"/>
            <a:t>Execution time</a:t>
          </a:r>
          <a:r>
            <a:rPr lang="it-IT" b="0" i="0"/>
            <a:t> → </a:t>
          </a:r>
          <a:r>
            <a:rPr lang="it-IT" b="1" i="0"/>
            <a:t>rilocazione dinamica</a:t>
          </a:r>
          <a:endParaRPr lang="en-US"/>
        </a:p>
      </dgm:t>
    </dgm:pt>
    <dgm:pt modelId="{20E548A4-39BF-47A7-BA8E-CA0066F89A96}" type="parTrans" cxnId="{E8B11B7E-AC30-4164-B776-665CA862953F}">
      <dgm:prSet/>
      <dgm:spPr/>
      <dgm:t>
        <a:bodyPr/>
        <a:lstStyle/>
        <a:p>
          <a:endParaRPr lang="en-US"/>
        </a:p>
      </dgm:t>
    </dgm:pt>
    <dgm:pt modelId="{CEB63448-2129-47BA-9C73-A0014A6F2C9F}" type="sibTrans" cxnId="{E8B11B7E-AC30-4164-B776-665CA862953F}">
      <dgm:prSet/>
      <dgm:spPr/>
      <dgm:t>
        <a:bodyPr/>
        <a:lstStyle/>
        <a:p>
          <a:endParaRPr lang="en-US"/>
        </a:p>
      </dgm:t>
    </dgm:pt>
    <dgm:pt modelId="{9A40F0C7-54FB-4F47-A139-251BC6219CF3}" type="pres">
      <dgm:prSet presAssocID="{FB32960F-F122-4A1F-9F98-B2C5F9E0884F}" presName="outerComposite" presStyleCnt="0">
        <dgm:presLayoutVars>
          <dgm:chMax val="5"/>
          <dgm:dir/>
          <dgm:resizeHandles val="exact"/>
        </dgm:presLayoutVars>
      </dgm:prSet>
      <dgm:spPr/>
    </dgm:pt>
    <dgm:pt modelId="{52473C0D-03C1-4B88-A5A1-DB3E5EC48FAD}" type="pres">
      <dgm:prSet presAssocID="{FB32960F-F122-4A1F-9F98-B2C5F9E0884F}" presName="dummyMaxCanvas" presStyleCnt="0">
        <dgm:presLayoutVars/>
      </dgm:prSet>
      <dgm:spPr/>
    </dgm:pt>
    <dgm:pt modelId="{932860E5-1750-45F7-9B03-E2F8CD7A31E7}" type="pres">
      <dgm:prSet presAssocID="{FB32960F-F122-4A1F-9F98-B2C5F9E0884F}" presName="FiveNodes_1" presStyleLbl="node1" presStyleIdx="0" presStyleCnt="5">
        <dgm:presLayoutVars>
          <dgm:bulletEnabled val="1"/>
        </dgm:presLayoutVars>
      </dgm:prSet>
      <dgm:spPr/>
    </dgm:pt>
    <dgm:pt modelId="{7534DB00-E563-428E-A78E-A11634723F34}" type="pres">
      <dgm:prSet presAssocID="{FB32960F-F122-4A1F-9F98-B2C5F9E0884F}" presName="FiveNodes_2" presStyleLbl="node1" presStyleIdx="1" presStyleCnt="5">
        <dgm:presLayoutVars>
          <dgm:bulletEnabled val="1"/>
        </dgm:presLayoutVars>
      </dgm:prSet>
      <dgm:spPr/>
    </dgm:pt>
    <dgm:pt modelId="{93375046-D5A2-4683-8E8A-5747B02C85B8}" type="pres">
      <dgm:prSet presAssocID="{FB32960F-F122-4A1F-9F98-B2C5F9E0884F}" presName="FiveNodes_3" presStyleLbl="node1" presStyleIdx="2" presStyleCnt="5">
        <dgm:presLayoutVars>
          <dgm:bulletEnabled val="1"/>
        </dgm:presLayoutVars>
      </dgm:prSet>
      <dgm:spPr/>
    </dgm:pt>
    <dgm:pt modelId="{74AE97B0-A5C2-46D1-9F31-8562C50AA3E4}" type="pres">
      <dgm:prSet presAssocID="{FB32960F-F122-4A1F-9F98-B2C5F9E0884F}" presName="FiveNodes_4" presStyleLbl="node1" presStyleIdx="3" presStyleCnt="5">
        <dgm:presLayoutVars>
          <dgm:bulletEnabled val="1"/>
        </dgm:presLayoutVars>
      </dgm:prSet>
      <dgm:spPr/>
    </dgm:pt>
    <dgm:pt modelId="{A1F53F9A-3D51-4034-9CC9-BA60300CAE52}" type="pres">
      <dgm:prSet presAssocID="{FB32960F-F122-4A1F-9F98-B2C5F9E0884F}" presName="FiveNodes_5" presStyleLbl="node1" presStyleIdx="4" presStyleCnt="5">
        <dgm:presLayoutVars>
          <dgm:bulletEnabled val="1"/>
        </dgm:presLayoutVars>
      </dgm:prSet>
      <dgm:spPr/>
    </dgm:pt>
    <dgm:pt modelId="{77AC9AF3-285C-450B-AFF7-E2A3C31C9691}" type="pres">
      <dgm:prSet presAssocID="{FB32960F-F122-4A1F-9F98-B2C5F9E0884F}" presName="FiveConn_1-2" presStyleLbl="fgAccFollowNode1" presStyleIdx="0" presStyleCnt="4">
        <dgm:presLayoutVars>
          <dgm:bulletEnabled val="1"/>
        </dgm:presLayoutVars>
      </dgm:prSet>
      <dgm:spPr/>
    </dgm:pt>
    <dgm:pt modelId="{B9EB3651-541D-4B7F-92E6-D72AE82A42FF}" type="pres">
      <dgm:prSet presAssocID="{FB32960F-F122-4A1F-9F98-B2C5F9E0884F}" presName="FiveConn_2-3" presStyleLbl="fgAccFollowNode1" presStyleIdx="1" presStyleCnt="4">
        <dgm:presLayoutVars>
          <dgm:bulletEnabled val="1"/>
        </dgm:presLayoutVars>
      </dgm:prSet>
      <dgm:spPr/>
    </dgm:pt>
    <dgm:pt modelId="{CD4DEAF5-18D8-423F-968D-A19359F77445}" type="pres">
      <dgm:prSet presAssocID="{FB32960F-F122-4A1F-9F98-B2C5F9E0884F}" presName="FiveConn_3-4" presStyleLbl="fgAccFollowNode1" presStyleIdx="2" presStyleCnt="4">
        <dgm:presLayoutVars>
          <dgm:bulletEnabled val="1"/>
        </dgm:presLayoutVars>
      </dgm:prSet>
      <dgm:spPr/>
    </dgm:pt>
    <dgm:pt modelId="{3345641B-D19B-4E88-8323-53AE3880A7EC}" type="pres">
      <dgm:prSet presAssocID="{FB32960F-F122-4A1F-9F98-B2C5F9E0884F}" presName="FiveConn_4-5" presStyleLbl="fgAccFollowNode1" presStyleIdx="3" presStyleCnt="4">
        <dgm:presLayoutVars>
          <dgm:bulletEnabled val="1"/>
        </dgm:presLayoutVars>
      </dgm:prSet>
      <dgm:spPr/>
    </dgm:pt>
    <dgm:pt modelId="{0695682F-0400-4ABC-851C-D3091F214E81}" type="pres">
      <dgm:prSet presAssocID="{FB32960F-F122-4A1F-9F98-B2C5F9E0884F}" presName="FiveNodes_1_text" presStyleLbl="node1" presStyleIdx="4" presStyleCnt="5">
        <dgm:presLayoutVars>
          <dgm:bulletEnabled val="1"/>
        </dgm:presLayoutVars>
      </dgm:prSet>
      <dgm:spPr/>
    </dgm:pt>
    <dgm:pt modelId="{B68EE8A4-C307-43CB-A34C-33E0A9733FAF}" type="pres">
      <dgm:prSet presAssocID="{FB32960F-F122-4A1F-9F98-B2C5F9E0884F}" presName="FiveNodes_2_text" presStyleLbl="node1" presStyleIdx="4" presStyleCnt="5">
        <dgm:presLayoutVars>
          <dgm:bulletEnabled val="1"/>
        </dgm:presLayoutVars>
      </dgm:prSet>
      <dgm:spPr/>
    </dgm:pt>
    <dgm:pt modelId="{C102A1B0-D41E-4E1B-8251-C474F3479E8F}" type="pres">
      <dgm:prSet presAssocID="{FB32960F-F122-4A1F-9F98-B2C5F9E0884F}" presName="FiveNodes_3_text" presStyleLbl="node1" presStyleIdx="4" presStyleCnt="5">
        <dgm:presLayoutVars>
          <dgm:bulletEnabled val="1"/>
        </dgm:presLayoutVars>
      </dgm:prSet>
      <dgm:spPr/>
    </dgm:pt>
    <dgm:pt modelId="{F9268430-F28F-45F2-943E-3EB9F144BB6C}" type="pres">
      <dgm:prSet presAssocID="{FB32960F-F122-4A1F-9F98-B2C5F9E0884F}" presName="FiveNodes_4_text" presStyleLbl="node1" presStyleIdx="4" presStyleCnt="5">
        <dgm:presLayoutVars>
          <dgm:bulletEnabled val="1"/>
        </dgm:presLayoutVars>
      </dgm:prSet>
      <dgm:spPr/>
    </dgm:pt>
    <dgm:pt modelId="{13BEA1A0-6BF3-41B2-B56D-5A3E11FADDEB}" type="pres">
      <dgm:prSet presAssocID="{FB32960F-F122-4A1F-9F98-B2C5F9E0884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C88BA02-5484-4B4F-8431-C46C4B05F62D}" type="presOf" srcId="{15257B6E-0B84-4B87-85CC-82F1396D718F}" destId="{CD4DEAF5-18D8-423F-968D-A19359F77445}" srcOrd="0" destOrd="0" presId="urn:microsoft.com/office/officeart/2005/8/layout/vProcess5"/>
    <dgm:cxn modelId="{E7B48511-56C3-4CF6-B1D7-006661067F7F}" srcId="{FB32960F-F122-4A1F-9F98-B2C5F9E0884F}" destId="{29D39934-6A12-4735-BE86-3A44C8C0C177}" srcOrd="0" destOrd="0" parTransId="{B04EB439-34E8-4EE2-8D30-345CCA3FFB90}" sibTransId="{7CEF893D-CA50-43F3-9109-8F491CACB3D6}"/>
    <dgm:cxn modelId="{15A8881B-18AE-4892-B696-0D95216C3160}" type="presOf" srcId="{6E5889F1-86A3-4BDA-BC32-F6BF431672A5}" destId="{13BEA1A0-6BF3-41B2-B56D-5A3E11FADDEB}" srcOrd="1" destOrd="0" presId="urn:microsoft.com/office/officeart/2005/8/layout/vProcess5"/>
    <dgm:cxn modelId="{9FA58A25-1A8D-485C-B6E3-7781EF6B0F31}" type="presOf" srcId="{29D39934-6A12-4735-BE86-3A44C8C0C177}" destId="{0695682F-0400-4ABC-851C-D3091F214E81}" srcOrd="1" destOrd="0" presId="urn:microsoft.com/office/officeart/2005/8/layout/vProcess5"/>
    <dgm:cxn modelId="{11967D2D-E389-4E17-AA2D-004E1B587C31}" type="presOf" srcId="{29D39934-6A12-4735-BE86-3A44C8C0C177}" destId="{932860E5-1750-45F7-9B03-E2F8CD7A31E7}" srcOrd="0" destOrd="0" presId="urn:microsoft.com/office/officeart/2005/8/layout/vProcess5"/>
    <dgm:cxn modelId="{C25CFA5F-C08A-4F81-8F8A-0D15685F03FA}" type="presOf" srcId="{8F4A5E20-CF3A-46F6-BDA9-C574FFADCC1B}" destId="{93375046-D5A2-4683-8E8A-5747B02C85B8}" srcOrd="0" destOrd="0" presId="urn:microsoft.com/office/officeart/2005/8/layout/vProcess5"/>
    <dgm:cxn modelId="{906D5248-E2DD-47CA-B8FC-7D33428DC437}" srcId="{FB32960F-F122-4A1F-9F98-B2C5F9E0884F}" destId="{6F2E2120-A507-4A95-BEAD-416E1B5E59A3}" srcOrd="3" destOrd="0" parTransId="{0A8B245D-8E15-435F-932E-3024F1D8053E}" sibTransId="{B4311841-0F8A-40ED-A533-63B243171481}"/>
    <dgm:cxn modelId="{7A479B74-EAC6-4849-9B6E-CFE10401F289}" type="presOf" srcId="{177B6484-F120-47B7-9CEE-A62351AA44C5}" destId="{B9EB3651-541D-4B7F-92E6-D72AE82A42FF}" srcOrd="0" destOrd="0" presId="urn:microsoft.com/office/officeart/2005/8/layout/vProcess5"/>
    <dgm:cxn modelId="{4CDC3657-153B-4144-BB99-6A86E8D098AF}" type="presOf" srcId="{8F4A5E20-CF3A-46F6-BDA9-C574FFADCC1B}" destId="{C102A1B0-D41E-4E1B-8251-C474F3479E8F}" srcOrd="1" destOrd="0" presId="urn:microsoft.com/office/officeart/2005/8/layout/vProcess5"/>
    <dgm:cxn modelId="{E8B11B7E-AC30-4164-B776-665CA862953F}" srcId="{FB32960F-F122-4A1F-9F98-B2C5F9E0884F}" destId="{6E5889F1-86A3-4BDA-BC32-F6BF431672A5}" srcOrd="4" destOrd="0" parTransId="{20E548A4-39BF-47A7-BA8E-CA0066F89A96}" sibTransId="{CEB63448-2129-47BA-9C73-A0014A6F2C9F}"/>
    <dgm:cxn modelId="{9CB27590-C304-4E85-98AD-760E46058DCB}" type="presOf" srcId="{6E5889F1-86A3-4BDA-BC32-F6BF431672A5}" destId="{A1F53F9A-3D51-4034-9CC9-BA60300CAE52}" srcOrd="0" destOrd="0" presId="urn:microsoft.com/office/officeart/2005/8/layout/vProcess5"/>
    <dgm:cxn modelId="{629E7B93-F6E1-4A5F-A913-9F176F5B147A}" type="presOf" srcId="{6F2E2120-A507-4A95-BEAD-416E1B5E59A3}" destId="{F9268430-F28F-45F2-943E-3EB9F144BB6C}" srcOrd="1" destOrd="0" presId="urn:microsoft.com/office/officeart/2005/8/layout/vProcess5"/>
    <dgm:cxn modelId="{09E5BCA8-8815-4029-AEA5-A4C75E987A30}" type="presOf" srcId="{8770D8E6-70C0-476D-9F7D-B32EC74BF357}" destId="{B68EE8A4-C307-43CB-A34C-33E0A9733FAF}" srcOrd="1" destOrd="0" presId="urn:microsoft.com/office/officeart/2005/8/layout/vProcess5"/>
    <dgm:cxn modelId="{315C9DB0-6C6E-4AD0-BF8F-A0B90700D3B9}" type="presOf" srcId="{8770D8E6-70C0-476D-9F7D-B32EC74BF357}" destId="{7534DB00-E563-428E-A78E-A11634723F34}" srcOrd="0" destOrd="0" presId="urn:microsoft.com/office/officeart/2005/8/layout/vProcess5"/>
    <dgm:cxn modelId="{D82D2ABC-46DE-4552-8E94-629BF8850001}" srcId="{FB32960F-F122-4A1F-9F98-B2C5F9E0884F}" destId="{8770D8E6-70C0-476D-9F7D-B32EC74BF357}" srcOrd="1" destOrd="0" parTransId="{01D45455-B691-4071-AB5B-C7FC3DBCB4AF}" sibTransId="{177B6484-F120-47B7-9CEE-A62351AA44C5}"/>
    <dgm:cxn modelId="{77B620C1-F9FC-47E8-A5D5-E135E4E3E0B4}" srcId="{FB32960F-F122-4A1F-9F98-B2C5F9E0884F}" destId="{8F4A5E20-CF3A-46F6-BDA9-C574FFADCC1B}" srcOrd="2" destOrd="0" parTransId="{07F39B7E-BD24-4B8A-A850-EEDC55C2BAC4}" sibTransId="{15257B6E-0B84-4B87-85CC-82F1396D718F}"/>
    <dgm:cxn modelId="{743458D3-DFCD-4FAF-A0F3-39941E8D0DDF}" type="presOf" srcId="{B4311841-0F8A-40ED-A533-63B243171481}" destId="{3345641B-D19B-4E88-8323-53AE3880A7EC}" srcOrd="0" destOrd="0" presId="urn:microsoft.com/office/officeart/2005/8/layout/vProcess5"/>
    <dgm:cxn modelId="{72D39FE3-2515-47B3-BF1B-66815E61E94D}" type="presOf" srcId="{7CEF893D-CA50-43F3-9109-8F491CACB3D6}" destId="{77AC9AF3-285C-450B-AFF7-E2A3C31C9691}" srcOrd="0" destOrd="0" presId="urn:microsoft.com/office/officeart/2005/8/layout/vProcess5"/>
    <dgm:cxn modelId="{FFBD59F1-98E6-4E9E-9062-165E0E6CE495}" type="presOf" srcId="{6F2E2120-A507-4A95-BEAD-416E1B5E59A3}" destId="{74AE97B0-A5C2-46D1-9F31-8562C50AA3E4}" srcOrd="0" destOrd="0" presId="urn:microsoft.com/office/officeart/2005/8/layout/vProcess5"/>
    <dgm:cxn modelId="{99EB8AFA-3664-48A5-9FBC-4CAC8E9527C1}" type="presOf" srcId="{FB32960F-F122-4A1F-9F98-B2C5F9E0884F}" destId="{9A40F0C7-54FB-4F47-A139-251BC6219CF3}" srcOrd="0" destOrd="0" presId="urn:microsoft.com/office/officeart/2005/8/layout/vProcess5"/>
    <dgm:cxn modelId="{DFBC506D-F06B-4F86-93E3-85951395DAB6}" type="presParOf" srcId="{9A40F0C7-54FB-4F47-A139-251BC6219CF3}" destId="{52473C0D-03C1-4B88-A5A1-DB3E5EC48FAD}" srcOrd="0" destOrd="0" presId="urn:microsoft.com/office/officeart/2005/8/layout/vProcess5"/>
    <dgm:cxn modelId="{C0394BCF-80D6-47A5-8C98-6484AB9DAA4E}" type="presParOf" srcId="{9A40F0C7-54FB-4F47-A139-251BC6219CF3}" destId="{932860E5-1750-45F7-9B03-E2F8CD7A31E7}" srcOrd="1" destOrd="0" presId="urn:microsoft.com/office/officeart/2005/8/layout/vProcess5"/>
    <dgm:cxn modelId="{749DBEBD-9929-484D-AFCB-9FF8CB7F3CA6}" type="presParOf" srcId="{9A40F0C7-54FB-4F47-A139-251BC6219CF3}" destId="{7534DB00-E563-428E-A78E-A11634723F34}" srcOrd="2" destOrd="0" presId="urn:microsoft.com/office/officeart/2005/8/layout/vProcess5"/>
    <dgm:cxn modelId="{03E6BEB6-D8D4-4CC0-B58A-7D1EB8358CCF}" type="presParOf" srcId="{9A40F0C7-54FB-4F47-A139-251BC6219CF3}" destId="{93375046-D5A2-4683-8E8A-5747B02C85B8}" srcOrd="3" destOrd="0" presId="urn:microsoft.com/office/officeart/2005/8/layout/vProcess5"/>
    <dgm:cxn modelId="{122C6A10-B201-4919-97B5-B4951B515AC9}" type="presParOf" srcId="{9A40F0C7-54FB-4F47-A139-251BC6219CF3}" destId="{74AE97B0-A5C2-46D1-9F31-8562C50AA3E4}" srcOrd="4" destOrd="0" presId="urn:microsoft.com/office/officeart/2005/8/layout/vProcess5"/>
    <dgm:cxn modelId="{3D38CBEA-0DF8-4349-AFB0-096BAE58A178}" type="presParOf" srcId="{9A40F0C7-54FB-4F47-A139-251BC6219CF3}" destId="{A1F53F9A-3D51-4034-9CC9-BA60300CAE52}" srcOrd="5" destOrd="0" presId="urn:microsoft.com/office/officeart/2005/8/layout/vProcess5"/>
    <dgm:cxn modelId="{486AC019-C099-4D45-B29A-9C4B076F1848}" type="presParOf" srcId="{9A40F0C7-54FB-4F47-A139-251BC6219CF3}" destId="{77AC9AF3-285C-450B-AFF7-E2A3C31C9691}" srcOrd="6" destOrd="0" presId="urn:microsoft.com/office/officeart/2005/8/layout/vProcess5"/>
    <dgm:cxn modelId="{2AFFE017-D617-42B5-8944-2C7B290381C2}" type="presParOf" srcId="{9A40F0C7-54FB-4F47-A139-251BC6219CF3}" destId="{B9EB3651-541D-4B7F-92E6-D72AE82A42FF}" srcOrd="7" destOrd="0" presId="urn:microsoft.com/office/officeart/2005/8/layout/vProcess5"/>
    <dgm:cxn modelId="{23962F9A-2C3B-459E-901D-A7C345C5CAB6}" type="presParOf" srcId="{9A40F0C7-54FB-4F47-A139-251BC6219CF3}" destId="{CD4DEAF5-18D8-423F-968D-A19359F77445}" srcOrd="8" destOrd="0" presId="urn:microsoft.com/office/officeart/2005/8/layout/vProcess5"/>
    <dgm:cxn modelId="{15A985F2-2586-44A5-833D-4BA9A783C678}" type="presParOf" srcId="{9A40F0C7-54FB-4F47-A139-251BC6219CF3}" destId="{3345641B-D19B-4E88-8323-53AE3880A7EC}" srcOrd="9" destOrd="0" presId="urn:microsoft.com/office/officeart/2005/8/layout/vProcess5"/>
    <dgm:cxn modelId="{13D56F7C-146D-4059-B9D5-1E3EAD056F74}" type="presParOf" srcId="{9A40F0C7-54FB-4F47-A139-251BC6219CF3}" destId="{0695682F-0400-4ABC-851C-D3091F214E81}" srcOrd="10" destOrd="0" presId="urn:microsoft.com/office/officeart/2005/8/layout/vProcess5"/>
    <dgm:cxn modelId="{97DC1FB2-5221-4494-88BC-2D75524B28B4}" type="presParOf" srcId="{9A40F0C7-54FB-4F47-A139-251BC6219CF3}" destId="{B68EE8A4-C307-43CB-A34C-33E0A9733FAF}" srcOrd="11" destOrd="0" presId="urn:microsoft.com/office/officeart/2005/8/layout/vProcess5"/>
    <dgm:cxn modelId="{58497E6D-6E09-42C1-9BCF-F5D9F8E1DFF8}" type="presParOf" srcId="{9A40F0C7-54FB-4F47-A139-251BC6219CF3}" destId="{C102A1B0-D41E-4E1B-8251-C474F3479E8F}" srcOrd="12" destOrd="0" presId="urn:microsoft.com/office/officeart/2005/8/layout/vProcess5"/>
    <dgm:cxn modelId="{2BD042A9-2861-40C4-BBF5-96EEDCDE8BB0}" type="presParOf" srcId="{9A40F0C7-54FB-4F47-A139-251BC6219CF3}" destId="{F9268430-F28F-45F2-943E-3EB9F144BB6C}" srcOrd="13" destOrd="0" presId="urn:microsoft.com/office/officeart/2005/8/layout/vProcess5"/>
    <dgm:cxn modelId="{0E0355F6-C62D-45BC-9F19-67376D75A6B5}" type="presParOf" srcId="{9A40F0C7-54FB-4F47-A139-251BC6219CF3}" destId="{13BEA1A0-6BF3-41B2-B56D-5A3E11FADDE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F9CDD2-3466-4CD6-9377-760EB6009CE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9CFD49-2D48-4656-8DF2-436CBD43ADAA}">
      <dgm:prSet/>
      <dgm:spPr/>
      <dgm:t>
        <a:bodyPr/>
        <a:lstStyle/>
        <a:p>
          <a:pPr>
            <a:defRPr cap="all"/>
          </a:pPr>
          <a:r>
            <a:rPr lang="en-US" b="0" i="0"/>
            <a:t>Spostare temporanemente processi in attivi dalla ram al disco per liberare spazio</a:t>
          </a:r>
          <a:endParaRPr lang="en-US"/>
        </a:p>
      </dgm:t>
    </dgm:pt>
    <dgm:pt modelId="{33B7AE4C-B880-4850-93A7-828A5A840B2F}" type="parTrans" cxnId="{94C54598-68BC-4B08-BE44-AF0BB20282AE}">
      <dgm:prSet/>
      <dgm:spPr/>
      <dgm:t>
        <a:bodyPr/>
        <a:lstStyle/>
        <a:p>
          <a:endParaRPr lang="en-US"/>
        </a:p>
      </dgm:t>
    </dgm:pt>
    <dgm:pt modelId="{4C907EC6-3D99-4FF3-8809-89CE2292258A}" type="sibTrans" cxnId="{94C54598-68BC-4B08-BE44-AF0BB20282AE}">
      <dgm:prSet/>
      <dgm:spPr/>
      <dgm:t>
        <a:bodyPr/>
        <a:lstStyle/>
        <a:p>
          <a:endParaRPr lang="en-US"/>
        </a:p>
      </dgm:t>
    </dgm:pt>
    <dgm:pt modelId="{B17559A4-F795-4982-8FC7-2AE3AB5E356A}">
      <dgm:prSet/>
      <dgm:spPr/>
      <dgm:t>
        <a:bodyPr/>
        <a:lstStyle/>
        <a:p>
          <a:pPr>
            <a:defRPr cap="all"/>
          </a:pPr>
          <a:r>
            <a:rPr lang="en-US" b="0" i="0"/>
            <a:t>4 fasi :</a:t>
          </a:r>
          <a:endParaRPr lang="en-US"/>
        </a:p>
      </dgm:t>
    </dgm:pt>
    <dgm:pt modelId="{8DF7EBDC-4227-4557-92E5-D5182227A4F0}" type="parTrans" cxnId="{61AFE246-2F03-4718-B500-F5947BA81F14}">
      <dgm:prSet/>
      <dgm:spPr/>
      <dgm:t>
        <a:bodyPr/>
        <a:lstStyle/>
        <a:p>
          <a:endParaRPr lang="en-US"/>
        </a:p>
      </dgm:t>
    </dgm:pt>
    <dgm:pt modelId="{4EA616AB-38D5-42F1-B7E3-62BA5EDEB6BC}" type="sibTrans" cxnId="{61AFE246-2F03-4718-B500-F5947BA81F14}">
      <dgm:prSet/>
      <dgm:spPr/>
      <dgm:t>
        <a:bodyPr/>
        <a:lstStyle/>
        <a:p>
          <a:endParaRPr lang="en-US"/>
        </a:p>
      </dgm:t>
    </dgm:pt>
    <dgm:pt modelId="{E067E419-FD81-4C98-AF0D-85092C926538}">
      <dgm:prSet/>
      <dgm:spPr/>
      <dgm:t>
        <a:bodyPr/>
        <a:lstStyle/>
        <a:p>
          <a:pPr>
            <a:defRPr cap="all"/>
          </a:pPr>
          <a:r>
            <a:rPr lang="en-US" b="1" i="0"/>
            <a:t>Identificare: </a:t>
          </a:r>
          <a:r>
            <a:rPr lang="en-US" b="0" i="0"/>
            <a:t>individuare</a:t>
          </a:r>
          <a:r>
            <a:rPr lang="en-US" b="1" i="0"/>
            <a:t> </a:t>
          </a:r>
          <a:r>
            <a:rPr lang="en-US" b="0" i="0"/>
            <a:t>il processo inattivo</a:t>
          </a:r>
          <a:endParaRPr lang="en-US"/>
        </a:p>
      </dgm:t>
    </dgm:pt>
    <dgm:pt modelId="{EA29C996-B3F6-4C3D-92C3-7B4679597983}" type="parTrans" cxnId="{676207E5-8990-42E2-8571-8C362742F01C}">
      <dgm:prSet/>
      <dgm:spPr/>
      <dgm:t>
        <a:bodyPr/>
        <a:lstStyle/>
        <a:p>
          <a:endParaRPr lang="en-US"/>
        </a:p>
      </dgm:t>
    </dgm:pt>
    <dgm:pt modelId="{56F0E6F5-1841-4E1E-8B74-72E8EAC06FA0}" type="sibTrans" cxnId="{676207E5-8990-42E2-8571-8C362742F01C}">
      <dgm:prSet/>
      <dgm:spPr/>
      <dgm:t>
        <a:bodyPr/>
        <a:lstStyle/>
        <a:p>
          <a:endParaRPr lang="en-US"/>
        </a:p>
      </dgm:t>
    </dgm:pt>
    <dgm:pt modelId="{B5818672-ECF5-491F-97CB-76F5438ED7D8}">
      <dgm:prSet/>
      <dgm:spPr/>
      <dgm:t>
        <a:bodyPr/>
        <a:lstStyle/>
        <a:p>
          <a:pPr>
            <a:defRPr cap="all"/>
          </a:pPr>
          <a:r>
            <a:rPr lang="en-US" b="1" i="0"/>
            <a:t>Salvare sulla memoria temporanea: </a:t>
          </a:r>
          <a:r>
            <a:rPr lang="en-US" b="0" i="0"/>
            <a:t>dati globali heap stack</a:t>
          </a:r>
          <a:endParaRPr lang="en-US"/>
        </a:p>
      </dgm:t>
    </dgm:pt>
    <dgm:pt modelId="{CDF3BB0B-AA91-4326-B879-DB970BE35636}" type="parTrans" cxnId="{88FC6975-2D2B-4586-B1D8-1D4FC13D90F9}">
      <dgm:prSet/>
      <dgm:spPr/>
      <dgm:t>
        <a:bodyPr/>
        <a:lstStyle/>
        <a:p>
          <a:endParaRPr lang="en-US"/>
        </a:p>
      </dgm:t>
    </dgm:pt>
    <dgm:pt modelId="{05825D01-0E5C-4956-93E1-EBF70302B6E8}" type="sibTrans" cxnId="{88FC6975-2D2B-4586-B1D8-1D4FC13D90F9}">
      <dgm:prSet/>
      <dgm:spPr/>
      <dgm:t>
        <a:bodyPr/>
        <a:lstStyle/>
        <a:p>
          <a:endParaRPr lang="en-US"/>
        </a:p>
      </dgm:t>
    </dgm:pt>
    <dgm:pt modelId="{245B51BE-E5D6-41FE-A0DF-C8F8B876BFEA}">
      <dgm:prSet/>
      <dgm:spPr/>
      <dgm:t>
        <a:bodyPr/>
        <a:lstStyle/>
        <a:p>
          <a:pPr>
            <a:defRPr cap="all"/>
          </a:pPr>
          <a:r>
            <a:rPr lang="en-US" b="1" i="0"/>
            <a:t>Scaricamento: </a:t>
          </a:r>
          <a:r>
            <a:rPr lang="en-US" b="0" i="0"/>
            <a:t>rimuoverlo dalla ram</a:t>
          </a:r>
          <a:endParaRPr lang="en-US"/>
        </a:p>
      </dgm:t>
    </dgm:pt>
    <dgm:pt modelId="{CE9B423A-C3F1-4A99-9A44-622B4FDE6B85}" type="parTrans" cxnId="{1ED12DA4-4EFC-4D69-A4AE-C4A91A8759D6}">
      <dgm:prSet/>
      <dgm:spPr/>
      <dgm:t>
        <a:bodyPr/>
        <a:lstStyle/>
        <a:p>
          <a:endParaRPr lang="en-US"/>
        </a:p>
      </dgm:t>
    </dgm:pt>
    <dgm:pt modelId="{75B01A2F-DA1A-472E-8614-099DC90CD440}" type="sibTrans" cxnId="{1ED12DA4-4EFC-4D69-A4AE-C4A91A8759D6}">
      <dgm:prSet/>
      <dgm:spPr/>
      <dgm:t>
        <a:bodyPr/>
        <a:lstStyle/>
        <a:p>
          <a:endParaRPr lang="en-US"/>
        </a:p>
      </dgm:t>
    </dgm:pt>
    <dgm:pt modelId="{D7AD3257-EF14-40BE-8CA3-B61BE36FB3CF}">
      <dgm:prSet/>
      <dgm:spPr/>
      <dgm:t>
        <a:bodyPr/>
        <a:lstStyle/>
        <a:p>
          <a:pPr>
            <a:defRPr cap="all"/>
          </a:pPr>
          <a:r>
            <a:rPr lang="en-US" b="1" i="0"/>
            <a:t>Caricamento: </a:t>
          </a:r>
          <a:r>
            <a:rPr lang="en-US" b="0" i="0"/>
            <a:t>caricare il nuovo processo</a:t>
          </a:r>
          <a:endParaRPr lang="en-US"/>
        </a:p>
      </dgm:t>
    </dgm:pt>
    <dgm:pt modelId="{F51029DD-7832-44AF-93CA-DE206F25322E}" type="parTrans" cxnId="{E078332C-E798-4AD3-BE79-C506CDB44FCA}">
      <dgm:prSet/>
      <dgm:spPr/>
      <dgm:t>
        <a:bodyPr/>
        <a:lstStyle/>
        <a:p>
          <a:endParaRPr lang="en-US"/>
        </a:p>
      </dgm:t>
    </dgm:pt>
    <dgm:pt modelId="{82B847A2-8E7B-4FA5-B456-74885CA39921}" type="sibTrans" cxnId="{E078332C-E798-4AD3-BE79-C506CDB44FCA}">
      <dgm:prSet/>
      <dgm:spPr/>
      <dgm:t>
        <a:bodyPr/>
        <a:lstStyle/>
        <a:p>
          <a:endParaRPr lang="en-US"/>
        </a:p>
      </dgm:t>
    </dgm:pt>
    <dgm:pt modelId="{C43F7A5F-E992-44A2-A968-0C143CBBC68D}" type="pres">
      <dgm:prSet presAssocID="{36F9CDD2-3466-4CD6-9377-760EB6009CEE}" presName="root" presStyleCnt="0">
        <dgm:presLayoutVars>
          <dgm:dir/>
          <dgm:resizeHandles val="exact"/>
        </dgm:presLayoutVars>
      </dgm:prSet>
      <dgm:spPr/>
    </dgm:pt>
    <dgm:pt modelId="{9DE84024-2C16-4D50-B934-948FD775CD02}" type="pres">
      <dgm:prSet presAssocID="{7E9CFD49-2D48-4656-8DF2-436CBD43ADAA}" presName="compNode" presStyleCnt="0"/>
      <dgm:spPr/>
    </dgm:pt>
    <dgm:pt modelId="{A2802AF7-92BE-44AB-A7E8-791A59EAD593}" type="pres">
      <dgm:prSet presAssocID="{7E9CFD49-2D48-4656-8DF2-436CBD43ADA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B90A3B9-6921-40AB-875F-C3B3C279CE93}" type="pres">
      <dgm:prSet presAssocID="{7E9CFD49-2D48-4656-8DF2-436CBD43ADA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4960E384-873D-424C-A895-87621AAE55C1}" type="pres">
      <dgm:prSet presAssocID="{7E9CFD49-2D48-4656-8DF2-436CBD43ADAA}" presName="spaceRect" presStyleCnt="0"/>
      <dgm:spPr/>
    </dgm:pt>
    <dgm:pt modelId="{467A1F85-0FAF-4741-8B23-4A0995B83AAA}" type="pres">
      <dgm:prSet presAssocID="{7E9CFD49-2D48-4656-8DF2-436CBD43ADAA}" presName="textRect" presStyleLbl="revTx" presStyleIdx="0" presStyleCnt="6">
        <dgm:presLayoutVars>
          <dgm:chMax val="1"/>
          <dgm:chPref val="1"/>
        </dgm:presLayoutVars>
      </dgm:prSet>
      <dgm:spPr/>
    </dgm:pt>
    <dgm:pt modelId="{B1D66AEB-BD4A-4038-9F0F-863F0E08DD71}" type="pres">
      <dgm:prSet presAssocID="{4C907EC6-3D99-4FF3-8809-89CE2292258A}" presName="sibTrans" presStyleCnt="0"/>
      <dgm:spPr/>
    </dgm:pt>
    <dgm:pt modelId="{2BF1EDAD-119A-4220-B82D-0F17ACA327BA}" type="pres">
      <dgm:prSet presAssocID="{B17559A4-F795-4982-8FC7-2AE3AB5E356A}" presName="compNode" presStyleCnt="0"/>
      <dgm:spPr/>
    </dgm:pt>
    <dgm:pt modelId="{7B6550C6-D20F-4E7D-B97E-2B4BAFAE6FCF}" type="pres">
      <dgm:prSet presAssocID="{B17559A4-F795-4982-8FC7-2AE3AB5E356A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D5A6060-EFDF-42A7-9574-A19253276487}" type="pres">
      <dgm:prSet presAssocID="{B17559A4-F795-4982-8FC7-2AE3AB5E356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peti"/>
        </a:ext>
      </dgm:extLst>
    </dgm:pt>
    <dgm:pt modelId="{EFE94060-0F00-4682-B8A8-FD9B14652F87}" type="pres">
      <dgm:prSet presAssocID="{B17559A4-F795-4982-8FC7-2AE3AB5E356A}" presName="spaceRect" presStyleCnt="0"/>
      <dgm:spPr/>
    </dgm:pt>
    <dgm:pt modelId="{291436FF-4C87-4CE7-B232-AEA0D0074518}" type="pres">
      <dgm:prSet presAssocID="{B17559A4-F795-4982-8FC7-2AE3AB5E356A}" presName="textRect" presStyleLbl="revTx" presStyleIdx="1" presStyleCnt="6">
        <dgm:presLayoutVars>
          <dgm:chMax val="1"/>
          <dgm:chPref val="1"/>
        </dgm:presLayoutVars>
      </dgm:prSet>
      <dgm:spPr/>
    </dgm:pt>
    <dgm:pt modelId="{2D9E932C-B1CE-4A1D-9E85-482D4245E2E3}" type="pres">
      <dgm:prSet presAssocID="{4EA616AB-38D5-42F1-B7E3-62BA5EDEB6BC}" presName="sibTrans" presStyleCnt="0"/>
      <dgm:spPr/>
    </dgm:pt>
    <dgm:pt modelId="{6033F5C5-7D78-419E-8259-889E9D728EA9}" type="pres">
      <dgm:prSet presAssocID="{E067E419-FD81-4C98-AF0D-85092C926538}" presName="compNode" presStyleCnt="0"/>
      <dgm:spPr/>
    </dgm:pt>
    <dgm:pt modelId="{6BC4D216-E39A-4610-97B7-17EA30D93F8E}" type="pres">
      <dgm:prSet presAssocID="{E067E419-FD81-4C98-AF0D-85092C926538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1973F80-75A8-42B5-99DE-B02770D3CEEB}" type="pres">
      <dgm:prSet presAssocID="{E067E419-FD81-4C98-AF0D-85092C92653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9AF9283E-EC61-47DE-9AD7-4524077B0CCD}" type="pres">
      <dgm:prSet presAssocID="{E067E419-FD81-4C98-AF0D-85092C926538}" presName="spaceRect" presStyleCnt="0"/>
      <dgm:spPr/>
    </dgm:pt>
    <dgm:pt modelId="{11F9F67A-1039-4F12-BA69-8CC676F50333}" type="pres">
      <dgm:prSet presAssocID="{E067E419-FD81-4C98-AF0D-85092C926538}" presName="textRect" presStyleLbl="revTx" presStyleIdx="2" presStyleCnt="6">
        <dgm:presLayoutVars>
          <dgm:chMax val="1"/>
          <dgm:chPref val="1"/>
        </dgm:presLayoutVars>
      </dgm:prSet>
      <dgm:spPr/>
    </dgm:pt>
    <dgm:pt modelId="{8BCDBCCF-3ABB-429B-827F-9FA0C4849C01}" type="pres">
      <dgm:prSet presAssocID="{56F0E6F5-1841-4E1E-8B74-72E8EAC06FA0}" presName="sibTrans" presStyleCnt="0"/>
      <dgm:spPr/>
    </dgm:pt>
    <dgm:pt modelId="{B815A61A-7DDA-42EE-B818-B39B818B303A}" type="pres">
      <dgm:prSet presAssocID="{B5818672-ECF5-491F-97CB-76F5438ED7D8}" presName="compNode" presStyleCnt="0"/>
      <dgm:spPr/>
    </dgm:pt>
    <dgm:pt modelId="{C16AB50F-C9FB-4A83-BA85-EBCCA1F6BF86}" type="pres">
      <dgm:prSet presAssocID="{B5818672-ECF5-491F-97CB-76F5438ED7D8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F84B2DA-747F-432B-BA7C-FA93A59A8AB5}" type="pres">
      <dgm:prSet presAssocID="{B5818672-ECF5-491F-97CB-76F5438ED7D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D2668468-9111-4E2C-A8EB-308943D943F4}" type="pres">
      <dgm:prSet presAssocID="{B5818672-ECF5-491F-97CB-76F5438ED7D8}" presName="spaceRect" presStyleCnt="0"/>
      <dgm:spPr/>
    </dgm:pt>
    <dgm:pt modelId="{9D775CF6-4969-4B2F-BA0B-38B42E7EDCA2}" type="pres">
      <dgm:prSet presAssocID="{B5818672-ECF5-491F-97CB-76F5438ED7D8}" presName="textRect" presStyleLbl="revTx" presStyleIdx="3" presStyleCnt="6">
        <dgm:presLayoutVars>
          <dgm:chMax val="1"/>
          <dgm:chPref val="1"/>
        </dgm:presLayoutVars>
      </dgm:prSet>
      <dgm:spPr/>
    </dgm:pt>
    <dgm:pt modelId="{499D5631-D5A1-4C00-BB9C-FB12F447CFED}" type="pres">
      <dgm:prSet presAssocID="{05825D01-0E5C-4956-93E1-EBF70302B6E8}" presName="sibTrans" presStyleCnt="0"/>
      <dgm:spPr/>
    </dgm:pt>
    <dgm:pt modelId="{E3EC72E3-9D3D-43BA-ABD5-9BA11E7CB200}" type="pres">
      <dgm:prSet presAssocID="{245B51BE-E5D6-41FE-A0DF-C8F8B876BFEA}" presName="compNode" presStyleCnt="0"/>
      <dgm:spPr/>
    </dgm:pt>
    <dgm:pt modelId="{20DB24C6-4BA6-4EA4-9467-78FC81D0ABDB}" type="pres">
      <dgm:prSet presAssocID="{245B51BE-E5D6-41FE-A0DF-C8F8B876BFEA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EA58D13-976D-4C5D-B88F-DB650B5673C5}" type="pres">
      <dgm:prSet presAssocID="{245B51BE-E5D6-41FE-A0DF-C8F8B876BFE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A81ED28-2C80-4923-BBB8-50F5506B5E27}" type="pres">
      <dgm:prSet presAssocID="{245B51BE-E5D6-41FE-A0DF-C8F8B876BFEA}" presName="spaceRect" presStyleCnt="0"/>
      <dgm:spPr/>
    </dgm:pt>
    <dgm:pt modelId="{AE5514AF-CBCB-4310-809F-EF3241614E37}" type="pres">
      <dgm:prSet presAssocID="{245B51BE-E5D6-41FE-A0DF-C8F8B876BFEA}" presName="textRect" presStyleLbl="revTx" presStyleIdx="4" presStyleCnt="6">
        <dgm:presLayoutVars>
          <dgm:chMax val="1"/>
          <dgm:chPref val="1"/>
        </dgm:presLayoutVars>
      </dgm:prSet>
      <dgm:spPr/>
    </dgm:pt>
    <dgm:pt modelId="{15148D90-A160-48B0-8BCE-3D9CD375EF8F}" type="pres">
      <dgm:prSet presAssocID="{75B01A2F-DA1A-472E-8614-099DC90CD440}" presName="sibTrans" presStyleCnt="0"/>
      <dgm:spPr/>
    </dgm:pt>
    <dgm:pt modelId="{A5558B2A-3715-4EF5-8BD9-D45956B87A07}" type="pres">
      <dgm:prSet presAssocID="{D7AD3257-EF14-40BE-8CA3-B61BE36FB3CF}" presName="compNode" presStyleCnt="0"/>
      <dgm:spPr/>
    </dgm:pt>
    <dgm:pt modelId="{D5513CD3-376F-4B74-A17D-15440ECE0A95}" type="pres">
      <dgm:prSet presAssocID="{D7AD3257-EF14-40BE-8CA3-B61BE36FB3CF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96CC092-B6FD-4B1E-B8F0-D053FD5CD3CF}" type="pres">
      <dgm:prSet presAssocID="{D7AD3257-EF14-40BE-8CA3-B61BE36FB3C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1360069-0142-415E-9983-751ACEBC99AF}" type="pres">
      <dgm:prSet presAssocID="{D7AD3257-EF14-40BE-8CA3-B61BE36FB3CF}" presName="spaceRect" presStyleCnt="0"/>
      <dgm:spPr/>
    </dgm:pt>
    <dgm:pt modelId="{F54C0875-2360-4432-A85E-A3E72ACE908C}" type="pres">
      <dgm:prSet presAssocID="{D7AD3257-EF14-40BE-8CA3-B61BE36FB3C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3F6B513-91DA-48D0-BCAA-1A259C87280B}" type="presOf" srcId="{36F9CDD2-3466-4CD6-9377-760EB6009CEE}" destId="{C43F7A5F-E992-44A2-A968-0C143CBBC68D}" srcOrd="0" destOrd="0" presId="urn:microsoft.com/office/officeart/2018/5/layout/IconLeafLabelList"/>
    <dgm:cxn modelId="{E078332C-E798-4AD3-BE79-C506CDB44FCA}" srcId="{36F9CDD2-3466-4CD6-9377-760EB6009CEE}" destId="{D7AD3257-EF14-40BE-8CA3-B61BE36FB3CF}" srcOrd="5" destOrd="0" parTransId="{F51029DD-7832-44AF-93CA-DE206F25322E}" sibTransId="{82B847A2-8E7B-4FA5-B456-74885CA39921}"/>
    <dgm:cxn modelId="{61AFE246-2F03-4718-B500-F5947BA81F14}" srcId="{36F9CDD2-3466-4CD6-9377-760EB6009CEE}" destId="{B17559A4-F795-4982-8FC7-2AE3AB5E356A}" srcOrd="1" destOrd="0" parTransId="{8DF7EBDC-4227-4557-92E5-D5182227A4F0}" sibTransId="{4EA616AB-38D5-42F1-B7E3-62BA5EDEB6BC}"/>
    <dgm:cxn modelId="{803E284E-1CBA-4432-A0AB-9534528D9776}" type="presOf" srcId="{E067E419-FD81-4C98-AF0D-85092C926538}" destId="{11F9F67A-1039-4F12-BA69-8CC676F50333}" srcOrd="0" destOrd="0" presId="urn:microsoft.com/office/officeart/2018/5/layout/IconLeafLabelList"/>
    <dgm:cxn modelId="{A2648C4F-02E5-4535-A718-D417CC6E0755}" type="presOf" srcId="{245B51BE-E5D6-41FE-A0DF-C8F8B876BFEA}" destId="{AE5514AF-CBCB-4310-809F-EF3241614E37}" srcOrd="0" destOrd="0" presId="urn:microsoft.com/office/officeart/2018/5/layout/IconLeafLabelList"/>
    <dgm:cxn modelId="{88FC6975-2D2B-4586-B1D8-1D4FC13D90F9}" srcId="{36F9CDD2-3466-4CD6-9377-760EB6009CEE}" destId="{B5818672-ECF5-491F-97CB-76F5438ED7D8}" srcOrd="3" destOrd="0" parTransId="{CDF3BB0B-AA91-4326-B879-DB970BE35636}" sibTransId="{05825D01-0E5C-4956-93E1-EBF70302B6E8}"/>
    <dgm:cxn modelId="{0F55AD7C-53B4-4C8A-999E-0C7D62946DF0}" type="presOf" srcId="{D7AD3257-EF14-40BE-8CA3-B61BE36FB3CF}" destId="{F54C0875-2360-4432-A85E-A3E72ACE908C}" srcOrd="0" destOrd="0" presId="urn:microsoft.com/office/officeart/2018/5/layout/IconLeafLabelList"/>
    <dgm:cxn modelId="{94C54598-68BC-4B08-BE44-AF0BB20282AE}" srcId="{36F9CDD2-3466-4CD6-9377-760EB6009CEE}" destId="{7E9CFD49-2D48-4656-8DF2-436CBD43ADAA}" srcOrd="0" destOrd="0" parTransId="{33B7AE4C-B880-4850-93A7-828A5A840B2F}" sibTransId="{4C907EC6-3D99-4FF3-8809-89CE2292258A}"/>
    <dgm:cxn modelId="{1ED12DA4-4EFC-4D69-A4AE-C4A91A8759D6}" srcId="{36F9CDD2-3466-4CD6-9377-760EB6009CEE}" destId="{245B51BE-E5D6-41FE-A0DF-C8F8B876BFEA}" srcOrd="4" destOrd="0" parTransId="{CE9B423A-C3F1-4A99-9A44-622B4FDE6B85}" sibTransId="{75B01A2F-DA1A-472E-8614-099DC90CD440}"/>
    <dgm:cxn modelId="{4B429CAF-6A38-496B-AD8F-1001CB2BA3A0}" type="presOf" srcId="{7E9CFD49-2D48-4656-8DF2-436CBD43ADAA}" destId="{467A1F85-0FAF-4741-8B23-4A0995B83AAA}" srcOrd="0" destOrd="0" presId="urn:microsoft.com/office/officeart/2018/5/layout/IconLeafLabelList"/>
    <dgm:cxn modelId="{7FA9B8C0-A2AE-4E55-8896-123EACEB4D65}" type="presOf" srcId="{B5818672-ECF5-491F-97CB-76F5438ED7D8}" destId="{9D775CF6-4969-4B2F-BA0B-38B42E7EDCA2}" srcOrd="0" destOrd="0" presId="urn:microsoft.com/office/officeart/2018/5/layout/IconLeafLabelList"/>
    <dgm:cxn modelId="{EFFE89DE-1AFC-4968-92C7-31F6D0FB8300}" type="presOf" srcId="{B17559A4-F795-4982-8FC7-2AE3AB5E356A}" destId="{291436FF-4C87-4CE7-B232-AEA0D0074518}" srcOrd="0" destOrd="0" presId="urn:microsoft.com/office/officeart/2018/5/layout/IconLeafLabelList"/>
    <dgm:cxn modelId="{676207E5-8990-42E2-8571-8C362742F01C}" srcId="{36F9CDD2-3466-4CD6-9377-760EB6009CEE}" destId="{E067E419-FD81-4C98-AF0D-85092C926538}" srcOrd="2" destOrd="0" parTransId="{EA29C996-B3F6-4C3D-92C3-7B4679597983}" sibTransId="{56F0E6F5-1841-4E1E-8B74-72E8EAC06FA0}"/>
    <dgm:cxn modelId="{57890C8D-5AE8-42C5-A723-BFA2CF373860}" type="presParOf" srcId="{C43F7A5F-E992-44A2-A968-0C143CBBC68D}" destId="{9DE84024-2C16-4D50-B934-948FD775CD02}" srcOrd="0" destOrd="0" presId="urn:microsoft.com/office/officeart/2018/5/layout/IconLeafLabelList"/>
    <dgm:cxn modelId="{9D9A15E6-3C4A-4162-81D9-699D25A436F3}" type="presParOf" srcId="{9DE84024-2C16-4D50-B934-948FD775CD02}" destId="{A2802AF7-92BE-44AB-A7E8-791A59EAD593}" srcOrd="0" destOrd="0" presId="urn:microsoft.com/office/officeart/2018/5/layout/IconLeafLabelList"/>
    <dgm:cxn modelId="{929861CB-EC41-4EB4-9E30-EABAD8A832C0}" type="presParOf" srcId="{9DE84024-2C16-4D50-B934-948FD775CD02}" destId="{2B90A3B9-6921-40AB-875F-C3B3C279CE93}" srcOrd="1" destOrd="0" presId="urn:microsoft.com/office/officeart/2018/5/layout/IconLeafLabelList"/>
    <dgm:cxn modelId="{D83FAFAB-D0F2-44B3-AEC6-C57A5A7773EF}" type="presParOf" srcId="{9DE84024-2C16-4D50-B934-948FD775CD02}" destId="{4960E384-873D-424C-A895-87621AAE55C1}" srcOrd="2" destOrd="0" presId="urn:microsoft.com/office/officeart/2018/5/layout/IconLeafLabelList"/>
    <dgm:cxn modelId="{98813FDE-445E-4A10-8A88-40573A51E66C}" type="presParOf" srcId="{9DE84024-2C16-4D50-B934-948FD775CD02}" destId="{467A1F85-0FAF-4741-8B23-4A0995B83AAA}" srcOrd="3" destOrd="0" presId="urn:microsoft.com/office/officeart/2018/5/layout/IconLeafLabelList"/>
    <dgm:cxn modelId="{2FD2461A-42EB-4637-A597-F448006C66DE}" type="presParOf" srcId="{C43F7A5F-E992-44A2-A968-0C143CBBC68D}" destId="{B1D66AEB-BD4A-4038-9F0F-863F0E08DD71}" srcOrd="1" destOrd="0" presId="urn:microsoft.com/office/officeart/2018/5/layout/IconLeafLabelList"/>
    <dgm:cxn modelId="{CAF11D9B-3D77-41F1-ACD0-9E27E8351757}" type="presParOf" srcId="{C43F7A5F-E992-44A2-A968-0C143CBBC68D}" destId="{2BF1EDAD-119A-4220-B82D-0F17ACA327BA}" srcOrd="2" destOrd="0" presId="urn:microsoft.com/office/officeart/2018/5/layout/IconLeafLabelList"/>
    <dgm:cxn modelId="{C67B1225-5C4A-46B6-AA6F-E11376294E77}" type="presParOf" srcId="{2BF1EDAD-119A-4220-B82D-0F17ACA327BA}" destId="{7B6550C6-D20F-4E7D-B97E-2B4BAFAE6FCF}" srcOrd="0" destOrd="0" presId="urn:microsoft.com/office/officeart/2018/5/layout/IconLeafLabelList"/>
    <dgm:cxn modelId="{2D9AE67F-3B55-40A5-A6F5-70219DD50332}" type="presParOf" srcId="{2BF1EDAD-119A-4220-B82D-0F17ACA327BA}" destId="{BD5A6060-EFDF-42A7-9574-A19253276487}" srcOrd="1" destOrd="0" presId="urn:microsoft.com/office/officeart/2018/5/layout/IconLeafLabelList"/>
    <dgm:cxn modelId="{877117DA-9407-4CA0-A37D-C4D5CA24FF52}" type="presParOf" srcId="{2BF1EDAD-119A-4220-B82D-0F17ACA327BA}" destId="{EFE94060-0F00-4682-B8A8-FD9B14652F87}" srcOrd="2" destOrd="0" presId="urn:microsoft.com/office/officeart/2018/5/layout/IconLeafLabelList"/>
    <dgm:cxn modelId="{7331752E-2D9F-4976-8CB1-761CE39903FA}" type="presParOf" srcId="{2BF1EDAD-119A-4220-B82D-0F17ACA327BA}" destId="{291436FF-4C87-4CE7-B232-AEA0D0074518}" srcOrd="3" destOrd="0" presId="urn:microsoft.com/office/officeart/2018/5/layout/IconLeafLabelList"/>
    <dgm:cxn modelId="{E36E42C6-B563-4446-8374-7504DF0B140D}" type="presParOf" srcId="{C43F7A5F-E992-44A2-A968-0C143CBBC68D}" destId="{2D9E932C-B1CE-4A1D-9E85-482D4245E2E3}" srcOrd="3" destOrd="0" presId="urn:microsoft.com/office/officeart/2018/5/layout/IconLeafLabelList"/>
    <dgm:cxn modelId="{50E9DD80-F6E5-443F-9153-09623EE04776}" type="presParOf" srcId="{C43F7A5F-E992-44A2-A968-0C143CBBC68D}" destId="{6033F5C5-7D78-419E-8259-889E9D728EA9}" srcOrd="4" destOrd="0" presId="urn:microsoft.com/office/officeart/2018/5/layout/IconLeafLabelList"/>
    <dgm:cxn modelId="{16C1B043-BC21-4203-ADEA-2B3A1F96CAE2}" type="presParOf" srcId="{6033F5C5-7D78-419E-8259-889E9D728EA9}" destId="{6BC4D216-E39A-4610-97B7-17EA30D93F8E}" srcOrd="0" destOrd="0" presId="urn:microsoft.com/office/officeart/2018/5/layout/IconLeafLabelList"/>
    <dgm:cxn modelId="{D705952D-DBFA-4AA4-8488-47EF5CEAFD8F}" type="presParOf" srcId="{6033F5C5-7D78-419E-8259-889E9D728EA9}" destId="{31973F80-75A8-42B5-99DE-B02770D3CEEB}" srcOrd="1" destOrd="0" presId="urn:microsoft.com/office/officeart/2018/5/layout/IconLeafLabelList"/>
    <dgm:cxn modelId="{4242AC7C-AA0F-4521-AAB4-071FA8639DEE}" type="presParOf" srcId="{6033F5C5-7D78-419E-8259-889E9D728EA9}" destId="{9AF9283E-EC61-47DE-9AD7-4524077B0CCD}" srcOrd="2" destOrd="0" presId="urn:microsoft.com/office/officeart/2018/5/layout/IconLeafLabelList"/>
    <dgm:cxn modelId="{33851C4B-32D5-4291-9DF3-FECAA906B5D2}" type="presParOf" srcId="{6033F5C5-7D78-419E-8259-889E9D728EA9}" destId="{11F9F67A-1039-4F12-BA69-8CC676F50333}" srcOrd="3" destOrd="0" presId="urn:microsoft.com/office/officeart/2018/5/layout/IconLeafLabelList"/>
    <dgm:cxn modelId="{37C8C0AF-E167-48DA-80FC-4DBF47897817}" type="presParOf" srcId="{C43F7A5F-E992-44A2-A968-0C143CBBC68D}" destId="{8BCDBCCF-3ABB-429B-827F-9FA0C4849C01}" srcOrd="5" destOrd="0" presId="urn:microsoft.com/office/officeart/2018/5/layout/IconLeafLabelList"/>
    <dgm:cxn modelId="{C5A4DA2F-1243-4899-BCA5-11E846BCCE3B}" type="presParOf" srcId="{C43F7A5F-E992-44A2-A968-0C143CBBC68D}" destId="{B815A61A-7DDA-42EE-B818-B39B818B303A}" srcOrd="6" destOrd="0" presId="urn:microsoft.com/office/officeart/2018/5/layout/IconLeafLabelList"/>
    <dgm:cxn modelId="{6A8E2D90-59C6-49DE-BE50-CB04697FA702}" type="presParOf" srcId="{B815A61A-7DDA-42EE-B818-B39B818B303A}" destId="{C16AB50F-C9FB-4A83-BA85-EBCCA1F6BF86}" srcOrd="0" destOrd="0" presId="urn:microsoft.com/office/officeart/2018/5/layout/IconLeafLabelList"/>
    <dgm:cxn modelId="{ADA149D3-4A52-4A4C-ADBB-5C795B3B4E17}" type="presParOf" srcId="{B815A61A-7DDA-42EE-B818-B39B818B303A}" destId="{DF84B2DA-747F-432B-BA7C-FA93A59A8AB5}" srcOrd="1" destOrd="0" presId="urn:microsoft.com/office/officeart/2018/5/layout/IconLeafLabelList"/>
    <dgm:cxn modelId="{E378BAE8-B70A-416D-9F0E-93F4FF4A114C}" type="presParOf" srcId="{B815A61A-7DDA-42EE-B818-B39B818B303A}" destId="{D2668468-9111-4E2C-A8EB-308943D943F4}" srcOrd="2" destOrd="0" presId="urn:microsoft.com/office/officeart/2018/5/layout/IconLeafLabelList"/>
    <dgm:cxn modelId="{2BDCAF4F-F3E1-45C1-B008-C6D0178E4DAC}" type="presParOf" srcId="{B815A61A-7DDA-42EE-B818-B39B818B303A}" destId="{9D775CF6-4969-4B2F-BA0B-38B42E7EDCA2}" srcOrd="3" destOrd="0" presId="urn:microsoft.com/office/officeart/2018/5/layout/IconLeafLabelList"/>
    <dgm:cxn modelId="{27F43374-BDD2-4E83-AECC-9A0B266E6467}" type="presParOf" srcId="{C43F7A5F-E992-44A2-A968-0C143CBBC68D}" destId="{499D5631-D5A1-4C00-BB9C-FB12F447CFED}" srcOrd="7" destOrd="0" presId="urn:microsoft.com/office/officeart/2018/5/layout/IconLeafLabelList"/>
    <dgm:cxn modelId="{F72D863A-ECD3-49EF-A795-DD5A8819C88F}" type="presParOf" srcId="{C43F7A5F-E992-44A2-A968-0C143CBBC68D}" destId="{E3EC72E3-9D3D-43BA-ABD5-9BA11E7CB200}" srcOrd="8" destOrd="0" presId="urn:microsoft.com/office/officeart/2018/5/layout/IconLeafLabelList"/>
    <dgm:cxn modelId="{AF7085E2-79B3-4253-AFB8-C213144B0D47}" type="presParOf" srcId="{E3EC72E3-9D3D-43BA-ABD5-9BA11E7CB200}" destId="{20DB24C6-4BA6-4EA4-9467-78FC81D0ABDB}" srcOrd="0" destOrd="0" presId="urn:microsoft.com/office/officeart/2018/5/layout/IconLeafLabelList"/>
    <dgm:cxn modelId="{51EFECBD-9110-4D31-BC67-90CEE52CAEA3}" type="presParOf" srcId="{E3EC72E3-9D3D-43BA-ABD5-9BA11E7CB200}" destId="{8EA58D13-976D-4C5D-B88F-DB650B5673C5}" srcOrd="1" destOrd="0" presId="urn:microsoft.com/office/officeart/2018/5/layout/IconLeafLabelList"/>
    <dgm:cxn modelId="{2603DC03-79CA-4A1B-AF3C-1D714B6B14BB}" type="presParOf" srcId="{E3EC72E3-9D3D-43BA-ABD5-9BA11E7CB200}" destId="{8A81ED28-2C80-4923-BBB8-50F5506B5E27}" srcOrd="2" destOrd="0" presId="urn:microsoft.com/office/officeart/2018/5/layout/IconLeafLabelList"/>
    <dgm:cxn modelId="{4A62667D-EA13-41F8-B520-6A447F5E0629}" type="presParOf" srcId="{E3EC72E3-9D3D-43BA-ABD5-9BA11E7CB200}" destId="{AE5514AF-CBCB-4310-809F-EF3241614E37}" srcOrd="3" destOrd="0" presId="urn:microsoft.com/office/officeart/2018/5/layout/IconLeafLabelList"/>
    <dgm:cxn modelId="{638B9415-332E-43A9-B265-9460E7A0ADE7}" type="presParOf" srcId="{C43F7A5F-E992-44A2-A968-0C143CBBC68D}" destId="{15148D90-A160-48B0-8BCE-3D9CD375EF8F}" srcOrd="9" destOrd="0" presId="urn:microsoft.com/office/officeart/2018/5/layout/IconLeafLabelList"/>
    <dgm:cxn modelId="{AC03911F-3D60-4675-9E6C-2153521BCE1B}" type="presParOf" srcId="{C43F7A5F-E992-44A2-A968-0C143CBBC68D}" destId="{A5558B2A-3715-4EF5-8BD9-D45956B87A07}" srcOrd="10" destOrd="0" presId="urn:microsoft.com/office/officeart/2018/5/layout/IconLeafLabelList"/>
    <dgm:cxn modelId="{2B3A3C24-552F-4636-87EA-AE7AE1A96E59}" type="presParOf" srcId="{A5558B2A-3715-4EF5-8BD9-D45956B87A07}" destId="{D5513CD3-376F-4B74-A17D-15440ECE0A95}" srcOrd="0" destOrd="0" presId="urn:microsoft.com/office/officeart/2018/5/layout/IconLeafLabelList"/>
    <dgm:cxn modelId="{F77BDEA8-1FD1-45E7-B6DF-5515386C386A}" type="presParOf" srcId="{A5558B2A-3715-4EF5-8BD9-D45956B87A07}" destId="{896CC092-B6FD-4B1E-B8F0-D053FD5CD3CF}" srcOrd="1" destOrd="0" presId="urn:microsoft.com/office/officeart/2018/5/layout/IconLeafLabelList"/>
    <dgm:cxn modelId="{18BD3C83-4A70-49CE-8AFB-D4EA903DBC54}" type="presParOf" srcId="{A5558B2A-3715-4EF5-8BD9-D45956B87A07}" destId="{B1360069-0142-415E-9983-751ACEBC99AF}" srcOrd="2" destOrd="0" presId="urn:microsoft.com/office/officeart/2018/5/layout/IconLeafLabelList"/>
    <dgm:cxn modelId="{A9D4CB82-E35E-4618-B2D9-110A67672670}" type="presParOf" srcId="{A5558B2A-3715-4EF5-8BD9-D45956B87A07}" destId="{F54C0875-2360-4432-A85E-A3E72ACE908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BA974E-DC21-46A1-AE4D-75F962F6C1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2721EF3-615D-478C-B0E0-F43FBB0909E1}">
      <dgm:prSet phldr="0"/>
      <dgm:spPr/>
      <dgm:t>
        <a:bodyPr/>
        <a:lstStyle/>
        <a:p>
          <a:pPr rtl="0"/>
          <a:r>
            <a:rPr lang="en-US" b="0" dirty="0"/>
            <a:t>Nei </a:t>
          </a:r>
          <a:r>
            <a:rPr lang="en-US" b="0" dirty="0" err="1"/>
            <a:t>sistemi</a:t>
          </a:r>
          <a:r>
            <a:rPr lang="en-US" b="0" dirty="0"/>
            <a:t> </a:t>
          </a:r>
          <a:r>
            <a:rPr lang="en-US" b="0" dirty="0" err="1"/>
            <a:t>multiprogrammati</a:t>
          </a:r>
          <a:r>
            <a:rPr lang="en-US" b="0" dirty="0"/>
            <a:t> la </a:t>
          </a:r>
          <a:r>
            <a:rPr lang="en-US" b="1" dirty="0"/>
            <a:t>memoria centrale </a:t>
          </a:r>
          <a:r>
            <a:rPr lang="en-US" b="1" dirty="0" err="1"/>
            <a:t>viene</a:t>
          </a:r>
          <a:r>
            <a:rPr lang="en-US" b="1" dirty="0"/>
            <a:t> divisa in </a:t>
          </a:r>
          <a:r>
            <a:rPr lang="en-US" b="1" dirty="0" err="1"/>
            <a:t>partizioni</a:t>
          </a:r>
          <a:endParaRPr lang="en-US" b="1" dirty="0"/>
        </a:p>
      </dgm:t>
    </dgm:pt>
    <dgm:pt modelId="{14A12426-3E90-438B-AA8A-6488CA6C5DF1}" type="parTrans" cxnId="{533D54EB-1707-44D2-AC0B-9AF79287084C}">
      <dgm:prSet/>
      <dgm:spPr/>
      <dgm:t>
        <a:bodyPr/>
        <a:lstStyle/>
        <a:p>
          <a:endParaRPr lang="en-US"/>
        </a:p>
      </dgm:t>
    </dgm:pt>
    <dgm:pt modelId="{8F5406EA-F215-4DA0-BDA7-7233FB2E8F1E}" type="sibTrans" cxnId="{533D54EB-1707-44D2-AC0B-9AF79287084C}">
      <dgm:prSet/>
      <dgm:spPr/>
      <dgm:t>
        <a:bodyPr/>
        <a:lstStyle/>
        <a:p>
          <a:endParaRPr lang="en-US"/>
        </a:p>
      </dgm:t>
    </dgm:pt>
    <dgm:pt modelId="{E503AED6-9CE5-4A83-86F3-71CAC24A8C29}">
      <dgm:prSet phldr="0"/>
      <dgm:spPr/>
      <dgm:t>
        <a:bodyPr/>
        <a:lstStyle/>
        <a:p>
          <a:pPr rtl="0"/>
          <a:r>
            <a:rPr lang="en-US" dirty="0"/>
            <a:t>Ogni </a:t>
          </a:r>
          <a:r>
            <a:rPr lang="en-US" dirty="0" err="1"/>
            <a:t>processo</a:t>
          </a:r>
          <a:r>
            <a:rPr lang="en-US" dirty="0"/>
            <a:t> </a:t>
          </a:r>
          <a:r>
            <a:rPr lang="en-US" dirty="0" err="1"/>
            <a:t>occupa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partizione</a:t>
          </a:r>
          <a:r>
            <a:rPr lang="en-US" dirty="0"/>
            <a:t> di </a:t>
          </a:r>
          <a:r>
            <a:rPr lang="en-US" dirty="0">
              <a:latin typeface="Century Gothic" panose="020B0502020202020204"/>
            </a:rPr>
            <a:t>memoria</a:t>
          </a:r>
          <a:endParaRPr lang="en-US" dirty="0"/>
        </a:p>
      </dgm:t>
    </dgm:pt>
    <dgm:pt modelId="{753BAE67-AD58-4DCA-93EE-77CBA0FC695A}" type="parTrans" cxnId="{5BC389CB-791B-4E17-9496-4EA72F0EA198}">
      <dgm:prSet/>
      <dgm:spPr/>
      <dgm:t>
        <a:bodyPr/>
        <a:lstStyle/>
        <a:p>
          <a:endParaRPr lang="en-US"/>
        </a:p>
      </dgm:t>
    </dgm:pt>
    <dgm:pt modelId="{2F804DEB-9D92-41DD-888F-CA446FE20A37}" type="sibTrans" cxnId="{5BC389CB-791B-4E17-9496-4EA72F0EA198}">
      <dgm:prSet/>
      <dgm:spPr/>
      <dgm:t>
        <a:bodyPr/>
        <a:lstStyle/>
        <a:p>
          <a:endParaRPr lang="en-US"/>
        </a:p>
      </dgm:t>
    </dgm:pt>
    <dgm:pt modelId="{56923308-3740-4A0E-8709-A929F767BA26}">
      <dgm:prSet phldr="0"/>
      <dgm:spPr/>
      <dgm:t>
        <a:bodyPr/>
        <a:lstStyle/>
        <a:p>
          <a:pPr rtl="0"/>
          <a:r>
            <a:rPr lang="en-US" dirty="0"/>
            <a:t>La </a:t>
          </a:r>
          <a:r>
            <a:rPr lang="en-US" b="1" dirty="0"/>
            <a:t>prima </a:t>
          </a:r>
          <a:r>
            <a:rPr lang="en-US" b="1" dirty="0" err="1"/>
            <a:t>partizione</a:t>
          </a:r>
          <a:r>
            <a:rPr lang="en-US" b="1" dirty="0"/>
            <a:t> è </a:t>
          </a:r>
          <a:r>
            <a:rPr lang="en-US" b="1" dirty="0" err="1"/>
            <a:t>solitamente</a:t>
          </a:r>
          <a:r>
            <a:rPr lang="en-US" b="1" dirty="0"/>
            <a:t> </a:t>
          </a:r>
          <a:r>
            <a:rPr lang="en-US" b="1" dirty="0" err="1"/>
            <a:t>riservata</a:t>
          </a:r>
          <a:r>
            <a:rPr lang="en-US" b="1" dirty="0"/>
            <a:t> al </a:t>
          </a:r>
          <a:r>
            <a:rPr lang="en-US" b="1" dirty="0" err="1"/>
            <a:t>sistema</a:t>
          </a:r>
          <a:r>
            <a:rPr lang="en-US" b="1" dirty="0"/>
            <a:t> </a:t>
          </a:r>
          <a:r>
            <a:rPr lang="en-US" b="1" dirty="0" err="1"/>
            <a:t>operativo</a:t>
          </a:r>
          <a:endParaRPr lang="en-US" dirty="0" err="1"/>
        </a:p>
      </dgm:t>
    </dgm:pt>
    <dgm:pt modelId="{ED31E8FB-BFFD-479B-BF28-4BC032999348}" type="parTrans" cxnId="{84A44AD6-C3E4-42C9-962F-BE24E1BA7A16}">
      <dgm:prSet/>
      <dgm:spPr/>
      <dgm:t>
        <a:bodyPr/>
        <a:lstStyle/>
        <a:p>
          <a:endParaRPr lang="en-US"/>
        </a:p>
      </dgm:t>
    </dgm:pt>
    <dgm:pt modelId="{FECE74EC-FE98-4057-8EEE-99C25A4CC6DE}" type="sibTrans" cxnId="{84A44AD6-C3E4-42C9-962F-BE24E1BA7A16}">
      <dgm:prSet/>
      <dgm:spPr/>
      <dgm:t>
        <a:bodyPr/>
        <a:lstStyle/>
        <a:p>
          <a:endParaRPr lang="en-US"/>
        </a:p>
      </dgm:t>
    </dgm:pt>
    <dgm:pt modelId="{6E2914DA-0423-48D3-ABB7-2644E8109941}" type="pres">
      <dgm:prSet presAssocID="{92BA974E-DC21-46A1-AE4D-75F962F6C1FA}" presName="root" presStyleCnt="0">
        <dgm:presLayoutVars>
          <dgm:dir/>
          <dgm:resizeHandles val="exact"/>
        </dgm:presLayoutVars>
      </dgm:prSet>
      <dgm:spPr/>
    </dgm:pt>
    <dgm:pt modelId="{35D32263-9C1B-43A7-928F-C2E6BF932DC4}" type="pres">
      <dgm:prSet presAssocID="{02721EF3-615D-478C-B0E0-F43FBB0909E1}" presName="compNode" presStyleCnt="0"/>
      <dgm:spPr/>
    </dgm:pt>
    <dgm:pt modelId="{A1EF9380-7BBC-4E35-9C48-C0DADFB6DFAE}" type="pres">
      <dgm:prSet presAssocID="{02721EF3-615D-478C-B0E0-F43FBB0909E1}" presName="bgRect" presStyleLbl="bgShp" presStyleIdx="0" presStyleCnt="3"/>
      <dgm:spPr/>
    </dgm:pt>
    <dgm:pt modelId="{9D8FE8E8-077D-4838-8408-05D34778AED4}" type="pres">
      <dgm:prSet presAssocID="{02721EF3-615D-478C-B0E0-F43FBB0909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F4CFE4C3-BC03-4FA3-A8DA-151CC149A807}" type="pres">
      <dgm:prSet presAssocID="{02721EF3-615D-478C-B0E0-F43FBB0909E1}" presName="spaceRect" presStyleCnt="0"/>
      <dgm:spPr/>
    </dgm:pt>
    <dgm:pt modelId="{01EBB119-03F5-4EE2-B43C-7EA6BBE66A37}" type="pres">
      <dgm:prSet presAssocID="{02721EF3-615D-478C-B0E0-F43FBB0909E1}" presName="parTx" presStyleLbl="revTx" presStyleIdx="0" presStyleCnt="3">
        <dgm:presLayoutVars>
          <dgm:chMax val="0"/>
          <dgm:chPref val="0"/>
        </dgm:presLayoutVars>
      </dgm:prSet>
      <dgm:spPr/>
    </dgm:pt>
    <dgm:pt modelId="{98FF0BE7-D32F-4910-83C5-38E4D37D3159}" type="pres">
      <dgm:prSet presAssocID="{8F5406EA-F215-4DA0-BDA7-7233FB2E8F1E}" presName="sibTrans" presStyleCnt="0"/>
      <dgm:spPr/>
    </dgm:pt>
    <dgm:pt modelId="{B25F4238-9616-4D3F-9DB1-602DC27A961F}" type="pres">
      <dgm:prSet presAssocID="{E503AED6-9CE5-4A83-86F3-71CAC24A8C29}" presName="compNode" presStyleCnt="0"/>
      <dgm:spPr/>
    </dgm:pt>
    <dgm:pt modelId="{CFA37E36-95C8-481A-AD74-1C422B8EF7D0}" type="pres">
      <dgm:prSet presAssocID="{E503AED6-9CE5-4A83-86F3-71CAC24A8C29}" presName="bgRect" presStyleLbl="bgShp" presStyleIdx="1" presStyleCnt="3"/>
      <dgm:spPr/>
    </dgm:pt>
    <dgm:pt modelId="{A8C5C18F-40C8-41C4-86F8-B70122386A55}" type="pres">
      <dgm:prSet presAssocID="{E503AED6-9CE5-4A83-86F3-71CAC24A8C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5C429892-CFAE-4EF2-8E36-CAFCF886FFC7}" type="pres">
      <dgm:prSet presAssocID="{E503AED6-9CE5-4A83-86F3-71CAC24A8C29}" presName="spaceRect" presStyleCnt="0"/>
      <dgm:spPr/>
    </dgm:pt>
    <dgm:pt modelId="{597691CE-6EE1-4433-BE05-9D81C21D246F}" type="pres">
      <dgm:prSet presAssocID="{E503AED6-9CE5-4A83-86F3-71CAC24A8C29}" presName="parTx" presStyleLbl="revTx" presStyleIdx="1" presStyleCnt="3">
        <dgm:presLayoutVars>
          <dgm:chMax val="0"/>
          <dgm:chPref val="0"/>
        </dgm:presLayoutVars>
      </dgm:prSet>
      <dgm:spPr/>
    </dgm:pt>
    <dgm:pt modelId="{46777252-1B23-4992-8CCA-65E667BDEF82}" type="pres">
      <dgm:prSet presAssocID="{2F804DEB-9D92-41DD-888F-CA446FE20A37}" presName="sibTrans" presStyleCnt="0"/>
      <dgm:spPr/>
    </dgm:pt>
    <dgm:pt modelId="{E5807A3E-8904-4950-878E-39537943E409}" type="pres">
      <dgm:prSet presAssocID="{56923308-3740-4A0E-8709-A929F767BA26}" presName="compNode" presStyleCnt="0"/>
      <dgm:spPr/>
    </dgm:pt>
    <dgm:pt modelId="{884E1F50-DD6B-416E-A0C7-1337FC38152A}" type="pres">
      <dgm:prSet presAssocID="{56923308-3740-4A0E-8709-A929F767BA26}" presName="bgRect" presStyleLbl="bgShp" presStyleIdx="2" presStyleCnt="3"/>
      <dgm:spPr/>
    </dgm:pt>
    <dgm:pt modelId="{F6A30FF3-2AD0-422A-B2C3-39F331FB1FAA}" type="pres">
      <dgm:prSet presAssocID="{56923308-3740-4A0E-8709-A929F767BA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2D5AE24-C6AE-4149-8BCE-70230356DD81}" type="pres">
      <dgm:prSet presAssocID="{56923308-3740-4A0E-8709-A929F767BA26}" presName="spaceRect" presStyleCnt="0"/>
      <dgm:spPr/>
    </dgm:pt>
    <dgm:pt modelId="{971CA76A-FE7F-457C-B028-9051BC03D7D9}" type="pres">
      <dgm:prSet presAssocID="{56923308-3740-4A0E-8709-A929F767BA2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3CCE73A-0344-437C-B1C1-A443F765B174}" type="presOf" srcId="{E503AED6-9CE5-4A83-86F3-71CAC24A8C29}" destId="{597691CE-6EE1-4433-BE05-9D81C21D246F}" srcOrd="0" destOrd="0" presId="urn:microsoft.com/office/officeart/2018/2/layout/IconVerticalSolidList"/>
    <dgm:cxn modelId="{E603D7BA-D811-4F30-A7FF-186EF9B4434F}" type="presOf" srcId="{56923308-3740-4A0E-8709-A929F767BA26}" destId="{971CA76A-FE7F-457C-B028-9051BC03D7D9}" srcOrd="0" destOrd="0" presId="urn:microsoft.com/office/officeart/2018/2/layout/IconVerticalSolidList"/>
    <dgm:cxn modelId="{5BC389CB-791B-4E17-9496-4EA72F0EA198}" srcId="{92BA974E-DC21-46A1-AE4D-75F962F6C1FA}" destId="{E503AED6-9CE5-4A83-86F3-71CAC24A8C29}" srcOrd="1" destOrd="0" parTransId="{753BAE67-AD58-4DCA-93EE-77CBA0FC695A}" sibTransId="{2F804DEB-9D92-41DD-888F-CA446FE20A37}"/>
    <dgm:cxn modelId="{84A44AD6-C3E4-42C9-962F-BE24E1BA7A16}" srcId="{92BA974E-DC21-46A1-AE4D-75F962F6C1FA}" destId="{56923308-3740-4A0E-8709-A929F767BA26}" srcOrd="2" destOrd="0" parTransId="{ED31E8FB-BFFD-479B-BF28-4BC032999348}" sibTransId="{FECE74EC-FE98-4057-8EEE-99C25A4CC6DE}"/>
    <dgm:cxn modelId="{533D54EB-1707-44D2-AC0B-9AF79287084C}" srcId="{92BA974E-DC21-46A1-AE4D-75F962F6C1FA}" destId="{02721EF3-615D-478C-B0E0-F43FBB0909E1}" srcOrd="0" destOrd="0" parTransId="{14A12426-3E90-438B-AA8A-6488CA6C5DF1}" sibTransId="{8F5406EA-F215-4DA0-BDA7-7233FB2E8F1E}"/>
    <dgm:cxn modelId="{5225D1F9-A7C7-4149-8D5C-CB671FD88F31}" type="presOf" srcId="{92BA974E-DC21-46A1-AE4D-75F962F6C1FA}" destId="{6E2914DA-0423-48D3-ABB7-2644E8109941}" srcOrd="0" destOrd="0" presId="urn:microsoft.com/office/officeart/2018/2/layout/IconVerticalSolidList"/>
    <dgm:cxn modelId="{2F5FA0FF-F36F-4790-93CE-1BFDEF4E0E52}" type="presOf" srcId="{02721EF3-615D-478C-B0E0-F43FBB0909E1}" destId="{01EBB119-03F5-4EE2-B43C-7EA6BBE66A37}" srcOrd="0" destOrd="0" presId="urn:microsoft.com/office/officeart/2018/2/layout/IconVerticalSolidList"/>
    <dgm:cxn modelId="{D512D384-0005-4994-A802-F3BCC84367FA}" type="presParOf" srcId="{6E2914DA-0423-48D3-ABB7-2644E8109941}" destId="{35D32263-9C1B-43A7-928F-C2E6BF932DC4}" srcOrd="0" destOrd="0" presId="urn:microsoft.com/office/officeart/2018/2/layout/IconVerticalSolidList"/>
    <dgm:cxn modelId="{1FED5567-CDD0-40C0-888D-9E3E692BBE88}" type="presParOf" srcId="{35D32263-9C1B-43A7-928F-C2E6BF932DC4}" destId="{A1EF9380-7BBC-4E35-9C48-C0DADFB6DFAE}" srcOrd="0" destOrd="0" presId="urn:microsoft.com/office/officeart/2018/2/layout/IconVerticalSolidList"/>
    <dgm:cxn modelId="{0077CB8E-5291-4053-A680-53BC5FA1EA01}" type="presParOf" srcId="{35D32263-9C1B-43A7-928F-C2E6BF932DC4}" destId="{9D8FE8E8-077D-4838-8408-05D34778AED4}" srcOrd="1" destOrd="0" presId="urn:microsoft.com/office/officeart/2018/2/layout/IconVerticalSolidList"/>
    <dgm:cxn modelId="{E55A52A2-204F-4D68-A364-1B57A21575A9}" type="presParOf" srcId="{35D32263-9C1B-43A7-928F-C2E6BF932DC4}" destId="{F4CFE4C3-BC03-4FA3-A8DA-151CC149A807}" srcOrd="2" destOrd="0" presId="urn:microsoft.com/office/officeart/2018/2/layout/IconVerticalSolidList"/>
    <dgm:cxn modelId="{F8E721BE-577A-4E52-A469-67589BB65C8F}" type="presParOf" srcId="{35D32263-9C1B-43A7-928F-C2E6BF932DC4}" destId="{01EBB119-03F5-4EE2-B43C-7EA6BBE66A37}" srcOrd="3" destOrd="0" presId="urn:microsoft.com/office/officeart/2018/2/layout/IconVerticalSolidList"/>
    <dgm:cxn modelId="{903DA8F7-89B8-45A0-94F2-8CF968D77E0D}" type="presParOf" srcId="{6E2914DA-0423-48D3-ABB7-2644E8109941}" destId="{98FF0BE7-D32F-4910-83C5-38E4D37D3159}" srcOrd="1" destOrd="0" presId="urn:microsoft.com/office/officeart/2018/2/layout/IconVerticalSolidList"/>
    <dgm:cxn modelId="{A4B4C60F-5311-4E75-AEB9-C5C5F097FCC1}" type="presParOf" srcId="{6E2914DA-0423-48D3-ABB7-2644E8109941}" destId="{B25F4238-9616-4D3F-9DB1-602DC27A961F}" srcOrd="2" destOrd="0" presId="urn:microsoft.com/office/officeart/2018/2/layout/IconVerticalSolidList"/>
    <dgm:cxn modelId="{0A9FBE1A-D616-467B-AB3D-DC8413865441}" type="presParOf" srcId="{B25F4238-9616-4D3F-9DB1-602DC27A961F}" destId="{CFA37E36-95C8-481A-AD74-1C422B8EF7D0}" srcOrd="0" destOrd="0" presId="urn:microsoft.com/office/officeart/2018/2/layout/IconVerticalSolidList"/>
    <dgm:cxn modelId="{7268D5B8-2E3C-4DC8-BAA1-DB09D1836866}" type="presParOf" srcId="{B25F4238-9616-4D3F-9DB1-602DC27A961F}" destId="{A8C5C18F-40C8-41C4-86F8-B70122386A55}" srcOrd="1" destOrd="0" presId="urn:microsoft.com/office/officeart/2018/2/layout/IconVerticalSolidList"/>
    <dgm:cxn modelId="{FF8DEFB9-0126-4081-82E0-2617B08448F8}" type="presParOf" srcId="{B25F4238-9616-4D3F-9DB1-602DC27A961F}" destId="{5C429892-CFAE-4EF2-8E36-CAFCF886FFC7}" srcOrd="2" destOrd="0" presId="urn:microsoft.com/office/officeart/2018/2/layout/IconVerticalSolidList"/>
    <dgm:cxn modelId="{E2C2C291-8CE6-4D8D-BC03-296D258892C8}" type="presParOf" srcId="{B25F4238-9616-4D3F-9DB1-602DC27A961F}" destId="{597691CE-6EE1-4433-BE05-9D81C21D246F}" srcOrd="3" destOrd="0" presId="urn:microsoft.com/office/officeart/2018/2/layout/IconVerticalSolidList"/>
    <dgm:cxn modelId="{96E54C0C-531F-4A7F-8DA0-7D2576B72884}" type="presParOf" srcId="{6E2914DA-0423-48D3-ABB7-2644E8109941}" destId="{46777252-1B23-4992-8CCA-65E667BDEF82}" srcOrd="3" destOrd="0" presId="urn:microsoft.com/office/officeart/2018/2/layout/IconVerticalSolidList"/>
    <dgm:cxn modelId="{6DF450C2-236B-4B11-9911-F5DEFB46FA67}" type="presParOf" srcId="{6E2914DA-0423-48D3-ABB7-2644E8109941}" destId="{E5807A3E-8904-4950-878E-39537943E409}" srcOrd="4" destOrd="0" presId="urn:microsoft.com/office/officeart/2018/2/layout/IconVerticalSolidList"/>
    <dgm:cxn modelId="{BB32D820-1573-46C0-9595-FE2DEC180A8E}" type="presParOf" srcId="{E5807A3E-8904-4950-878E-39537943E409}" destId="{884E1F50-DD6B-416E-A0C7-1337FC38152A}" srcOrd="0" destOrd="0" presId="urn:microsoft.com/office/officeart/2018/2/layout/IconVerticalSolidList"/>
    <dgm:cxn modelId="{3DD0C5FB-46F3-4059-9E80-6C63D1580B13}" type="presParOf" srcId="{E5807A3E-8904-4950-878E-39537943E409}" destId="{F6A30FF3-2AD0-422A-B2C3-39F331FB1FAA}" srcOrd="1" destOrd="0" presId="urn:microsoft.com/office/officeart/2018/2/layout/IconVerticalSolidList"/>
    <dgm:cxn modelId="{C7970D07-C72E-41AF-84B9-8F48468CBEF2}" type="presParOf" srcId="{E5807A3E-8904-4950-878E-39537943E409}" destId="{72D5AE24-C6AE-4149-8BCE-70230356DD81}" srcOrd="2" destOrd="0" presId="urn:microsoft.com/office/officeart/2018/2/layout/IconVerticalSolidList"/>
    <dgm:cxn modelId="{0EFC1854-B4FB-4D0F-863F-03AA32FFE6E0}" type="presParOf" srcId="{E5807A3E-8904-4950-878E-39537943E409}" destId="{971CA76A-FE7F-457C-B028-9051BC03D7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5762D-2F4C-4C2E-B2F4-0E53C58DC9FA}">
      <dsp:nvSpPr>
        <dsp:cNvPr id="0" name=""/>
        <dsp:cNvSpPr/>
      </dsp:nvSpPr>
      <dsp:spPr>
        <a:xfrm>
          <a:off x="2799" y="651113"/>
          <a:ext cx="2221198" cy="1332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>
              <a:latin typeface="Century Gothic" panose="020B0502020202020204"/>
            </a:rPr>
            <a:t>Gerarchia memoria</a:t>
          </a:r>
        </a:p>
      </dsp:txBody>
      <dsp:txXfrm>
        <a:off x="2799" y="651113"/>
        <a:ext cx="2221198" cy="1332718"/>
      </dsp:txXfrm>
    </dsp:sp>
    <dsp:sp modelId="{2D0BE41F-B723-4DB6-8469-AC8270B4EAA1}">
      <dsp:nvSpPr>
        <dsp:cNvPr id="0" name=""/>
        <dsp:cNvSpPr/>
      </dsp:nvSpPr>
      <dsp:spPr>
        <a:xfrm>
          <a:off x="2446117" y="651113"/>
          <a:ext cx="2221198" cy="1332718"/>
        </a:xfrm>
        <a:prstGeom prst="rect">
          <a:avLst/>
        </a:prstGeom>
        <a:solidFill>
          <a:schemeClr val="accent5">
            <a:hueOff val="891034"/>
            <a:satOff val="-573"/>
            <a:lumOff val="39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 err="1">
              <a:latin typeface="Century Gothic" panose="020B0502020202020204"/>
            </a:rPr>
            <a:t>ram</a:t>
          </a:r>
          <a:endParaRPr lang="it-IT" sz="1000" kern="1200" dirty="0">
            <a:latin typeface="Century Gothic" panose="020B0502020202020204"/>
          </a:endParaRPr>
        </a:p>
      </dsp:txBody>
      <dsp:txXfrm>
        <a:off x="2446117" y="651113"/>
        <a:ext cx="2221198" cy="1332718"/>
      </dsp:txXfrm>
    </dsp:sp>
    <dsp:sp modelId="{79C5B0F0-EBFF-49F2-BC24-1248D1F4F5AF}">
      <dsp:nvSpPr>
        <dsp:cNvPr id="0" name=""/>
        <dsp:cNvSpPr/>
      </dsp:nvSpPr>
      <dsp:spPr>
        <a:xfrm>
          <a:off x="4889435" y="651113"/>
          <a:ext cx="2221198" cy="1332718"/>
        </a:xfrm>
        <a:prstGeom prst="rect">
          <a:avLst/>
        </a:prstGeom>
        <a:solidFill>
          <a:schemeClr val="accent5">
            <a:hueOff val="1782068"/>
            <a:satOff val="-1147"/>
            <a:lumOff val="7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Memory manager </a:t>
          </a:r>
          <a:endParaRPr lang="en-US" sz="1000" kern="1200"/>
        </a:p>
      </dsp:txBody>
      <dsp:txXfrm>
        <a:off x="4889435" y="651113"/>
        <a:ext cx="2221198" cy="1332718"/>
      </dsp:txXfrm>
    </dsp:sp>
    <dsp:sp modelId="{F8FBA707-3D7E-47BC-8059-8423BE2DD509}">
      <dsp:nvSpPr>
        <dsp:cNvPr id="0" name=""/>
        <dsp:cNvSpPr/>
      </dsp:nvSpPr>
      <dsp:spPr>
        <a:xfrm>
          <a:off x="7332753" y="651113"/>
          <a:ext cx="2221198" cy="1332718"/>
        </a:xfrm>
        <a:prstGeom prst="rect">
          <a:avLst/>
        </a:prstGeom>
        <a:solidFill>
          <a:schemeClr val="accent5">
            <a:hueOff val="2673102"/>
            <a:satOff val="-1720"/>
            <a:lumOff val="1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Compilazione</a:t>
          </a:r>
          <a:endParaRPr lang="en-US" sz="1000" kern="1200"/>
        </a:p>
      </dsp:txBody>
      <dsp:txXfrm>
        <a:off x="7332753" y="651113"/>
        <a:ext cx="2221198" cy="1332718"/>
      </dsp:txXfrm>
    </dsp:sp>
    <dsp:sp modelId="{25CFB153-D7BD-4989-B0D8-722035330844}">
      <dsp:nvSpPr>
        <dsp:cNvPr id="0" name=""/>
        <dsp:cNvSpPr/>
      </dsp:nvSpPr>
      <dsp:spPr>
        <a:xfrm>
          <a:off x="2799" y="2205951"/>
          <a:ext cx="2221198" cy="1332718"/>
        </a:xfrm>
        <a:prstGeom prst="rect">
          <a:avLst/>
        </a:prstGeom>
        <a:solidFill>
          <a:schemeClr val="accent5">
            <a:hueOff val="3564136"/>
            <a:satOff val="-2293"/>
            <a:lumOff val="156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/>
            <a:t>Programma a Processo</a:t>
          </a:r>
          <a:endParaRPr lang="en-US" sz="1000" kern="1200"/>
        </a:p>
      </dsp:txBody>
      <dsp:txXfrm>
        <a:off x="2799" y="2205951"/>
        <a:ext cx="2221198" cy="1332718"/>
      </dsp:txXfrm>
    </dsp:sp>
    <dsp:sp modelId="{455C0FB0-FD0E-4543-B95C-FD76B4D16416}">
      <dsp:nvSpPr>
        <dsp:cNvPr id="0" name=""/>
        <dsp:cNvSpPr/>
      </dsp:nvSpPr>
      <dsp:spPr>
        <a:xfrm>
          <a:off x="2446117" y="2205951"/>
          <a:ext cx="2221198" cy="1332718"/>
        </a:xfrm>
        <a:prstGeom prst="rect">
          <a:avLst/>
        </a:prstGeom>
        <a:solidFill>
          <a:schemeClr val="accent5">
            <a:hueOff val="4455170"/>
            <a:satOff val="-2866"/>
            <a:lumOff val="196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kern="1200" dirty="0"/>
            <a:t>Binding / </a:t>
          </a:r>
          <a:r>
            <a:rPr lang="it-IT" sz="1000" kern="1200">
              <a:latin typeface="Century Gothic" panose="020B0502020202020204"/>
            </a:rPr>
            <a:t>rilocazione</a:t>
          </a:r>
          <a:endParaRPr lang="en-US" sz="1000" kern="1200"/>
        </a:p>
      </dsp:txBody>
      <dsp:txXfrm>
        <a:off x="2446117" y="2205951"/>
        <a:ext cx="2221198" cy="1332718"/>
      </dsp:txXfrm>
    </dsp:sp>
    <dsp:sp modelId="{FB7F65B5-445A-449B-A5C9-46E5AF070437}">
      <dsp:nvSpPr>
        <dsp:cNvPr id="0" name=""/>
        <dsp:cNvSpPr/>
      </dsp:nvSpPr>
      <dsp:spPr>
        <a:xfrm>
          <a:off x="4889435" y="2205951"/>
          <a:ext cx="2221198" cy="1332718"/>
        </a:xfrm>
        <a:prstGeom prst="rect">
          <a:avLst/>
        </a:prstGeom>
        <a:solidFill>
          <a:schemeClr val="accent5">
            <a:hueOff val="5346204"/>
            <a:satOff val="-3440"/>
            <a:lumOff val="235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rgbClr val="EBEBEB"/>
              </a:solidFill>
              <a:latin typeface="Century Gothic" panose="020B0502020202020204"/>
            </a:rPr>
            <a:t>Tecniche</a:t>
          </a:r>
          <a:r>
            <a:rPr lang="en-US" sz="1000" kern="1200" dirty="0">
              <a:solidFill>
                <a:srgbClr val="EBEBEB"/>
              </a:solidFill>
              <a:latin typeface="Century Gothic" panose="020B0502020202020204"/>
            </a:rPr>
            <a:t> per </a:t>
          </a:r>
          <a:r>
            <a:rPr lang="en-US" sz="1000" kern="1200" dirty="0" err="1">
              <a:solidFill>
                <a:srgbClr val="EBEBEB"/>
              </a:solidFill>
              <a:latin typeface="Century Gothic" panose="020B0502020202020204"/>
            </a:rPr>
            <a:t>ottimizzare</a:t>
          </a:r>
          <a:r>
            <a:rPr lang="en-US" sz="1000" kern="1200" dirty="0">
              <a:solidFill>
                <a:srgbClr val="EBEBEB"/>
              </a:solidFill>
              <a:latin typeface="Century Gothic" panose="020B0502020202020204"/>
            </a:rPr>
            <a:t> </a:t>
          </a:r>
          <a:r>
            <a:rPr lang="en-US" sz="1000" kern="1200" dirty="0" err="1">
              <a:solidFill>
                <a:srgbClr val="EBEBEB"/>
              </a:solidFill>
              <a:latin typeface="Century Gothic" panose="020B0502020202020204"/>
            </a:rPr>
            <a:t>l'utilizzo</a:t>
          </a:r>
          <a:r>
            <a:rPr lang="en-US" sz="1000" kern="1200" dirty="0">
              <a:solidFill>
                <a:srgbClr val="EBEBEB"/>
              </a:solidFill>
              <a:latin typeface="Century Gothic" panose="020B0502020202020204"/>
            </a:rPr>
            <a:t> della memoria</a:t>
          </a:r>
          <a:endParaRPr lang="it-IT" sz="1000" kern="1200" dirty="0">
            <a:latin typeface="Century Gothic" panose="020B0502020202020204"/>
          </a:endParaRPr>
        </a:p>
      </dsp:txBody>
      <dsp:txXfrm>
        <a:off x="4889435" y="2205951"/>
        <a:ext cx="2221198" cy="1332718"/>
      </dsp:txXfrm>
    </dsp:sp>
    <dsp:sp modelId="{26A4999E-C358-4E0B-B020-06FAD2EDE6DB}">
      <dsp:nvSpPr>
        <dsp:cNvPr id="0" name=""/>
        <dsp:cNvSpPr/>
      </dsp:nvSpPr>
      <dsp:spPr>
        <a:xfrm>
          <a:off x="7332753" y="2205951"/>
          <a:ext cx="2221198" cy="1332718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rgbClr val="EBEBEB"/>
              </a:solidFill>
              <a:latin typeface="Century Gothic" panose="020B0502020202020204"/>
            </a:rPr>
            <a:t>Tecniche</a:t>
          </a:r>
          <a:r>
            <a:rPr lang="en-US" sz="1000" kern="1200" dirty="0">
              <a:solidFill>
                <a:srgbClr val="EBEBEB"/>
              </a:solidFill>
              <a:latin typeface="Century Gothic" panose="020B0502020202020204"/>
            </a:rPr>
            <a:t> di </a:t>
          </a:r>
          <a:r>
            <a:rPr lang="en-US" sz="1000" kern="1200" dirty="0" err="1">
              <a:solidFill>
                <a:srgbClr val="EBEBEB"/>
              </a:solidFill>
              <a:latin typeface="Century Gothic" panose="020B0502020202020204"/>
            </a:rPr>
            <a:t>allocazione</a:t>
          </a:r>
          <a:r>
            <a:rPr lang="en-US" sz="1000" kern="1200" dirty="0">
              <a:solidFill>
                <a:srgbClr val="EBEBEB"/>
              </a:solidFill>
              <a:latin typeface="Century Gothic" panose="020B0502020202020204"/>
            </a:rPr>
            <a:t> della memoria centrale</a:t>
          </a:r>
        </a:p>
      </dsp:txBody>
      <dsp:txXfrm>
        <a:off x="7332753" y="2205951"/>
        <a:ext cx="2221198" cy="1332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E8D9A-5744-4777-8407-A768E939C752}">
      <dsp:nvSpPr>
        <dsp:cNvPr id="0" name=""/>
        <dsp:cNvSpPr/>
      </dsp:nvSpPr>
      <dsp:spPr>
        <a:xfrm>
          <a:off x="0" y="3571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D3978-B4F0-46F5-9E12-6F150F4A0B0D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771D8-7D27-414D-B0FD-BB9AB38D23B4}">
      <dsp:nvSpPr>
        <dsp:cNvPr id="0" name=""/>
        <dsp:cNvSpPr/>
      </dsp:nvSpPr>
      <dsp:spPr>
        <a:xfrm>
          <a:off x="878734" y="3571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Il </a:t>
          </a:r>
          <a:r>
            <a:rPr lang="it-IT" sz="1900" b="1" i="0" kern="1200"/>
            <a:t>sistema operativo</a:t>
          </a:r>
          <a:r>
            <a:rPr lang="it-IT" sz="1900" b="0" i="0" kern="1200"/>
            <a:t> usa il </a:t>
          </a:r>
          <a:r>
            <a:rPr lang="it-IT" sz="1900" b="1" i="0" kern="1200"/>
            <a:t>memory manager</a:t>
          </a:r>
          <a:r>
            <a:rPr lang="it-IT" sz="1900" b="0" i="0" kern="1200"/>
            <a:t> per gestire la RAM</a:t>
          </a:r>
          <a:endParaRPr lang="en-US" sz="1900" kern="1200"/>
        </a:p>
      </dsp:txBody>
      <dsp:txXfrm>
        <a:off x="878734" y="3571"/>
        <a:ext cx="5617315" cy="760809"/>
      </dsp:txXfrm>
    </dsp:sp>
    <dsp:sp modelId="{99FCD538-8FAB-433D-871E-FB4FD1CBDFC8}">
      <dsp:nvSpPr>
        <dsp:cNvPr id="0" name=""/>
        <dsp:cNvSpPr/>
      </dsp:nvSpPr>
      <dsp:spPr>
        <a:xfrm>
          <a:off x="0" y="954583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2A280-6295-456C-9BB5-3E3C785381FA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1DACA-E576-4E44-96E6-2EF24D7DE342}">
      <dsp:nvSpPr>
        <dsp:cNvPr id="0" name=""/>
        <dsp:cNvSpPr/>
      </dsp:nvSpPr>
      <dsp:spPr>
        <a:xfrm>
          <a:off x="878734" y="954583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I suoi compiti :</a:t>
          </a:r>
          <a:endParaRPr lang="en-US" sz="1900" kern="1200"/>
        </a:p>
      </dsp:txBody>
      <dsp:txXfrm>
        <a:off x="878734" y="954583"/>
        <a:ext cx="5617315" cy="760809"/>
      </dsp:txXfrm>
    </dsp:sp>
    <dsp:sp modelId="{38897680-741C-42F3-8B7A-24A91D3F3114}">
      <dsp:nvSpPr>
        <dsp:cNvPr id="0" name=""/>
        <dsp:cNvSpPr/>
      </dsp:nvSpPr>
      <dsp:spPr>
        <a:xfrm>
          <a:off x="0" y="1905595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D3053-4DBD-4D41-A8CC-0D32374DF11B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3904B-832D-4F86-9198-8EB330AE9B26}">
      <dsp:nvSpPr>
        <dsp:cNvPr id="0" name=""/>
        <dsp:cNvSpPr/>
      </dsp:nvSpPr>
      <dsp:spPr>
        <a:xfrm>
          <a:off x="878734" y="1905595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Sapere quali aree della RAM sono </a:t>
          </a:r>
          <a:r>
            <a:rPr lang="it-IT" sz="1900" b="1" i="0" kern="1200"/>
            <a:t>libere o occupate.</a:t>
          </a:r>
          <a:endParaRPr lang="en-US" sz="1900" kern="1200"/>
        </a:p>
      </dsp:txBody>
      <dsp:txXfrm>
        <a:off x="878734" y="1905595"/>
        <a:ext cx="5617315" cy="760809"/>
      </dsp:txXfrm>
    </dsp:sp>
    <dsp:sp modelId="{A9FCEB85-7D27-41D2-BAAF-F0C51E172996}">
      <dsp:nvSpPr>
        <dsp:cNvPr id="0" name=""/>
        <dsp:cNvSpPr/>
      </dsp:nvSpPr>
      <dsp:spPr>
        <a:xfrm>
          <a:off x="0" y="2856607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C5463-0FC3-4872-999D-6C6AEB62FA0B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84E69-0A10-4E9A-A694-44BECFA4C3CC}">
      <dsp:nvSpPr>
        <dsp:cNvPr id="0" name=""/>
        <dsp:cNvSpPr/>
      </dsp:nvSpPr>
      <dsp:spPr>
        <a:xfrm>
          <a:off x="878734" y="2856607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Gestisce lo </a:t>
          </a:r>
          <a:r>
            <a:rPr lang="it-IT" sz="1900" b="1" i="0" kern="1200"/>
            <a:t>swapping</a:t>
          </a:r>
          <a:r>
            <a:rPr lang="it-IT" sz="1900" b="0" i="0" kern="1200"/>
            <a:t> tra RAM e disco quando la memoria RAM è piena.</a:t>
          </a:r>
          <a:endParaRPr lang="en-US" sz="1900" kern="1200"/>
        </a:p>
      </dsp:txBody>
      <dsp:txXfrm>
        <a:off x="878734" y="2856607"/>
        <a:ext cx="5617315" cy="760809"/>
      </dsp:txXfrm>
    </dsp:sp>
    <dsp:sp modelId="{F0E77A55-899E-46CC-B105-A19E5DAC153B}">
      <dsp:nvSpPr>
        <dsp:cNvPr id="0" name=""/>
        <dsp:cNvSpPr/>
      </dsp:nvSpPr>
      <dsp:spPr>
        <a:xfrm>
          <a:off x="0" y="3807618"/>
          <a:ext cx="6496050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5BDAD-0576-4C31-B0FB-2F73360BE6B8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2FAB6-6422-4F52-B9DE-E6F1381003EC}">
      <dsp:nvSpPr>
        <dsp:cNvPr id="0" name=""/>
        <dsp:cNvSpPr/>
      </dsp:nvSpPr>
      <dsp:spPr>
        <a:xfrm>
          <a:off x="878734" y="3807618"/>
          <a:ext cx="5617315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Decide quali processi </a:t>
          </a:r>
          <a:r>
            <a:rPr lang="it-IT" sz="1900" b="1" i="0" kern="1200"/>
            <a:t>allocare o disallocare.</a:t>
          </a:r>
          <a:endParaRPr lang="en-US" sz="1900" kern="1200"/>
        </a:p>
      </dsp:txBody>
      <dsp:txXfrm>
        <a:off x="878734" y="3807618"/>
        <a:ext cx="5617315" cy="760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14F85-E6B0-43FC-9AF7-70B916F54F71}">
      <dsp:nvSpPr>
        <dsp:cNvPr id="0" name=""/>
        <dsp:cNvSpPr/>
      </dsp:nvSpPr>
      <dsp:spPr>
        <a:xfrm>
          <a:off x="9576" y="843489"/>
          <a:ext cx="2862162" cy="17172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Quando viene eseguito entra nella </a:t>
          </a:r>
          <a:r>
            <a:rPr lang="it-IT" sz="2100" b="1" kern="1200"/>
            <a:t>coda di ingresso </a:t>
          </a:r>
          <a:endParaRPr lang="en-US" sz="2100" kern="1200"/>
        </a:p>
      </dsp:txBody>
      <dsp:txXfrm>
        <a:off x="59874" y="893787"/>
        <a:ext cx="2761566" cy="1616701"/>
      </dsp:txXfrm>
    </dsp:sp>
    <dsp:sp modelId="{55961092-D13C-4C3D-A615-D7D635F58519}">
      <dsp:nvSpPr>
        <dsp:cNvPr id="0" name=""/>
        <dsp:cNvSpPr/>
      </dsp:nvSpPr>
      <dsp:spPr>
        <a:xfrm>
          <a:off x="3123608" y="1347230"/>
          <a:ext cx="606778" cy="709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123608" y="1489193"/>
        <a:ext cx="424745" cy="425890"/>
      </dsp:txXfrm>
    </dsp:sp>
    <dsp:sp modelId="{07063E66-D86F-44FB-9F8A-7E91329139F7}">
      <dsp:nvSpPr>
        <dsp:cNvPr id="0" name=""/>
        <dsp:cNvSpPr/>
      </dsp:nvSpPr>
      <dsp:spPr>
        <a:xfrm>
          <a:off x="4016603" y="843489"/>
          <a:ext cx="2862162" cy="17172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Il </a:t>
          </a:r>
          <a:r>
            <a:rPr lang="it-IT" sz="2100" b="1" kern="1200"/>
            <a:t>loader</a:t>
          </a:r>
          <a:r>
            <a:rPr lang="it-IT" sz="2100" kern="1200"/>
            <a:t> lo carica in RAM.</a:t>
          </a:r>
          <a:endParaRPr lang="en-US" sz="2100" kern="1200"/>
        </a:p>
      </dsp:txBody>
      <dsp:txXfrm>
        <a:off x="4066901" y="893787"/>
        <a:ext cx="2761566" cy="1616701"/>
      </dsp:txXfrm>
    </dsp:sp>
    <dsp:sp modelId="{271D0510-C9C7-4CC3-95A4-53A5CB80123F}">
      <dsp:nvSpPr>
        <dsp:cNvPr id="0" name=""/>
        <dsp:cNvSpPr/>
      </dsp:nvSpPr>
      <dsp:spPr>
        <a:xfrm>
          <a:off x="7130636" y="1347230"/>
          <a:ext cx="606778" cy="709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130636" y="1489193"/>
        <a:ext cx="424745" cy="425890"/>
      </dsp:txXfrm>
    </dsp:sp>
    <dsp:sp modelId="{AEA16904-02D5-4DA9-8EA4-9E9CD45C72A4}">
      <dsp:nvSpPr>
        <dsp:cNvPr id="0" name=""/>
        <dsp:cNvSpPr/>
      </dsp:nvSpPr>
      <dsp:spPr>
        <a:xfrm>
          <a:off x="8023631" y="843489"/>
          <a:ext cx="2862162" cy="17172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Il programma diventa </a:t>
          </a:r>
          <a:r>
            <a:rPr lang="it-IT" sz="2100" b="1" kern="1200"/>
            <a:t>processo</a:t>
          </a:r>
          <a:r>
            <a:rPr lang="it-IT" sz="2100" kern="1200"/>
            <a:t> e entra nella </a:t>
          </a:r>
          <a:r>
            <a:rPr lang="it-IT" sz="2100" b="1" kern="1200"/>
            <a:t>Ready List</a:t>
          </a:r>
          <a:r>
            <a:rPr lang="it-IT" sz="2100" kern="1200"/>
            <a:t>, pronto per la CPU.</a:t>
          </a:r>
          <a:endParaRPr lang="en-US" sz="2100" kern="1200"/>
        </a:p>
      </dsp:txBody>
      <dsp:txXfrm>
        <a:off x="8073929" y="893787"/>
        <a:ext cx="2761566" cy="16167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860E5-1750-45F7-9B03-E2F8CD7A31E7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Il </a:t>
          </a:r>
          <a:r>
            <a:rPr lang="it-IT" sz="1900" b="1" i="0" kern="1200"/>
            <a:t>binding</a:t>
          </a:r>
          <a:r>
            <a:rPr lang="it-IT" sz="1900" b="0" i="0" kern="1200"/>
            <a:t> trasforma </a:t>
          </a:r>
          <a:r>
            <a:rPr lang="it-IT" sz="1900" b="1" i="0" kern="1200"/>
            <a:t>indirizzi logici → indirizzi fisici</a:t>
          </a:r>
          <a:r>
            <a:rPr lang="it-IT" sz="1900" b="0" i="0" kern="1200"/>
            <a:t>.</a:t>
          </a:r>
          <a:endParaRPr lang="en-US" sz="1900" kern="1200"/>
        </a:p>
      </dsp:txBody>
      <dsp:txXfrm>
        <a:off x="21386" y="21386"/>
        <a:ext cx="6368024" cy="687386"/>
      </dsp:txXfrm>
    </dsp:sp>
    <dsp:sp modelId="{7534DB00-E563-428E-A78E-A11634723F34}">
      <dsp:nvSpPr>
        <dsp:cNvPr id="0" name=""/>
        <dsp:cNvSpPr/>
      </dsp:nvSpPr>
      <dsp:spPr>
        <a:xfrm>
          <a:off x="540750" y="831568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/>
            <a:t>Può avvenire in tre momenti:</a:t>
          </a:r>
          <a:endParaRPr lang="en-US" sz="1900" kern="1200"/>
        </a:p>
      </dsp:txBody>
      <dsp:txXfrm>
        <a:off x="562136" y="852954"/>
        <a:ext cx="6183226" cy="687386"/>
      </dsp:txXfrm>
    </dsp:sp>
    <dsp:sp modelId="{93375046-D5A2-4683-8E8A-5747B02C85B8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i="0" kern="1200"/>
            <a:t>Compile time</a:t>
          </a:r>
          <a:r>
            <a:rPr lang="it-IT" sz="1900" b="0" i="0" kern="1200"/>
            <a:t> →Solo se il compilatore conosce già dove saranno memorizzati i dati e le istruzioni.</a:t>
          </a:r>
          <a:endParaRPr lang="en-US" sz="1900" kern="1200"/>
        </a:p>
      </dsp:txBody>
      <dsp:txXfrm>
        <a:off x="1102886" y="1684523"/>
        <a:ext cx="6183226" cy="687386"/>
      </dsp:txXfrm>
    </dsp:sp>
    <dsp:sp modelId="{74AE97B0-A5C2-46D1-9F31-8562C50AA3E4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i="0" kern="1200"/>
            <a:t>Load time</a:t>
          </a:r>
          <a:r>
            <a:rPr lang="it-IT" sz="1900" b="0" i="0" kern="1200"/>
            <a:t> → </a:t>
          </a:r>
          <a:r>
            <a:rPr lang="it-IT" sz="1900" b="1" i="0" kern="1200"/>
            <a:t>rilocazione statica</a:t>
          </a:r>
          <a:endParaRPr lang="en-US" sz="1900" kern="1200"/>
        </a:p>
      </dsp:txBody>
      <dsp:txXfrm>
        <a:off x="1643636" y="2516092"/>
        <a:ext cx="6183226" cy="687386"/>
      </dsp:txXfrm>
    </dsp:sp>
    <dsp:sp modelId="{A1F53F9A-3D51-4034-9CC9-BA60300CAE52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i="0" kern="1200"/>
            <a:t>Execution time</a:t>
          </a:r>
          <a:r>
            <a:rPr lang="it-IT" sz="1900" b="0" i="0" kern="1200"/>
            <a:t> → </a:t>
          </a:r>
          <a:r>
            <a:rPr lang="it-IT" sz="1900" b="1" i="0" kern="1200"/>
            <a:t>rilocazione dinamica</a:t>
          </a:r>
          <a:endParaRPr lang="en-US" sz="1900" kern="1200"/>
        </a:p>
      </dsp:txBody>
      <dsp:txXfrm>
        <a:off x="2184386" y="3347661"/>
        <a:ext cx="6183226" cy="687386"/>
      </dsp:txXfrm>
    </dsp:sp>
    <dsp:sp modelId="{77AC9AF3-285C-450B-AFF7-E2A3C31C9691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533" y="533421"/>
        <a:ext cx="261032" cy="357138"/>
      </dsp:txXfrm>
    </dsp:sp>
    <dsp:sp modelId="{B9EB3651-541D-4B7F-92E6-D72AE82A42FF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3256"/>
            <a:satOff val="-1571"/>
            <a:lumOff val="-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543256"/>
              <a:satOff val="-1571"/>
              <a:lumOff val="-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414283" y="1364990"/>
        <a:ext cx="261032" cy="357138"/>
      </dsp:txXfrm>
    </dsp:sp>
    <dsp:sp modelId="{CD4DEAF5-18D8-423F-968D-A19359F77445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86513"/>
            <a:satOff val="-3142"/>
            <a:lumOff val="-6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086513"/>
              <a:satOff val="-3142"/>
              <a:lumOff val="-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955033" y="2184389"/>
        <a:ext cx="261032" cy="357138"/>
      </dsp:txXfrm>
    </dsp:sp>
    <dsp:sp modelId="{3345641B-D19B-4E88-8323-53AE3880A7EC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495783" y="3024071"/>
        <a:ext cx="261032" cy="3571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02AF7-92BE-44AB-A7E8-791A59EAD593}">
      <dsp:nvSpPr>
        <dsp:cNvPr id="0" name=""/>
        <dsp:cNvSpPr/>
      </dsp:nvSpPr>
      <dsp:spPr>
        <a:xfrm>
          <a:off x="312248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0A3B9-6921-40AB-875F-C3B3C279CE93}">
      <dsp:nvSpPr>
        <dsp:cNvPr id="0" name=""/>
        <dsp:cNvSpPr/>
      </dsp:nvSpPr>
      <dsp:spPr>
        <a:xfrm>
          <a:off x="518141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A1F85-0FAF-4741-8B23-4A0995B83AAA}">
      <dsp:nvSpPr>
        <dsp:cNvPr id="0" name=""/>
        <dsp:cNvSpPr/>
      </dsp:nvSpPr>
      <dsp:spPr>
        <a:xfrm>
          <a:off x="3410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Spostare temporanemente processi in attivi dalla ram al disco per liberare spazio</a:t>
          </a:r>
          <a:endParaRPr lang="en-US" sz="1100" kern="1200"/>
        </a:p>
      </dsp:txBody>
      <dsp:txXfrm>
        <a:off x="3410" y="1999098"/>
        <a:ext cx="1583789" cy="673110"/>
      </dsp:txXfrm>
    </dsp:sp>
    <dsp:sp modelId="{7B6550C6-D20F-4E7D-B97E-2B4BAFAE6FCF}">
      <dsp:nvSpPr>
        <dsp:cNvPr id="0" name=""/>
        <dsp:cNvSpPr/>
      </dsp:nvSpPr>
      <dsp:spPr>
        <a:xfrm>
          <a:off x="2173201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A6060-EFDF-42A7-9574-A19253276487}">
      <dsp:nvSpPr>
        <dsp:cNvPr id="0" name=""/>
        <dsp:cNvSpPr/>
      </dsp:nvSpPr>
      <dsp:spPr>
        <a:xfrm>
          <a:off x="2379093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436FF-4C87-4CE7-B232-AEA0D0074518}">
      <dsp:nvSpPr>
        <dsp:cNvPr id="0" name=""/>
        <dsp:cNvSpPr/>
      </dsp:nvSpPr>
      <dsp:spPr>
        <a:xfrm>
          <a:off x="1864362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4 fasi :</a:t>
          </a:r>
          <a:endParaRPr lang="en-US" sz="1100" kern="1200"/>
        </a:p>
      </dsp:txBody>
      <dsp:txXfrm>
        <a:off x="1864362" y="1999098"/>
        <a:ext cx="1583789" cy="673110"/>
      </dsp:txXfrm>
    </dsp:sp>
    <dsp:sp modelId="{6BC4D216-E39A-4610-97B7-17EA30D93F8E}">
      <dsp:nvSpPr>
        <dsp:cNvPr id="0" name=""/>
        <dsp:cNvSpPr/>
      </dsp:nvSpPr>
      <dsp:spPr>
        <a:xfrm>
          <a:off x="4034153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73F80-75A8-42B5-99DE-B02770D3CEEB}">
      <dsp:nvSpPr>
        <dsp:cNvPr id="0" name=""/>
        <dsp:cNvSpPr/>
      </dsp:nvSpPr>
      <dsp:spPr>
        <a:xfrm>
          <a:off x="4240045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9F67A-1039-4F12-BA69-8CC676F50333}">
      <dsp:nvSpPr>
        <dsp:cNvPr id="0" name=""/>
        <dsp:cNvSpPr/>
      </dsp:nvSpPr>
      <dsp:spPr>
        <a:xfrm>
          <a:off x="3725314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Identificare: </a:t>
          </a:r>
          <a:r>
            <a:rPr lang="en-US" sz="1100" b="0" i="0" kern="1200"/>
            <a:t>individuare</a:t>
          </a:r>
          <a:r>
            <a:rPr lang="en-US" sz="1100" b="1" i="0" kern="1200"/>
            <a:t> </a:t>
          </a:r>
          <a:r>
            <a:rPr lang="en-US" sz="1100" b="0" i="0" kern="1200"/>
            <a:t>il processo inattivo</a:t>
          </a:r>
          <a:endParaRPr lang="en-US" sz="1100" kern="1200"/>
        </a:p>
      </dsp:txBody>
      <dsp:txXfrm>
        <a:off x="3725314" y="1999098"/>
        <a:ext cx="1583789" cy="673110"/>
      </dsp:txXfrm>
    </dsp:sp>
    <dsp:sp modelId="{C16AB50F-C9FB-4A83-BA85-EBCCA1F6BF86}">
      <dsp:nvSpPr>
        <dsp:cNvPr id="0" name=""/>
        <dsp:cNvSpPr/>
      </dsp:nvSpPr>
      <dsp:spPr>
        <a:xfrm>
          <a:off x="5895105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4B2DA-747F-432B-BA7C-FA93A59A8AB5}">
      <dsp:nvSpPr>
        <dsp:cNvPr id="0" name=""/>
        <dsp:cNvSpPr/>
      </dsp:nvSpPr>
      <dsp:spPr>
        <a:xfrm>
          <a:off x="6100997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75CF6-4969-4B2F-BA0B-38B42E7EDCA2}">
      <dsp:nvSpPr>
        <dsp:cNvPr id="0" name=""/>
        <dsp:cNvSpPr/>
      </dsp:nvSpPr>
      <dsp:spPr>
        <a:xfrm>
          <a:off x="5586266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Salvare sulla memoria temporanea: </a:t>
          </a:r>
          <a:r>
            <a:rPr lang="en-US" sz="1100" b="0" i="0" kern="1200"/>
            <a:t>dati globali heap stack</a:t>
          </a:r>
          <a:endParaRPr lang="en-US" sz="1100" kern="1200"/>
        </a:p>
      </dsp:txBody>
      <dsp:txXfrm>
        <a:off x="5586266" y="1999098"/>
        <a:ext cx="1583789" cy="673110"/>
      </dsp:txXfrm>
    </dsp:sp>
    <dsp:sp modelId="{20DB24C6-4BA6-4EA4-9467-78FC81D0ABDB}">
      <dsp:nvSpPr>
        <dsp:cNvPr id="0" name=""/>
        <dsp:cNvSpPr/>
      </dsp:nvSpPr>
      <dsp:spPr>
        <a:xfrm>
          <a:off x="7756057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58D13-976D-4C5D-B88F-DB650B5673C5}">
      <dsp:nvSpPr>
        <dsp:cNvPr id="0" name=""/>
        <dsp:cNvSpPr/>
      </dsp:nvSpPr>
      <dsp:spPr>
        <a:xfrm>
          <a:off x="7961950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514AF-CBCB-4310-809F-EF3241614E37}">
      <dsp:nvSpPr>
        <dsp:cNvPr id="0" name=""/>
        <dsp:cNvSpPr/>
      </dsp:nvSpPr>
      <dsp:spPr>
        <a:xfrm>
          <a:off x="7447218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Scaricamento: </a:t>
          </a:r>
          <a:r>
            <a:rPr lang="en-US" sz="1100" b="0" i="0" kern="1200"/>
            <a:t>rimuoverlo dalla ram</a:t>
          </a:r>
          <a:endParaRPr lang="en-US" sz="1100" kern="1200"/>
        </a:p>
      </dsp:txBody>
      <dsp:txXfrm>
        <a:off x="7447218" y="1999098"/>
        <a:ext cx="1583789" cy="673110"/>
      </dsp:txXfrm>
    </dsp:sp>
    <dsp:sp modelId="{D5513CD3-376F-4B74-A17D-15440ECE0A95}">
      <dsp:nvSpPr>
        <dsp:cNvPr id="0" name=""/>
        <dsp:cNvSpPr/>
      </dsp:nvSpPr>
      <dsp:spPr>
        <a:xfrm>
          <a:off x="9617009" y="732067"/>
          <a:ext cx="966111" cy="96611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CC092-B6FD-4B1E-B8F0-D053FD5CD3CF}">
      <dsp:nvSpPr>
        <dsp:cNvPr id="0" name=""/>
        <dsp:cNvSpPr/>
      </dsp:nvSpPr>
      <dsp:spPr>
        <a:xfrm>
          <a:off x="9822902" y="937960"/>
          <a:ext cx="554326" cy="5543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C0875-2360-4432-A85E-A3E72ACE908C}">
      <dsp:nvSpPr>
        <dsp:cNvPr id="0" name=""/>
        <dsp:cNvSpPr/>
      </dsp:nvSpPr>
      <dsp:spPr>
        <a:xfrm>
          <a:off x="9308170" y="1999098"/>
          <a:ext cx="1583789" cy="67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Caricamento: </a:t>
          </a:r>
          <a:r>
            <a:rPr lang="en-US" sz="1100" b="0" i="0" kern="1200"/>
            <a:t>caricare il nuovo processo</a:t>
          </a:r>
          <a:endParaRPr lang="en-US" sz="1100" kern="1200"/>
        </a:p>
      </dsp:txBody>
      <dsp:txXfrm>
        <a:off x="9308170" y="1999098"/>
        <a:ext cx="1583789" cy="6731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F9380-7BBC-4E35-9C48-C0DADFB6DFAE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FE8E8-077D-4838-8408-05D34778AED4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BB119-03F5-4EE2-B43C-7EA6BBE66A37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Nei </a:t>
          </a:r>
          <a:r>
            <a:rPr lang="en-US" sz="2400" b="0" kern="1200" dirty="0" err="1"/>
            <a:t>sistemi</a:t>
          </a:r>
          <a:r>
            <a:rPr lang="en-US" sz="2400" b="0" kern="1200" dirty="0"/>
            <a:t> </a:t>
          </a:r>
          <a:r>
            <a:rPr lang="en-US" sz="2400" b="0" kern="1200" dirty="0" err="1"/>
            <a:t>multiprogrammati</a:t>
          </a:r>
          <a:r>
            <a:rPr lang="en-US" sz="2400" b="0" kern="1200" dirty="0"/>
            <a:t> la </a:t>
          </a:r>
          <a:r>
            <a:rPr lang="en-US" sz="2400" b="1" kern="1200" dirty="0"/>
            <a:t>memoria centrale </a:t>
          </a:r>
          <a:r>
            <a:rPr lang="en-US" sz="2400" b="1" kern="1200" dirty="0" err="1"/>
            <a:t>viene</a:t>
          </a:r>
          <a:r>
            <a:rPr lang="en-US" sz="2400" b="1" kern="1200" dirty="0"/>
            <a:t> divisa in </a:t>
          </a:r>
          <a:r>
            <a:rPr lang="en-US" sz="2400" b="1" kern="1200" dirty="0" err="1"/>
            <a:t>partizioni</a:t>
          </a:r>
          <a:endParaRPr lang="en-US" sz="2400" b="1" kern="1200" dirty="0"/>
        </a:p>
      </dsp:txBody>
      <dsp:txXfrm>
        <a:off x="1508391" y="558"/>
        <a:ext cx="4987658" cy="1305966"/>
      </dsp:txXfrm>
    </dsp:sp>
    <dsp:sp modelId="{CFA37E36-95C8-481A-AD74-1C422B8EF7D0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5C18F-40C8-41C4-86F8-B70122386A55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691CE-6EE1-4433-BE05-9D81C21D246F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Ogni </a:t>
          </a:r>
          <a:r>
            <a:rPr lang="en-US" sz="2400" kern="1200" dirty="0" err="1"/>
            <a:t>processo</a:t>
          </a:r>
          <a:r>
            <a:rPr lang="en-US" sz="2400" kern="1200" dirty="0"/>
            <a:t> </a:t>
          </a:r>
          <a:r>
            <a:rPr lang="en-US" sz="2400" kern="1200" dirty="0" err="1"/>
            <a:t>occupa</a:t>
          </a:r>
          <a:r>
            <a:rPr lang="en-US" sz="2400" kern="1200" dirty="0"/>
            <a:t> </a:t>
          </a:r>
          <a:r>
            <a:rPr lang="en-US" sz="2400" kern="1200" dirty="0" err="1"/>
            <a:t>una</a:t>
          </a:r>
          <a:r>
            <a:rPr lang="en-US" sz="2400" kern="1200" dirty="0"/>
            <a:t> </a:t>
          </a:r>
          <a:r>
            <a:rPr lang="en-US" sz="2400" kern="1200" dirty="0" err="1"/>
            <a:t>partizione</a:t>
          </a:r>
          <a:r>
            <a:rPr lang="en-US" sz="2400" kern="1200" dirty="0"/>
            <a:t> di </a:t>
          </a:r>
          <a:r>
            <a:rPr lang="en-US" sz="2400" kern="1200" dirty="0">
              <a:latin typeface="Century Gothic" panose="020B0502020202020204"/>
            </a:rPr>
            <a:t>memoria</a:t>
          </a:r>
          <a:endParaRPr lang="en-US" sz="2400" kern="1200" dirty="0"/>
        </a:p>
      </dsp:txBody>
      <dsp:txXfrm>
        <a:off x="1508391" y="1633016"/>
        <a:ext cx="4987658" cy="1305966"/>
      </dsp:txXfrm>
    </dsp:sp>
    <dsp:sp modelId="{884E1F50-DD6B-416E-A0C7-1337FC38152A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30FF3-2AD0-422A-B2C3-39F331FB1FAA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CA76A-FE7F-457C-B028-9051BC03D7D9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 </a:t>
          </a:r>
          <a:r>
            <a:rPr lang="en-US" sz="2400" b="1" kern="1200" dirty="0"/>
            <a:t>prima </a:t>
          </a:r>
          <a:r>
            <a:rPr lang="en-US" sz="2400" b="1" kern="1200" dirty="0" err="1"/>
            <a:t>partizione</a:t>
          </a:r>
          <a:r>
            <a:rPr lang="en-US" sz="2400" b="1" kern="1200" dirty="0"/>
            <a:t> è </a:t>
          </a:r>
          <a:r>
            <a:rPr lang="en-US" sz="2400" b="1" kern="1200" dirty="0" err="1"/>
            <a:t>solitamente</a:t>
          </a:r>
          <a:r>
            <a:rPr lang="en-US" sz="2400" b="1" kern="1200" dirty="0"/>
            <a:t> </a:t>
          </a:r>
          <a:r>
            <a:rPr lang="en-US" sz="2400" b="1" kern="1200" dirty="0" err="1"/>
            <a:t>riservata</a:t>
          </a:r>
          <a:r>
            <a:rPr lang="en-US" sz="2400" b="1" kern="1200" dirty="0"/>
            <a:t> al </a:t>
          </a:r>
          <a:r>
            <a:rPr lang="en-US" sz="2400" b="1" kern="1200" dirty="0" err="1"/>
            <a:t>sistema</a:t>
          </a:r>
          <a:r>
            <a:rPr lang="en-US" sz="2400" b="1" kern="1200" dirty="0"/>
            <a:t> </a:t>
          </a:r>
          <a:r>
            <a:rPr lang="en-US" sz="2400" b="1" kern="1200" dirty="0" err="1"/>
            <a:t>operativo</a:t>
          </a:r>
          <a:endParaRPr lang="en-US" sz="2400" kern="1200" dirty="0" err="1"/>
        </a:p>
      </dsp:txBody>
      <dsp:txXfrm>
        <a:off x="1508391" y="3265475"/>
        <a:ext cx="4987658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982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990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17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37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743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657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23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239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474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3845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3002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203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4439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241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344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7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11AC9C5-9A92-489D-8C3B-66E20D177F4E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B2BAD-C2E4-47C5-BB85-6DD0639E1D3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598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A19E70-EF3A-9662-5F51-9396D31AA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it-IT" sz="8000" b="1"/>
              <a:t>GESTIONE DELLA MEMORIA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30C00E4-3C4A-F489-B208-45B46080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rmAutofit/>
          </a:bodyPr>
          <a:lstStyle/>
          <a:p>
            <a:pPr algn="ctr"/>
            <a:r>
              <a:rPr lang="it-IT" sz="2400">
                <a:solidFill>
                  <a:schemeClr val="bg2"/>
                </a:solidFill>
              </a:rPr>
              <a:t>FEDERICO FIORENZO 3I</a:t>
            </a:r>
          </a:p>
        </p:txBody>
      </p:sp>
    </p:spTree>
    <p:extLst>
      <p:ext uri="{BB962C8B-B14F-4D97-AF65-F5344CB8AC3E}">
        <p14:creationId xmlns:p14="http://schemas.microsoft.com/office/powerpoint/2010/main" val="20014473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8E6FFF-5C6C-E6EF-022A-661926C6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it-IT" b="1"/>
              <a:t>INDICE 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D0B077B4-C5C9-A41B-0B01-81AEA52E9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062066"/>
              </p:ext>
            </p:extLst>
          </p:nvPr>
        </p:nvGraphicFramePr>
        <p:xfrm>
          <a:off x="493711" y="2006735"/>
          <a:ext cx="9556752" cy="4189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23911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C1C4E-ED06-57E0-7F7D-0404202F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5616217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Gerarchia memoria 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913EE7-EEDD-6333-D687-8B82D6D09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293" y="647698"/>
            <a:ext cx="3713036" cy="5562601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5DEE75-C61E-3763-8EA1-D7FB72CF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5616216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Registri</a:t>
            </a:r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 dirty="0" err="1">
                <a:solidFill>
                  <a:srgbClr val="FFFFFF"/>
                </a:solidFill>
              </a:rPr>
              <a:t>cpu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>
              <a:buClr>
                <a:srgbClr val="F7F7F7"/>
              </a:buClr>
            </a:pPr>
            <a:r>
              <a:rPr lang="en-US">
                <a:solidFill>
                  <a:srgbClr val="FFFFFF"/>
                </a:solidFill>
              </a:rPr>
              <a:t>Cache </a:t>
            </a: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FFFFFF"/>
                </a:solidFill>
              </a:rPr>
              <a:t>Memoria </a:t>
            </a:r>
            <a:r>
              <a:rPr lang="en-US" dirty="0" err="1">
                <a:solidFill>
                  <a:srgbClr val="FFFFFF"/>
                </a:solidFill>
              </a:rPr>
              <a:t>principale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>
              <a:buClr>
                <a:srgbClr val="F7F7F7"/>
              </a:buClr>
            </a:pPr>
            <a:r>
              <a:rPr lang="en-US">
                <a:solidFill>
                  <a:srgbClr val="FFFFFF"/>
                </a:solidFill>
              </a:rPr>
              <a:t>Disco </a:t>
            </a:r>
          </a:p>
          <a:p>
            <a:pPr>
              <a:buClr>
                <a:srgbClr val="F7F7F7"/>
              </a:buClr>
            </a:pPr>
            <a:r>
              <a:rPr lang="en-US">
                <a:solidFill>
                  <a:srgbClr val="FFFFFF"/>
                </a:solidFill>
              </a:rPr>
              <a:t>Nastro </a:t>
            </a:r>
          </a:p>
        </p:txBody>
      </p:sp>
    </p:spTree>
    <p:extLst>
      <p:ext uri="{BB962C8B-B14F-4D97-AF65-F5344CB8AC3E}">
        <p14:creationId xmlns:p14="http://schemas.microsoft.com/office/powerpoint/2010/main" val="367062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787B81-C7DF-412B-A405-EF445401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9275B-7D8D-191E-4DE5-6BF8F87048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6176" b="9555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02444-C7B4-F609-D709-C1816F12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RAM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41B75-1F74-3D4C-4EFA-05DF05664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Memoria ad accesso </a:t>
            </a:r>
            <a:r>
              <a:rPr lang="en-US" dirty="0" err="1"/>
              <a:t>casuale</a:t>
            </a:r>
            <a:r>
              <a:rPr lang="en-US" dirty="0"/>
              <a:t> e volatile </a:t>
            </a:r>
          </a:p>
          <a:p>
            <a:pPr>
              <a:buClr>
                <a:srgbClr val="8AD0D6"/>
              </a:buClr>
            </a:pPr>
            <a:r>
              <a:rPr lang="en-US" dirty="0" err="1">
                <a:ea typeface="+mj-lt"/>
                <a:cs typeface="+mj-lt"/>
              </a:rPr>
              <a:t>Formata</a:t>
            </a:r>
            <a:r>
              <a:rPr lang="en-US" dirty="0">
                <a:ea typeface="+mj-lt"/>
                <a:cs typeface="+mj-lt"/>
              </a:rPr>
              <a:t> da </a:t>
            </a:r>
            <a:r>
              <a:rPr lang="en-US" b="1" dirty="0">
                <a:ea typeface="+mj-lt"/>
                <a:cs typeface="+mj-lt"/>
              </a:rPr>
              <a:t>parole di </a:t>
            </a:r>
            <a:r>
              <a:rPr lang="en-US" b="1" dirty="0" err="1">
                <a:ea typeface="+mj-lt"/>
                <a:cs typeface="+mj-lt"/>
              </a:rPr>
              <a:t>memoria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ognuna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identificata</a:t>
            </a:r>
            <a:r>
              <a:rPr lang="en-US" dirty="0">
                <a:ea typeface="+mj-lt"/>
                <a:cs typeface="+mj-lt"/>
              </a:rPr>
              <a:t> da un </a:t>
            </a:r>
            <a:r>
              <a:rPr lang="en-US" b="1" dirty="0" err="1">
                <a:ea typeface="+mj-lt"/>
                <a:cs typeface="+mj-lt"/>
              </a:rPr>
              <a:t>indirizzo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unico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La </a:t>
            </a:r>
            <a:r>
              <a:rPr lang="en-US" b="1" dirty="0">
                <a:ea typeface="+mj-lt"/>
                <a:cs typeface="+mj-lt"/>
              </a:rPr>
              <a:t>CPU </a:t>
            </a:r>
            <a:r>
              <a:rPr lang="en-US" b="1" dirty="0" err="1">
                <a:ea typeface="+mj-lt"/>
                <a:cs typeface="+mj-lt"/>
              </a:rPr>
              <a:t>preleva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istruzioni</a:t>
            </a:r>
            <a:r>
              <a:rPr lang="en-US" b="1" dirty="0">
                <a:ea typeface="+mj-lt"/>
                <a:cs typeface="+mj-lt"/>
              </a:rPr>
              <a:t> e </a:t>
            </a:r>
            <a:r>
              <a:rPr lang="en-US" b="1" dirty="0" err="1">
                <a:ea typeface="+mj-lt"/>
                <a:cs typeface="+mj-lt"/>
              </a:rPr>
              <a:t>dati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dalla</a:t>
            </a:r>
            <a:r>
              <a:rPr lang="en-US" b="1" dirty="0">
                <a:ea typeface="+mj-lt"/>
                <a:cs typeface="+mj-lt"/>
              </a:rPr>
              <a:t> RAM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caricandoli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nei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suoi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registri</a:t>
            </a:r>
            <a:r>
              <a:rPr lang="en-US" dirty="0">
                <a:ea typeface="+mj-lt"/>
                <a:cs typeface="+mj-lt"/>
              </a:rPr>
              <a:t> per </a:t>
            </a:r>
            <a:r>
              <a:rPr lang="en-US" dirty="0" err="1">
                <a:ea typeface="+mj-lt"/>
                <a:cs typeface="+mj-lt"/>
              </a:rPr>
              <a:t>elaborarli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832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74B52D3-FA37-6B04-DF1C-24843FFD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it-IT" sz="3200" b="1">
                <a:solidFill>
                  <a:srgbClr val="F2F2F2"/>
                </a:solidFill>
              </a:rPr>
              <a:t>MEMORY MANAGER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DB19A0D3-360A-5AE2-3493-4EBFC5E83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66343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6771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690641-9966-5A7A-FFE5-72E75B907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it-IT" b="1">
                <a:solidFill>
                  <a:srgbClr val="EBEBEB"/>
                </a:solidFill>
              </a:rPr>
              <a:t>COMPILAZIONE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EB2CD3-1BA8-2FEF-05F8-6ACB6BBA8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it-IT"/>
              <a:t>Il </a:t>
            </a:r>
            <a:r>
              <a:rPr lang="it-IT" b="1"/>
              <a:t>compilatore</a:t>
            </a:r>
            <a:r>
              <a:rPr lang="it-IT"/>
              <a:t> traduce il  testo sorgente in </a:t>
            </a:r>
            <a:r>
              <a:rPr lang="it-IT" b="1"/>
              <a:t>linguaggio macchina</a:t>
            </a:r>
            <a:r>
              <a:rPr lang="it-IT"/>
              <a:t>.</a:t>
            </a:r>
          </a:p>
          <a:p>
            <a:pPr>
              <a:buClr>
                <a:srgbClr val="F7F7F7"/>
              </a:buClr>
            </a:pPr>
            <a:r>
              <a:rPr lang="it-IT"/>
              <a:t>Testo sorgente diventa programma oggetto</a:t>
            </a:r>
          </a:p>
          <a:p>
            <a:r>
              <a:rPr lang="it-IT"/>
              <a:t>Non conosce ancora gli </a:t>
            </a:r>
            <a:r>
              <a:rPr lang="it-IT" b="1"/>
              <a:t>indirizzi fisici della RAM</a:t>
            </a:r>
          </a:p>
          <a:p>
            <a:pPr>
              <a:buClr>
                <a:srgbClr val="F7F7F7"/>
              </a:buClr>
            </a:pPr>
            <a:r>
              <a:rPr lang="it-IT" b="1"/>
              <a:t>Fase linking collegamento librerie programma oggetto</a:t>
            </a:r>
          </a:p>
          <a:p>
            <a:r>
              <a:rPr lang="it-IT"/>
              <a:t>Assegna </a:t>
            </a:r>
            <a:r>
              <a:rPr lang="it-IT" b="1"/>
              <a:t>indirizzi logici (0 → max)</a:t>
            </a:r>
            <a:r>
              <a:rPr lang="it-IT"/>
              <a:t> a dati e istruzioni durante la fase </a:t>
            </a:r>
            <a:r>
              <a:rPr lang="it-IT" b="1"/>
              <a:t>linking</a:t>
            </a:r>
            <a:r>
              <a:rPr lang="it-IT"/>
              <a:t>.</a:t>
            </a:r>
          </a:p>
          <a:p>
            <a:pPr>
              <a:buClr>
                <a:srgbClr val="F7F7F7"/>
              </a:buClr>
            </a:pPr>
            <a:endParaRPr lang="it-IT"/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2F3BCC2D-3C81-B7AB-7941-4FC01B1F4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63963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1DEF3FF-637B-C4E7-0289-FA25D811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PROGRAMMA A PROCESSO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F9422DC-B469-CDC8-D780-98F70977D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90785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6863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084F46-7972-6307-3F63-F7BBABE8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it-IT" b="1"/>
              <a:t>Binding / Allocazione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736AC9F-4DBC-C79D-6EEA-BDAAD1674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732323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6318809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546E6C-31EE-424F-0E29-BB83909E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/>
              <a:t>RILOCAZIONE STATICA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ECB034-D9F1-BD1C-B5BC-F9F4E64B4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Avviene </a:t>
            </a:r>
            <a:r>
              <a:rPr lang="it-IT" b="1" dirty="0"/>
              <a:t>prima dell’esecuzione</a:t>
            </a:r>
            <a:r>
              <a:rPr lang="it-IT" dirty="0"/>
              <a:t>.</a:t>
            </a:r>
          </a:p>
          <a:p>
            <a:pPr>
              <a:buClr>
                <a:srgbClr val="8AD0D6"/>
              </a:buClr>
            </a:pPr>
            <a:r>
              <a:rPr lang="it-IT" dirty="0">
                <a:ea typeface="+mj-lt"/>
                <a:cs typeface="+mj-lt"/>
              </a:rPr>
              <a:t>Somma l'indirizzo base a tutti gli indirizzi logici (offset).</a:t>
            </a:r>
            <a:endParaRPr lang="it-IT" dirty="0"/>
          </a:p>
          <a:p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2DC4DDB-9A3D-8484-22FB-BEC8B916907E}"/>
              </a:ext>
            </a:extLst>
          </p:cNvPr>
          <p:cNvSpPr/>
          <p:nvPr/>
        </p:nvSpPr>
        <p:spPr>
          <a:xfrm>
            <a:off x="7750118" y="3870413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a=5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5B93903-BC36-550C-C68C-560B79D49DBA}"/>
              </a:ext>
            </a:extLst>
          </p:cNvPr>
          <p:cNvSpPr/>
          <p:nvPr/>
        </p:nvSpPr>
        <p:spPr>
          <a:xfrm>
            <a:off x="7750118" y="4488480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b=7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40E5492-33BD-C41C-6ECF-2DBD1A03E44A}"/>
              </a:ext>
            </a:extLst>
          </p:cNvPr>
          <p:cNvSpPr/>
          <p:nvPr/>
        </p:nvSpPr>
        <p:spPr>
          <a:xfrm>
            <a:off x="7750118" y="5106547"/>
            <a:ext cx="2636108" cy="477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moltipl</a:t>
            </a:r>
            <a:r>
              <a:rPr lang="it-IT" dirty="0"/>
              <a:t>=a*b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F038F3C-E58F-6310-C557-20781D8B43B0}"/>
              </a:ext>
            </a:extLst>
          </p:cNvPr>
          <p:cNvSpPr/>
          <p:nvPr/>
        </p:nvSpPr>
        <p:spPr>
          <a:xfrm>
            <a:off x="7750118" y="5789757"/>
            <a:ext cx="2636108" cy="362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somma=</a:t>
            </a:r>
            <a:r>
              <a:rPr lang="it-IT" err="1"/>
              <a:t>a+b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DD1FC49-D591-512E-725E-D00FE1739365}"/>
              </a:ext>
            </a:extLst>
          </p:cNvPr>
          <p:cNvSpPr txBox="1"/>
          <p:nvPr/>
        </p:nvSpPr>
        <p:spPr>
          <a:xfrm>
            <a:off x="1223438" y="3889557"/>
            <a:ext cx="79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#100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1164E47-946F-484D-AF69-D6C60A731443}"/>
              </a:ext>
            </a:extLst>
          </p:cNvPr>
          <p:cNvSpPr txBox="1"/>
          <p:nvPr/>
        </p:nvSpPr>
        <p:spPr>
          <a:xfrm>
            <a:off x="1109138" y="44890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#101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8ADB71A-C376-AB55-CD0F-47F4B87BD859}"/>
              </a:ext>
            </a:extLst>
          </p:cNvPr>
          <p:cNvSpPr txBox="1"/>
          <p:nvPr/>
        </p:nvSpPr>
        <p:spPr>
          <a:xfrm>
            <a:off x="1108006" y="515542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B7D70CB-AF39-6A3B-5F51-9622AFAFD3FD}"/>
              </a:ext>
            </a:extLst>
          </p:cNvPr>
          <p:cNvSpPr txBox="1"/>
          <p:nvPr/>
        </p:nvSpPr>
        <p:spPr>
          <a:xfrm>
            <a:off x="10730320" y="38704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2527952-3DB3-E7F5-98DF-5CDD1BC804F4}"/>
              </a:ext>
            </a:extLst>
          </p:cNvPr>
          <p:cNvSpPr txBox="1"/>
          <p:nvPr/>
        </p:nvSpPr>
        <p:spPr>
          <a:xfrm>
            <a:off x="10730319" y="44884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13F25DB-D01A-596C-CBAD-AC949EB9041D}"/>
              </a:ext>
            </a:extLst>
          </p:cNvPr>
          <p:cNvSpPr txBox="1"/>
          <p:nvPr/>
        </p:nvSpPr>
        <p:spPr>
          <a:xfrm>
            <a:off x="10722599" y="51488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4D32F50-6E6E-C04C-3ADB-E2E3F707742E}"/>
              </a:ext>
            </a:extLst>
          </p:cNvPr>
          <p:cNvSpPr txBox="1"/>
          <p:nvPr/>
        </p:nvSpPr>
        <p:spPr>
          <a:xfrm>
            <a:off x="10722599" y="56916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DCCDA0A-1760-5163-D6C6-B2595D12E28F}"/>
              </a:ext>
            </a:extLst>
          </p:cNvPr>
          <p:cNvSpPr txBox="1"/>
          <p:nvPr/>
        </p:nvSpPr>
        <p:spPr>
          <a:xfrm>
            <a:off x="1106103" y="573915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#103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E8532A-A14A-CCE1-BED3-BEA0A55CEDC4}"/>
              </a:ext>
            </a:extLst>
          </p:cNvPr>
          <p:cNvSpPr txBox="1"/>
          <p:nvPr/>
        </p:nvSpPr>
        <p:spPr>
          <a:xfrm>
            <a:off x="904874" y="3309937"/>
            <a:ext cx="17859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fisici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5F037-DD65-E704-B978-6A39BE3100D3}"/>
              </a:ext>
            </a:extLst>
          </p:cNvPr>
          <p:cNvSpPr txBox="1"/>
          <p:nvPr/>
        </p:nvSpPr>
        <p:spPr>
          <a:xfrm>
            <a:off x="9663112" y="3312319"/>
            <a:ext cx="2438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logici</a:t>
            </a:r>
          </a:p>
        </p:txBody>
      </p:sp>
    </p:spTree>
    <p:extLst>
      <p:ext uri="{BB962C8B-B14F-4D97-AF65-F5344CB8AC3E}">
        <p14:creationId xmlns:p14="http://schemas.microsoft.com/office/powerpoint/2010/main" val="1409448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59259E-6 L -0.46927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7037E-6 L -0.46628 -0.003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320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85185E-6 L -0.4625 -0.0020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25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85185E-6 L -0.46172 -0.0053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86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79946E-4221-6113-A45D-85C7A231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/>
              <a:t>    RILOCAZIONE DINAMICA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633601-C8BE-CCB3-C59B-6A40FE015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544" y="1186274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dirty="0">
                <a:latin typeface="Arial" panose="020B0604020202020204" pitchFamily="34" charset="0"/>
              </a:rPr>
              <a:t>Avviene durante l’esecuzione.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>
                <a:ea typeface="+mj-lt"/>
                <a:cs typeface="+mj-lt"/>
              </a:rPr>
              <a:t>L’</a:t>
            </a:r>
            <a:r>
              <a:rPr lang="it-IT" b="1">
                <a:ea typeface="+mj-lt"/>
                <a:cs typeface="+mj-lt"/>
              </a:rPr>
              <a:t>indirizzo fisico iniziale</a:t>
            </a:r>
            <a:r>
              <a:rPr lang="it-IT">
                <a:ea typeface="+mj-lt"/>
                <a:cs typeface="+mj-lt"/>
              </a:rPr>
              <a:t> del processo viene memorizzato nel </a:t>
            </a:r>
            <a:r>
              <a:rPr lang="it-IT" b="1">
                <a:ea typeface="+mj-lt"/>
                <a:cs typeface="+mj-lt"/>
              </a:rPr>
              <a:t>registro base</a:t>
            </a:r>
            <a:r>
              <a:rPr lang="it-IT">
                <a:ea typeface="+mj-lt"/>
                <a:cs typeface="+mj-lt"/>
              </a:rPr>
              <a:t>.</a:t>
            </a:r>
            <a:endParaRPr lang="it-IT" dirty="0">
              <a:latin typeface="Century Gothic" panose="020B0502020202020204"/>
              <a:cs typeface="Arial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>
                <a:latin typeface="Arial"/>
                <a:cs typeface="Arial"/>
              </a:rPr>
              <a:t>La </a:t>
            </a:r>
            <a:r>
              <a:rPr lang="it-IT" altLang="it-IT" b="1" dirty="0">
                <a:latin typeface="Arial"/>
                <a:cs typeface="Arial"/>
              </a:rPr>
              <a:t>MMU</a:t>
            </a:r>
            <a:r>
              <a:rPr lang="it-IT" altLang="it-IT" dirty="0">
                <a:latin typeface="Arial"/>
                <a:cs typeface="Arial"/>
              </a:rPr>
              <a:t> calcola gli indirizzi fisici ogni volta che il processo accede alla memoria.</a:t>
            </a:r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E7F5DC4-A1A1-CE0D-01B2-8211B6508C5D}"/>
              </a:ext>
            </a:extLst>
          </p:cNvPr>
          <p:cNvSpPr/>
          <p:nvPr/>
        </p:nvSpPr>
        <p:spPr>
          <a:xfrm>
            <a:off x="7475963" y="3907877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a=5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B05FD3F-6D40-CD50-05CE-55AEF98E1C73}"/>
              </a:ext>
            </a:extLst>
          </p:cNvPr>
          <p:cNvSpPr/>
          <p:nvPr/>
        </p:nvSpPr>
        <p:spPr>
          <a:xfrm>
            <a:off x="7475963" y="4489004"/>
            <a:ext cx="2636108" cy="420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b=7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434E8C-6C70-640E-327D-48F6090FE5CF}"/>
              </a:ext>
            </a:extLst>
          </p:cNvPr>
          <p:cNvSpPr/>
          <p:nvPr/>
        </p:nvSpPr>
        <p:spPr>
          <a:xfrm>
            <a:off x="7475963" y="5070132"/>
            <a:ext cx="2636108" cy="477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moltipl</a:t>
            </a:r>
            <a:r>
              <a:rPr lang="it-IT"/>
              <a:t>=a*b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03F1717-3E6C-34DB-A780-6554F907EB76}"/>
              </a:ext>
            </a:extLst>
          </p:cNvPr>
          <p:cNvSpPr/>
          <p:nvPr/>
        </p:nvSpPr>
        <p:spPr>
          <a:xfrm>
            <a:off x="7475963" y="5754048"/>
            <a:ext cx="2636108" cy="362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somma=</a:t>
            </a:r>
            <a:r>
              <a:rPr lang="it-IT" err="1"/>
              <a:t>a+b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6A5895-A74E-42FA-42F3-4DE52A8710DF}"/>
              </a:ext>
            </a:extLst>
          </p:cNvPr>
          <p:cNvSpPr txBox="1"/>
          <p:nvPr/>
        </p:nvSpPr>
        <p:spPr>
          <a:xfrm>
            <a:off x="3139177" y="3870507"/>
            <a:ext cx="79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5E9FCDE-6947-B969-1111-B9F3C33D0CBE}"/>
              </a:ext>
            </a:extLst>
          </p:cNvPr>
          <p:cNvSpPr txBox="1"/>
          <p:nvPr/>
        </p:nvSpPr>
        <p:spPr>
          <a:xfrm>
            <a:off x="3139177" y="44890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#236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371C330-E11F-A2A2-B511-75DEA84680B6}"/>
              </a:ext>
            </a:extLst>
          </p:cNvPr>
          <p:cNvSpPr txBox="1"/>
          <p:nvPr/>
        </p:nvSpPr>
        <p:spPr>
          <a:xfrm>
            <a:off x="3139177" y="516646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#237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F80B9A7-0D6C-AB86-11B7-63A2056E7750}"/>
              </a:ext>
            </a:extLst>
          </p:cNvPr>
          <p:cNvSpPr txBox="1"/>
          <p:nvPr/>
        </p:nvSpPr>
        <p:spPr>
          <a:xfrm>
            <a:off x="3139177" y="583157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#238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0E1428D-B0D6-2EF4-AACC-0AD99E25B6DB}"/>
              </a:ext>
            </a:extLst>
          </p:cNvPr>
          <p:cNvSpPr txBox="1"/>
          <p:nvPr/>
        </p:nvSpPr>
        <p:spPr>
          <a:xfrm>
            <a:off x="10314331" y="39512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396249-CFD9-F055-7057-2CAFE346EC6E}"/>
              </a:ext>
            </a:extLst>
          </p:cNvPr>
          <p:cNvSpPr txBox="1"/>
          <p:nvPr/>
        </p:nvSpPr>
        <p:spPr>
          <a:xfrm>
            <a:off x="10314331" y="45427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302CAC8-407C-CBF7-2018-1935A1613929}"/>
              </a:ext>
            </a:extLst>
          </p:cNvPr>
          <p:cNvSpPr txBox="1"/>
          <p:nvPr/>
        </p:nvSpPr>
        <p:spPr>
          <a:xfrm>
            <a:off x="10314331" y="519654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B87A1C2-1E4C-2375-8BDF-53064DFA0972}"/>
              </a:ext>
            </a:extLst>
          </p:cNvPr>
          <p:cNvSpPr txBox="1"/>
          <p:nvPr/>
        </p:nvSpPr>
        <p:spPr>
          <a:xfrm>
            <a:off x="10314331" y="582056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3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0CE5256-E94C-F868-A12C-3604DFB98673}"/>
              </a:ext>
            </a:extLst>
          </p:cNvPr>
          <p:cNvSpPr/>
          <p:nvPr/>
        </p:nvSpPr>
        <p:spPr>
          <a:xfrm>
            <a:off x="3912974" y="3262184"/>
            <a:ext cx="2636108" cy="418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512E697-45AD-9122-8EDE-C16CF6E2FB91}"/>
              </a:ext>
            </a:extLst>
          </p:cNvPr>
          <p:cNvSpPr/>
          <p:nvPr/>
        </p:nvSpPr>
        <p:spPr>
          <a:xfrm>
            <a:off x="3937129" y="6310184"/>
            <a:ext cx="261195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4E5FFD4-F174-9AB8-5A9E-AED4FC49768C}"/>
              </a:ext>
            </a:extLst>
          </p:cNvPr>
          <p:cNvSpPr txBox="1"/>
          <p:nvPr/>
        </p:nvSpPr>
        <p:spPr>
          <a:xfrm>
            <a:off x="3080953" y="329886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BC765A5-0BCB-DCAD-C8F8-34577EC1979C}"/>
              </a:ext>
            </a:extLst>
          </p:cNvPr>
          <p:cNvSpPr txBox="1"/>
          <p:nvPr/>
        </p:nvSpPr>
        <p:spPr>
          <a:xfrm>
            <a:off x="3180366" y="6353081"/>
            <a:ext cx="83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#239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D5E9BF-F589-A019-1C11-E3B01CD97EC7}"/>
              </a:ext>
            </a:extLst>
          </p:cNvPr>
          <p:cNvSpPr txBox="1"/>
          <p:nvPr/>
        </p:nvSpPr>
        <p:spPr>
          <a:xfrm>
            <a:off x="2690812" y="2750343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fisici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EFCBF1-5EAB-6CB1-7C9B-E6CC8EF5F2A7}"/>
              </a:ext>
            </a:extLst>
          </p:cNvPr>
          <p:cNvSpPr txBox="1"/>
          <p:nvPr/>
        </p:nvSpPr>
        <p:spPr>
          <a:xfrm>
            <a:off x="9822655" y="3428999"/>
            <a:ext cx="22479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Indirizzi</a:t>
            </a:r>
            <a:r>
              <a:rPr lang="en-US" dirty="0"/>
              <a:t> </a:t>
            </a:r>
            <a:r>
              <a:rPr lang="en-US" dirty="0" err="1"/>
              <a:t>logici</a:t>
            </a:r>
          </a:p>
        </p:txBody>
      </p:sp>
    </p:spTree>
    <p:extLst>
      <p:ext uri="{BB962C8B-B14F-4D97-AF65-F5344CB8AC3E}">
        <p14:creationId xmlns:p14="http://schemas.microsoft.com/office/powerpoint/2010/main" val="2078889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96296E-6 L -0.29153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-0.29218 -0.005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09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07407E-6 L -0.29218 -0.0060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09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7.40741E-7 L -0.28919 0.0050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66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AF339-55C2-02CA-CEE2-03457D1A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Tecniche per ottimizzare l'utilizzo della memoria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5145-AB63-7211-29FA-94A797D5D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Swapping</a:t>
            </a:r>
          </a:p>
          <a:p>
            <a:pPr>
              <a:buClr>
                <a:srgbClr val="8AD0D6"/>
              </a:buClr>
            </a:pPr>
            <a:r>
              <a:rPr lang="en-US" err="1"/>
              <a:t>Caricamento</a:t>
            </a:r>
            <a:r>
              <a:rPr lang="en-US"/>
              <a:t> </a:t>
            </a:r>
            <a:r>
              <a:rPr lang="en-US" err="1"/>
              <a:t>dinamico</a:t>
            </a:r>
            <a:r>
              <a:rPr lang="en-US"/>
              <a:t> </a:t>
            </a:r>
          </a:p>
          <a:p>
            <a:pPr>
              <a:buClr>
                <a:srgbClr val="8AD0D6"/>
              </a:buClr>
            </a:pPr>
            <a:r>
              <a:rPr lang="en-US"/>
              <a:t>Overlay</a:t>
            </a:r>
          </a:p>
          <a:p>
            <a:pPr>
              <a:buClr>
                <a:srgbClr val="8AD0D6"/>
              </a:buClr>
            </a:pPr>
            <a:r>
              <a:rPr lang="en-US" err="1"/>
              <a:t>Partizionamento</a:t>
            </a:r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4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51D4B-EB4C-CE92-AD0A-6D13C249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Swapping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C63542-53AA-BA45-6D87-107B97B6F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97517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066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FBCFE-48E6-B652-1D71-2636A452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Caricamento dinamico 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19C8-6452-FD76-53B1-E8B3E8D2B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EBEBEB">
                  <a:lumMod val="40000"/>
                  <a:lumOff val="60000"/>
                </a:srgbClr>
              </a:buClr>
            </a:pPr>
            <a:r>
              <a:rPr lang="en-US"/>
              <a:t>Carica in memoria </a:t>
            </a:r>
            <a:r>
              <a:rPr lang="en-US" b="1"/>
              <a:t>solo le parti </a:t>
            </a:r>
            <a:r>
              <a:rPr lang="en-US" b="1" err="1"/>
              <a:t>necessarie</a:t>
            </a:r>
            <a:r>
              <a:rPr lang="en-US" b="1"/>
              <a:t> del </a:t>
            </a:r>
            <a:r>
              <a:rPr lang="en-US" b="1" err="1"/>
              <a:t>programma</a:t>
            </a:r>
            <a:endParaRPr lang="en-US" b="1"/>
          </a:p>
          <a:p>
            <a:pPr>
              <a:buClr>
                <a:srgbClr val="8AD0D6"/>
              </a:buClr>
            </a:pPr>
            <a:r>
              <a:rPr lang="en-US"/>
              <a:t>Le </a:t>
            </a:r>
            <a:r>
              <a:rPr lang="en-US" err="1"/>
              <a:t>altre</a:t>
            </a:r>
            <a:r>
              <a:rPr lang="en-US"/>
              <a:t> </a:t>
            </a:r>
            <a:r>
              <a:rPr lang="en-US" err="1"/>
              <a:t>restano</a:t>
            </a:r>
            <a:r>
              <a:rPr lang="en-US"/>
              <a:t> </a:t>
            </a:r>
            <a:r>
              <a:rPr lang="en-US" err="1"/>
              <a:t>nel</a:t>
            </a:r>
            <a:r>
              <a:rPr lang="en-US"/>
              <a:t> disco e </a:t>
            </a:r>
            <a:r>
              <a:rPr lang="en-US" err="1"/>
              <a:t>vengono</a:t>
            </a:r>
            <a:r>
              <a:rPr lang="en-US"/>
              <a:t> </a:t>
            </a:r>
            <a:r>
              <a:rPr lang="en-US" b="1" err="1"/>
              <a:t>caricate</a:t>
            </a:r>
            <a:r>
              <a:rPr lang="en-US" b="1"/>
              <a:t> solo </a:t>
            </a:r>
            <a:r>
              <a:rPr lang="en-US" b="1" err="1"/>
              <a:t>quando</a:t>
            </a:r>
            <a:r>
              <a:rPr lang="en-US" b="1"/>
              <a:t> </a:t>
            </a:r>
            <a:r>
              <a:rPr lang="en-US" b="1" err="1"/>
              <a:t>servono</a:t>
            </a:r>
            <a:endParaRPr lang="en-US" b="1"/>
          </a:p>
        </p:txBody>
      </p:sp>
      <p:pic>
        <p:nvPicPr>
          <p:cNvPr id="7" name="Graphic 6" descr="Disco">
            <a:extLst>
              <a:ext uri="{FF2B5EF4-FFF2-40B4-BE49-F238E27FC236}">
                <a16:creationId xmlns:a16="http://schemas.microsoft.com/office/drawing/2014/main" id="{CD48E3CA-D012-4497-3E76-A5D150919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04584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FC6A4-9D72-9A18-8818-6542A539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Overlay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1327-5A4E-F930-197F-6A43C0AAD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Si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 </a:t>
            </a:r>
            <a:r>
              <a:rPr lang="en-US" b="1" dirty="0"/>
              <a:t>il </a:t>
            </a:r>
            <a:r>
              <a:rPr lang="en-US" b="1" dirty="0" err="1"/>
              <a:t>programma</a:t>
            </a:r>
            <a:r>
              <a:rPr lang="en-US" b="1" dirty="0"/>
              <a:t> è piu grande della memoria RAM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Il </a:t>
            </a:r>
            <a:r>
              <a:rPr lang="en-US" b="1" dirty="0" err="1">
                <a:ea typeface="+mj-lt"/>
                <a:cs typeface="+mj-lt"/>
              </a:rPr>
              <a:t>programmatore</a:t>
            </a:r>
            <a:r>
              <a:rPr lang="en-US" b="1" dirty="0">
                <a:ea typeface="+mj-lt"/>
                <a:cs typeface="+mj-lt"/>
              </a:rPr>
              <a:t> divide il </a:t>
            </a:r>
            <a:r>
              <a:rPr lang="en-US" b="1" dirty="0" err="1">
                <a:ea typeface="+mj-lt"/>
                <a:cs typeface="+mj-lt"/>
              </a:rPr>
              <a:t>programma</a:t>
            </a:r>
            <a:r>
              <a:rPr lang="en-US" b="1" dirty="0">
                <a:ea typeface="+mj-lt"/>
                <a:cs typeface="+mj-lt"/>
              </a:rPr>
              <a:t> in moduli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Deve </a:t>
            </a:r>
            <a:r>
              <a:rPr lang="en-US" dirty="0" err="1">
                <a:ea typeface="+mj-lt"/>
                <a:cs typeface="+mj-lt"/>
              </a:rPr>
              <a:t>stabilire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quali</a:t>
            </a:r>
            <a:r>
              <a:rPr lang="en-US" b="1" dirty="0">
                <a:ea typeface="+mj-lt"/>
                <a:cs typeface="+mj-lt"/>
              </a:rPr>
              <a:t> moduli non </a:t>
            </a:r>
            <a:r>
              <a:rPr lang="en-US" b="1" dirty="0" err="1">
                <a:ea typeface="+mj-lt"/>
                <a:cs typeface="+mj-lt"/>
              </a:rPr>
              <a:t>servono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contemporaneamente</a:t>
            </a:r>
            <a:endParaRPr lang="en-US" dirty="0" err="1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dirty="0"/>
              <a:t>Una </a:t>
            </a:r>
            <a:r>
              <a:rPr lang="en-US" dirty="0" err="1"/>
              <a:t>parte</a:t>
            </a:r>
            <a:r>
              <a:rPr lang="en-US" dirty="0"/>
              <a:t> alla volta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zona di memoria</a:t>
            </a:r>
          </a:p>
        </p:txBody>
      </p:sp>
      <p:pic>
        <p:nvPicPr>
          <p:cNvPr id="7" name="Graphic 6" descr="Processore">
            <a:extLst>
              <a:ext uri="{FF2B5EF4-FFF2-40B4-BE49-F238E27FC236}">
                <a16:creationId xmlns:a16="http://schemas.microsoft.com/office/drawing/2014/main" id="{6580468F-6975-7C81-FE55-EEFCB4199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64997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1EB8D-48CA-37CC-125F-85201648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Partizionamento</a:t>
            </a: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6B015-FB28-0AA0-FE12-E26E9CE82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Serve a </a:t>
            </a:r>
            <a:r>
              <a:rPr lang="en-US" err="1"/>
              <a:t>riservare</a:t>
            </a:r>
            <a:r>
              <a:rPr lang="en-US"/>
              <a:t> a ogni </a:t>
            </a:r>
            <a:r>
              <a:rPr lang="en-US" b="1" err="1"/>
              <a:t>processo</a:t>
            </a:r>
            <a:r>
              <a:rPr lang="en-US" b="1"/>
              <a:t> </a:t>
            </a:r>
            <a:r>
              <a:rPr lang="en-US" b="1" err="1"/>
              <a:t>una</a:t>
            </a:r>
            <a:r>
              <a:rPr lang="en-US" b="1"/>
              <a:t> </a:t>
            </a:r>
            <a:r>
              <a:rPr lang="en-US" b="1" err="1"/>
              <a:t>dimensione</a:t>
            </a:r>
            <a:r>
              <a:rPr lang="en-US" b="1"/>
              <a:t> di memoria </a:t>
            </a:r>
            <a:r>
              <a:rPr lang="en-US" b="1" err="1"/>
              <a:t>fissa</a:t>
            </a:r>
            <a:r>
              <a:rPr lang="en-US"/>
              <a:t> per </a:t>
            </a:r>
            <a:r>
              <a:rPr lang="en-US" err="1"/>
              <a:t>semplificare</a:t>
            </a:r>
            <a:r>
              <a:rPr lang="en-US"/>
              <a:t> le </a:t>
            </a:r>
            <a:r>
              <a:rPr lang="en-US" err="1"/>
              <a:t>operazioni</a:t>
            </a:r>
            <a:r>
              <a:rPr lang="en-US"/>
              <a:t> di swapping 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90034836-A413-1B23-EA32-D67AA8819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9036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4048-B2DF-94FB-3F83-988D4AB6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Tecniche</a:t>
            </a:r>
            <a:r>
              <a:rPr lang="en-US" dirty="0"/>
              <a:t> di </a:t>
            </a:r>
            <a:r>
              <a:rPr lang="en-US" dirty="0" err="1"/>
              <a:t>allocazione</a:t>
            </a:r>
            <a:r>
              <a:rPr lang="en-US" dirty="0"/>
              <a:t> della memoria centrale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AE7F-3B89-BDA0-83B1-16AA4611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940" y="205291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 err="1">
                <a:ea typeface="+mj-lt"/>
                <a:cs typeface="+mj-lt"/>
              </a:rPr>
              <a:t>Monoprogrammato</a:t>
            </a:r>
            <a:r>
              <a:rPr lang="en-US">
                <a:ea typeface="+mj-lt"/>
                <a:cs typeface="+mj-lt"/>
              </a:rPr>
              <a:t> </a:t>
            </a:r>
            <a:endParaRPr lang="en-US"/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>
                <a:ea typeface="+mj-lt"/>
                <a:cs typeface="+mj-lt"/>
              </a:rPr>
              <a:t>   </a:t>
            </a:r>
            <a:r>
              <a:rPr lang="en-US" err="1">
                <a:ea typeface="+mj-lt"/>
                <a:cs typeface="+mj-lt"/>
              </a:rPr>
              <a:t>Allocazione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contiugua</a:t>
            </a:r>
            <a:r>
              <a:rPr lang="en-US">
                <a:ea typeface="+mj-lt"/>
                <a:cs typeface="+mj-lt"/>
              </a:rPr>
              <a:t> </a:t>
            </a:r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>
                <a:ea typeface="+mj-lt"/>
                <a:cs typeface="+mj-lt"/>
              </a:rPr>
              <a:t>      A </a:t>
            </a:r>
            <a:r>
              <a:rPr lang="en-US" err="1">
                <a:ea typeface="+mj-lt"/>
                <a:cs typeface="+mj-lt"/>
              </a:rPr>
              <a:t>partizioni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fisse</a:t>
            </a:r>
            <a:r>
              <a:rPr lang="en-US">
                <a:ea typeface="+mj-lt"/>
                <a:cs typeface="+mj-lt"/>
              </a:rPr>
              <a:t> o </a:t>
            </a:r>
            <a:r>
              <a:rPr lang="en-US" err="1">
                <a:ea typeface="+mj-lt"/>
                <a:cs typeface="+mj-lt"/>
              </a:rPr>
              <a:t>variabili</a:t>
            </a:r>
            <a:r>
              <a:rPr lang="en-US">
                <a:ea typeface="+mj-lt"/>
                <a:cs typeface="+mj-lt"/>
              </a:rPr>
              <a:t> </a:t>
            </a:r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>
                <a:ea typeface="+mj-lt"/>
                <a:cs typeface="+mj-lt"/>
              </a:rPr>
              <a:t>   </a:t>
            </a:r>
            <a:r>
              <a:rPr lang="en-US" err="1">
                <a:ea typeface="+mj-lt"/>
                <a:cs typeface="+mj-lt"/>
              </a:rPr>
              <a:t>Allocazione</a:t>
            </a:r>
            <a:r>
              <a:rPr lang="en-US">
                <a:ea typeface="+mj-lt"/>
                <a:cs typeface="+mj-lt"/>
              </a:rPr>
              <a:t> non </a:t>
            </a:r>
            <a:r>
              <a:rPr lang="en-US" err="1">
                <a:ea typeface="+mj-lt"/>
                <a:cs typeface="+mj-lt"/>
              </a:rPr>
              <a:t>contigua</a:t>
            </a:r>
            <a:r>
              <a:rPr lang="en-US">
                <a:ea typeface="+mj-lt"/>
                <a:cs typeface="+mj-lt"/>
              </a:rPr>
              <a:t> </a:t>
            </a:r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>
                <a:ea typeface="+mj-lt"/>
                <a:cs typeface="+mj-lt"/>
              </a:rPr>
              <a:t>       </a:t>
            </a:r>
            <a:r>
              <a:rPr lang="en-US" err="1">
                <a:ea typeface="+mj-lt"/>
                <a:cs typeface="+mj-lt"/>
              </a:rPr>
              <a:t>Paginazione</a:t>
            </a:r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>
                <a:ea typeface="+mj-lt"/>
                <a:cs typeface="+mj-lt"/>
              </a:rPr>
              <a:t>       </a:t>
            </a:r>
            <a:r>
              <a:rPr lang="en-US" err="1">
                <a:ea typeface="+mj-lt"/>
                <a:cs typeface="+mj-lt"/>
              </a:rPr>
              <a:t>Segmentazione</a:t>
            </a:r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>
                <a:ea typeface="+mj-lt"/>
                <a:cs typeface="+mj-lt"/>
              </a:rPr>
              <a:t>       </a:t>
            </a:r>
            <a:r>
              <a:rPr lang="en-US" err="1">
                <a:ea typeface="+mj-lt"/>
                <a:cs typeface="+mj-lt"/>
              </a:rPr>
              <a:t>Segmentazione</a:t>
            </a:r>
            <a:r>
              <a:rPr lang="en-US">
                <a:ea typeface="+mj-lt"/>
                <a:cs typeface="+mj-lt"/>
              </a:rPr>
              <a:t> con </a:t>
            </a:r>
            <a:r>
              <a:rPr lang="en-US" err="1">
                <a:ea typeface="+mj-lt"/>
                <a:cs typeface="+mj-lt"/>
              </a:rPr>
              <a:t>paginazione</a:t>
            </a:r>
            <a:r>
              <a:rPr lang="en-US">
                <a:ea typeface="+mj-lt"/>
                <a:cs typeface="+mj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80903831"/>
      </p:ext>
    </p:extLst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A192F-35FA-BF6F-979C-B1F3AD67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2F2F2"/>
                </a:solidFill>
              </a:rPr>
              <a:t>Partizionamento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795070-C40A-44C6-7E22-31CF7BF6C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575796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4779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2114E-EF77-4184-CFC1-47C30FF8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PARTIZIONE FISSA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 descr="Schema partizioni memoria">
            <a:extLst>
              <a:ext uri="{FF2B5EF4-FFF2-40B4-BE49-F238E27FC236}">
                <a16:creationId xmlns:a16="http://schemas.microsoft.com/office/drawing/2014/main" id="{7C3F860A-6830-3A2F-F492-6466B5BFA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871" y="1721993"/>
            <a:ext cx="3414010" cy="3414010"/>
          </a:xfrm>
          <a:prstGeom prst="rect">
            <a:avLst/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1E70D-B0D0-6A63-003F-8B7C836BA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La memoria è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suddivisa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in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partizioni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fisse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definite dal SO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Viene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creata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una</a:t>
            </a:r>
            <a:r>
              <a:rPr lang="en-US" sz="1700" b="1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tabella</a:t>
            </a:r>
            <a:r>
              <a:rPr lang="en-US" sz="1700" b="1" dirty="0">
                <a:solidFill>
                  <a:srgbClr val="FFFFFF"/>
                </a:solidFill>
                <a:ea typeface="+mj-lt"/>
                <a:cs typeface="+mj-lt"/>
              </a:rPr>
              <a:t> delle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partizioni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,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che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memorizza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per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ciascuna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se è libera o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occupata</a:t>
            </a:r>
            <a:endParaRPr lang="en-US" sz="1700" dirty="0" err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Per ogni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partizione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viene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dirty="0" err="1">
                <a:solidFill>
                  <a:srgbClr val="FFFFFF"/>
                </a:solidFill>
                <a:ea typeface="+mj-lt"/>
                <a:cs typeface="+mj-lt"/>
              </a:rPr>
              <a:t>gestita</a:t>
            </a:r>
            <a:r>
              <a:rPr lang="en-US" sz="17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una</a:t>
            </a:r>
            <a:r>
              <a:rPr lang="en-US" sz="1700" b="1" dirty="0">
                <a:solidFill>
                  <a:srgbClr val="FFFFFF"/>
                </a:solidFill>
                <a:ea typeface="+mj-lt"/>
                <a:cs typeface="+mj-lt"/>
              </a:rPr>
              <a:t> coda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dei</a:t>
            </a:r>
            <a:r>
              <a:rPr lang="en-US" sz="1700" b="1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processi</a:t>
            </a:r>
            <a:r>
              <a:rPr lang="en-US" sz="1700" b="1" dirty="0">
                <a:solidFill>
                  <a:srgbClr val="FFFFFF"/>
                </a:solidFill>
                <a:ea typeface="+mj-lt"/>
                <a:cs typeface="+mj-lt"/>
              </a:rPr>
              <a:t> in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attesa</a:t>
            </a:r>
            <a:r>
              <a:rPr lang="en-US" sz="1700" b="1" dirty="0">
                <a:solidFill>
                  <a:srgbClr val="FFFFFF"/>
                </a:solidFill>
                <a:ea typeface="+mj-lt"/>
                <a:cs typeface="+mj-lt"/>
              </a:rPr>
              <a:t> in base alle loro </a:t>
            </a:r>
            <a:r>
              <a:rPr lang="en-US" sz="1700" b="1" dirty="0" err="1">
                <a:solidFill>
                  <a:srgbClr val="FFFFFF"/>
                </a:solidFill>
                <a:ea typeface="+mj-lt"/>
                <a:cs typeface="+mj-lt"/>
              </a:rPr>
              <a:t>dimensioni</a:t>
            </a:r>
            <a:endParaRPr lang="en-US" sz="1700" dirty="0" err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 dirty="0">
                <a:solidFill>
                  <a:srgbClr val="FFFFFF"/>
                </a:solidFill>
              </a:rPr>
              <a:t> </a:t>
            </a:r>
            <a:r>
              <a:rPr lang="en-US" sz="1700" dirty="0" err="1">
                <a:solidFill>
                  <a:srgbClr val="FFFFFF"/>
                </a:solidFill>
              </a:rPr>
              <a:t>Frammentazione</a:t>
            </a:r>
            <a:r>
              <a:rPr lang="en-US" sz="1700" dirty="0">
                <a:solidFill>
                  <a:srgbClr val="FFFFFF"/>
                </a:solidFill>
              </a:rPr>
              <a:t> interna: </a:t>
            </a:r>
            <a:r>
              <a:rPr lang="en-US" sz="1700" b="1" dirty="0" err="1">
                <a:solidFill>
                  <a:srgbClr val="FFFFFF"/>
                </a:solidFill>
              </a:rPr>
              <a:t>quando</a:t>
            </a:r>
            <a:r>
              <a:rPr lang="en-US" sz="1700" b="1" dirty="0">
                <a:solidFill>
                  <a:srgbClr val="FFFFFF"/>
                </a:solidFill>
              </a:rPr>
              <a:t> le </a:t>
            </a:r>
            <a:r>
              <a:rPr lang="en-US" sz="1700" b="1" dirty="0" err="1">
                <a:solidFill>
                  <a:srgbClr val="FFFFFF"/>
                </a:solidFill>
              </a:rPr>
              <a:t>partizioni</a:t>
            </a:r>
            <a:r>
              <a:rPr lang="en-US" sz="1700" b="1" dirty="0">
                <a:solidFill>
                  <a:srgbClr val="FFFFFF"/>
                </a:solidFill>
              </a:rPr>
              <a:t> </a:t>
            </a:r>
            <a:r>
              <a:rPr lang="en-US" sz="1700" b="1" dirty="0" err="1">
                <a:solidFill>
                  <a:srgbClr val="FFFFFF"/>
                </a:solidFill>
              </a:rPr>
              <a:t>sono</a:t>
            </a:r>
            <a:r>
              <a:rPr lang="en-US" sz="1700" b="1" dirty="0">
                <a:solidFill>
                  <a:srgbClr val="FFFFFF"/>
                </a:solidFill>
              </a:rPr>
              <a:t> </a:t>
            </a:r>
            <a:r>
              <a:rPr lang="en-US" sz="1700" b="1" dirty="0" err="1">
                <a:solidFill>
                  <a:srgbClr val="FFFFFF"/>
                </a:solidFill>
              </a:rPr>
              <a:t>troppo</a:t>
            </a:r>
            <a:r>
              <a:rPr lang="en-US" sz="1700" b="1" dirty="0">
                <a:solidFill>
                  <a:srgbClr val="FFFFFF"/>
                </a:solidFill>
              </a:rPr>
              <a:t> </a:t>
            </a:r>
            <a:r>
              <a:rPr lang="en-US" sz="1700" b="1" dirty="0" err="1">
                <a:solidFill>
                  <a:srgbClr val="FFFFFF"/>
                </a:solidFill>
              </a:rPr>
              <a:t>grandi</a:t>
            </a:r>
            <a:r>
              <a:rPr lang="en-US" sz="1700" dirty="0">
                <a:solidFill>
                  <a:srgbClr val="FFFFFF"/>
                </a:solidFill>
              </a:rPr>
              <a:t> e </a:t>
            </a:r>
            <a:r>
              <a:rPr lang="en-US" sz="1700" dirty="0" err="1">
                <a:solidFill>
                  <a:srgbClr val="FFFFFF"/>
                </a:solidFill>
              </a:rPr>
              <a:t>i</a:t>
            </a:r>
            <a:r>
              <a:rPr lang="en-US" sz="1700" dirty="0">
                <a:solidFill>
                  <a:srgbClr val="FFFFFF"/>
                </a:solidFill>
              </a:rPr>
              <a:t> </a:t>
            </a:r>
            <a:r>
              <a:rPr lang="en-US" sz="1700" dirty="0" err="1">
                <a:solidFill>
                  <a:srgbClr val="FFFFFF"/>
                </a:solidFill>
              </a:rPr>
              <a:t>processi</a:t>
            </a:r>
            <a:r>
              <a:rPr lang="en-US" sz="1700" dirty="0">
                <a:solidFill>
                  <a:srgbClr val="FFFFFF"/>
                </a:solidFill>
              </a:rPr>
              <a:t> </a:t>
            </a:r>
            <a:r>
              <a:rPr lang="en-US" sz="1700" dirty="0" err="1">
                <a:solidFill>
                  <a:srgbClr val="FFFFFF"/>
                </a:solidFill>
              </a:rPr>
              <a:t>che</a:t>
            </a:r>
            <a:r>
              <a:rPr lang="en-US" sz="1700" dirty="0">
                <a:solidFill>
                  <a:srgbClr val="FFFFFF"/>
                </a:solidFill>
              </a:rPr>
              <a:t> vi </a:t>
            </a:r>
            <a:r>
              <a:rPr lang="en-US" sz="1700" dirty="0" err="1">
                <a:solidFill>
                  <a:srgbClr val="FFFFFF"/>
                </a:solidFill>
              </a:rPr>
              <a:t>vengono</a:t>
            </a:r>
            <a:r>
              <a:rPr lang="en-US" sz="1700" dirty="0">
                <a:solidFill>
                  <a:srgbClr val="FFFFFF"/>
                </a:solidFill>
              </a:rPr>
              <a:t> </a:t>
            </a:r>
            <a:r>
              <a:rPr lang="en-US" sz="1700" dirty="0" err="1">
                <a:solidFill>
                  <a:srgbClr val="FFFFFF"/>
                </a:solidFill>
              </a:rPr>
              <a:t>allocati</a:t>
            </a:r>
            <a:r>
              <a:rPr lang="en-US" sz="1700" dirty="0">
                <a:solidFill>
                  <a:srgbClr val="FFFFFF"/>
                </a:solidFill>
              </a:rPr>
              <a:t> </a:t>
            </a:r>
            <a:r>
              <a:rPr lang="en-US" sz="1700" b="1" dirty="0" err="1">
                <a:solidFill>
                  <a:srgbClr val="FFFFFF"/>
                </a:solidFill>
              </a:rPr>
              <a:t>sono</a:t>
            </a:r>
            <a:r>
              <a:rPr lang="en-US" sz="1700" b="1" dirty="0">
                <a:solidFill>
                  <a:srgbClr val="FFFFFF"/>
                </a:solidFill>
              </a:rPr>
              <a:t> </a:t>
            </a:r>
            <a:r>
              <a:rPr lang="en-US" sz="1700" b="1" dirty="0" err="1">
                <a:solidFill>
                  <a:srgbClr val="FFFFFF"/>
                </a:solidFill>
              </a:rPr>
              <a:t>più</a:t>
            </a:r>
            <a:r>
              <a:rPr lang="en-US" sz="1700" b="1" dirty="0">
                <a:solidFill>
                  <a:srgbClr val="FFFFFF"/>
                </a:solidFill>
              </a:rPr>
              <a:t> </a:t>
            </a:r>
            <a:r>
              <a:rPr lang="en-US" sz="1700" b="1" dirty="0" err="1">
                <a:solidFill>
                  <a:srgbClr val="FFFFFF"/>
                </a:solidFill>
              </a:rPr>
              <a:t>piccoli</a:t>
            </a:r>
            <a:r>
              <a:rPr lang="en-US" sz="1700" b="1" dirty="0">
                <a:solidFill>
                  <a:srgbClr val="FFFFFF"/>
                </a:solidFill>
              </a:rPr>
              <a:t> </a:t>
            </a:r>
            <a:r>
              <a:rPr lang="en-US" sz="1700" dirty="0">
                <a:solidFill>
                  <a:srgbClr val="FFFFFF"/>
                </a:solidFill>
              </a:rPr>
              <a:t>della </a:t>
            </a:r>
            <a:r>
              <a:rPr lang="en-US" sz="1700" dirty="0" err="1">
                <a:solidFill>
                  <a:srgbClr val="FFFFFF"/>
                </a:solidFill>
              </a:rPr>
              <a:t>partizione</a:t>
            </a:r>
            <a:r>
              <a:rPr lang="en-US" sz="1700" dirty="0">
                <a:solidFill>
                  <a:srgbClr val="FFFFFF"/>
                </a:solidFill>
              </a:rPr>
              <a:t>.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 dirty="0">
                <a:solidFill>
                  <a:srgbClr val="FFFFFF"/>
                </a:solidFill>
              </a:rPr>
              <a:t> </a:t>
            </a:r>
            <a:r>
              <a:rPr lang="en-US" sz="1700" dirty="0" err="1">
                <a:solidFill>
                  <a:srgbClr val="FFFFFF"/>
                </a:solidFill>
              </a:rPr>
              <a:t>Frammentazione</a:t>
            </a:r>
            <a:r>
              <a:rPr lang="en-US" sz="1700" dirty="0">
                <a:solidFill>
                  <a:srgbClr val="FFFFFF"/>
                </a:solidFill>
              </a:rPr>
              <a:t>  </a:t>
            </a:r>
            <a:r>
              <a:rPr lang="en-US" sz="1700" dirty="0" err="1">
                <a:solidFill>
                  <a:srgbClr val="FFFFFF"/>
                </a:solidFill>
              </a:rPr>
              <a:t>esterna</a:t>
            </a:r>
            <a:r>
              <a:rPr lang="en-US" sz="1700" dirty="0">
                <a:solidFill>
                  <a:srgbClr val="FFFFFF"/>
                </a:solidFill>
              </a:rPr>
              <a:t>: </a:t>
            </a:r>
            <a:r>
              <a:rPr lang="en-US" sz="1700" dirty="0" err="1">
                <a:solidFill>
                  <a:srgbClr val="FFFFFF"/>
                </a:solidFill>
              </a:rPr>
              <a:t>quando</a:t>
            </a:r>
            <a:r>
              <a:rPr lang="en-US" sz="1700" dirty="0">
                <a:solidFill>
                  <a:srgbClr val="FFFFFF"/>
                </a:solidFill>
              </a:rPr>
              <a:t> le </a:t>
            </a:r>
            <a:r>
              <a:rPr lang="en-US" sz="1700" dirty="0" err="1">
                <a:solidFill>
                  <a:srgbClr val="FFFFFF"/>
                </a:solidFill>
              </a:rPr>
              <a:t>partizioni</a:t>
            </a:r>
            <a:r>
              <a:rPr lang="en-US" sz="1700" dirty="0">
                <a:solidFill>
                  <a:srgbClr val="FFFFFF"/>
                </a:solidFill>
              </a:rPr>
              <a:t> </a:t>
            </a:r>
            <a:r>
              <a:rPr lang="en-US" sz="1700" dirty="0" err="1">
                <a:solidFill>
                  <a:srgbClr val="FFFFFF"/>
                </a:solidFill>
              </a:rPr>
              <a:t>sono</a:t>
            </a:r>
            <a:r>
              <a:rPr lang="en-US" sz="1700" dirty="0">
                <a:solidFill>
                  <a:srgbClr val="FFFFFF"/>
                </a:solidFill>
              </a:rPr>
              <a:t> di </a:t>
            </a:r>
            <a:r>
              <a:rPr lang="en-US" sz="1700" dirty="0" err="1">
                <a:solidFill>
                  <a:srgbClr val="FFFFFF"/>
                </a:solidFill>
              </a:rPr>
              <a:t>piccole</a:t>
            </a:r>
            <a:r>
              <a:rPr lang="en-US" sz="1700" dirty="0">
                <a:solidFill>
                  <a:srgbClr val="FFFFFF"/>
                </a:solidFill>
              </a:rPr>
              <a:t> </a:t>
            </a:r>
            <a:r>
              <a:rPr lang="en-US" sz="1700" dirty="0" err="1">
                <a:solidFill>
                  <a:srgbClr val="FFFFFF"/>
                </a:solidFill>
              </a:rPr>
              <a:t>dimensioni</a:t>
            </a:r>
            <a:r>
              <a:rPr lang="en-US" sz="1700" dirty="0">
                <a:solidFill>
                  <a:srgbClr val="FFFFFF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03542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EF88-21ED-B5F3-3782-EA1A09BC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a </a:t>
            </a:r>
            <a:r>
              <a:rPr lang="en-US" dirty="0" err="1"/>
              <a:t>partizione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06CF0-FDDE-7E1A-8A81-B8B217F96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è </a:t>
            </a:r>
            <a:r>
              <a:rPr lang="en-US" dirty="0" err="1">
                <a:ea typeface="+mj-lt"/>
                <a:cs typeface="+mj-lt"/>
              </a:rPr>
              <a:t>possibile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modificare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dinamicamente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sia</a:t>
            </a:r>
            <a:r>
              <a:rPr lang="en-US" b="1" dirty="0">
                <a:ea typeface="+mj-lt"/>
                <a:cs typeface="+mj-lt"/>
              </a:rPr>
              <a:t> il </a:t>
            </a:r>
            <a:r>
              <a:rPr lang="en-US" b="1" dirty="0" err="1">
                <a:ea typeface="+mj-lt"/>
                <a:cs typeface="+mj-lt"/>
              </a:rPr>
              <a:t>numero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sia</a:t>
            </a:r>
            <a:r>
              <a:rPr lang="en-US" b="1" dirty="0">
                <a:ea typeface="+mj-lt"/>
                <a:cs typeface="+mj-lt"/>
              </a:rPr>
              <a:t> la </a:t>
            </a:r>
            <a:r>
              <a:rPr lang="en-US" b="1" dirty="0" err="1">
                <a:ea typeface="+mj-lt"/>
                <a:cs typeface="+mj-lt"/>
              </a:rPr>
              <a:t>dimensione</a:t>
            </a:r>
            <a:r>
              <a:rPr lang="en-US" b="1" dirty="0">
                <a:ea typeface="+mj-lt"/>
                <a:cs typeface="+mj-lt"/>
              </a:rPr>
              <a:t> delle </a:t>
            </a:r>
            <a:r>
              <a:rPr lang="en-US" b="1" dirty="0" err="1">
                <a:ea typeface="+mj-lt"/>
                <a:cs typeface="+mj-lt"/>
              </a:rPr>
              <a:t>singole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partizioni</a:t>
            </a:r>
          </a:p>
          <a:p>
            <a:pPr>
              <a:buClr>
                <a:srgbClr val="8AD0D6"/>
              </a:buClr>
            </a:pPr>
            <a:endParaRPr lang="en-US" b="1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endParaRPr lang="en-US" b="1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140235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D645-6D1B-EFE5-A3F9-B85EF791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di </a:t>
            </a:r>
            <a:r>
              <a:rPr lang="en-US" dirty="0" err="1"/>
              <a:t>allocazione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5E3C-BD06-AB17-1505-EA9A0EF80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Avviene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il SO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decidere</a:t>
            </a:r>
            <a:r>
              <a:rPr lang="en-US" dirty="0"/>
              <a:t> di continuo dove </a:t>
            </a:r>
            <a:r>
              <a:rPr lang="en-US" dirty="0" err="1"/>
              <a:t>caricare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processi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/>
              <a:t>First fit: il </a:t>
            </a:r>
            <a:r>
              <a:rPr lang="en-US" dirty="0" err="1"/>
              <a:t>gestore</a:t>
            </a:r>
            <a:r>
              <a:rPr lang="en-US" dirty="0"/>
              <a:t> di memoria </a:t>
            </a:r>
            <a:r>
              <a:rPr lang="en-US" b="1" dirty="0" err="1">
                <a:ea typeface="+mj-lt"/>
                <a:cs typeface="+mj-lt"/>
              </a:rPr>
              <a:t>scorre</a:t>
            </a:r>
            <a:r>
              <a:rPr lang="en-US" b="1" dirty="0">
                <a:ea typeface="+mj-lt"/>
                <a:cs typeface="+mj-lt"/>
              </a:rPr>
              <a:t> la </a:t>
            </a:r>
            <a:r>
              <a:rPr lang="en-US" b="1" dirty="0" err="1">
                <a:ea typeface="+mj-lt"/>
                <a:cs typeface="+mj-lt"/>
              </a:rPr>
              <a:t>tabella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dei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segmenti</a:t>
            </a:r>
            <a:r>
              <a:rPr lang="en-US" dirty="0">
                <a:ea typeface="+mj-lt"/>
                <a:cs typeface="+mj-lt"/>
              </a:rPr>
              <a:t> e </a:t>
            </a:r>
            <a:r>
              <a:rPr lang="en-US" b="1" dirty="0" err="1">
                <a:ea typeface="+mj-lt"/>
                <a:cs typeface="+mj-lt"/>
              </a:rPr>
              <a:t>assegna</a:t>
            </a:r>
            <a:r>
              <a:rPr lang="en-US" b="1" dirty="0">
                <a:ea typeface="+mj-lt"/>
                <a:cs typeface="+mj-lt"/>
              </a:rPr>
              <a:t> al </a:t>
            </a:r>
            <a:r>
              <a:rPr lang="en-US" b="1" dirty="0" err="1">
                <a:ea typeface="+mj-lt"/>
                <a:cs typeface="+mj-lt"/>
              </a:rPr>
              <a:t>processo</a:t>
            </a:r>
            <a:r>
              <a:rPr lang="en-US" b="1" dirty="0">
                <a:ea typeface="+mj-lt"/>
                <a:cs typeface="+mj-lt"/>
              </a:rPr>
              <a:t> il primo </a:t>
            </a:r>
            <a:r>
              <a:rPr lang="en-US" b="1" dirty="0" err="1">
                <a:ea typeface="+mj-lt"/>
                <a:cs typeface="+mj-lt"/>
              </a:rPr>
              <a:t>blocco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che</a:t>
            </a:r>
            <a:r>
              <a:rPr lang="en-US" b="1" dirty="0">
                <a:ea typeface="+mj-lt"/>
                <a:cs typeface="+mj-lt"/>
              </a:rPr>
              <a:t> è </a:t>
            </a:r>
            <a:r>
              <a:rPr lang="en-US" b="1" dirty="0" err="1">
                <a:ea typeface="+mj-lt"/>
                <a:cs typeface="+mj-lt"/>
              </a:rPr>
              <a:t>abbastanza</a:t>
            </a:r>
            <a:r>
              <a:rPr lang="en-US" b="1" dirty="0">
                <a:ea typeface="+mj-lt"/>
                <a:cs typeface="+mj-lt"/>
              </a:rPr>
              <a:t> grande</a:t>
            </a:r>
            <a:r>
              <a:rPr lang="en-US" dirty="0">
                <a:ea typeface="+mj-lt"/>
                <a:cs typeface="+mj-lt"/>
              </a:rPr>
              <a:t>.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Next fit: simile al first fit ma </a:t>
            </a:r>
            <a:r>
              <a:rPr lang="en-US" dirty="0" err="1">
                <a:ea typeface="+mj-lt"/>
                <a:cs typeface="+mj-lt"/>
              </a:rPr>
              <a:t>ricomincia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dall'ultimo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blocco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usato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Best Fit: </a:t>
            </a:r>
            <a:r>
              <a:rPr lang="en-US" err="1">
                <a:ea typeface="+mj-lt"/>
                <a:cs typeface="+mj-lt"/>
              </a:rPr>
              <a:t>cerca</a:t>
            </a:r>
            <a:r>
              <a:rPr lang="en-US" dirty="0">
                <a:ea typeface="+mj-lt"/>
                <a:cs typeface="+mj-lt"/>
              </a:rPr>
              <a:t> il </a:t>
            </a:r>
            <a:r>
              <a:rPr lang="en-US" err="1">
                <a:ea typeface="+mj-lt"/>
                <a:cs typeface="+mj-lt"/>
              </a:rPr>
              <a:t>blocco</a:t>
            </a:r>
            <a:r>
              <a:rPr lang="en-US" dirty="0">
                <a:ea typeface="+mj-lt"/>
                <a:cs typeface="+mj-lt"/>
              </a:rPr>
              <a:t> libero </a:t>
            </a:r>
            <a:r>
              <a:rPr lang="en-US" err="1">
                <a:ea typeface="+mj-lt"/>
                <a:cs typeface="+mj-lt"/>
              </a:rPr>
              <a:t>più</a:t>
            </a:r>
            <a:r>
              <a:rPr lang="en-US" dirty="0">
                <a:ea typeface="+mj-lt"/>
                <a:cs typeface="+mj-lt"/>
              </a:rPr>
              <a:t> piccolo </a:t>
            </a:r>
            <a:r>
              <a:rPr lang="en-US" err="1">
                <a:ea typeface="+mj-lt"/>
                <a:cs typeface="+mj-lt"/>
              </a:rPr>
              <a:t>che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possa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contenere</a:t>
            </a:r>
            <a:r>
              <a:rPr lang="en-US" dirty="0">
                <a:ea typeface="+mj-lt"/>
                <a:cs typeface="+mj-lt"/>
              </a:rPr>
              <a:t> il </a:t>
            </a:r>
            <a:r>
              <a:rPr lang="en-US" err="1">
                <a:ea typeface="+mj-lt"/>
                <a:cs typeface="+mj-lt"/>
              </a:rPr>
              <a:t>processo</a:t>
            </a:r>
            <a:endParaRPr lang="en-US" dirty="0" err="1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Worst Fit: </a:t>
            </a:r>
            <a:r>
              <a:rPr lang="en-US" dirty="0" err="1">
                <a:ea typeface="+mj-lt"/>
                <a:cs typeface="+mj-lt"/>
              </a:rPr>
              <a:t>cerca</a:t>
            </a:r>
            <a:r>
              <a:rPr lang="en-US" dirty="0">
                <a:ea typeface="+mj-lt"/>
                <a:cs typeface="+mj-lt"/>
              </a:rPr>
              <a:t> il </a:t>
            </a:r>
            <a:r>
              <a:rPr lang="en-US" dirty="0" err="1">
                <a:ea typeface="+mj-lt"/>
                <a:cs typeface="+mj-lt"/>
              </a:rPr>
              <a:t>blocco</a:t>
            </a:r>
            <a:r>
              <a:rPr lang="en-US" dirty="0">
                <a:ea typeface="+mj-lt"/>
                <a:cs typeface="+mj-lt"/>
              </a:rPr>
              <a:t> libero </a:t>
            </a:r>
            <a:r>
              <a:rPr lang="en-US" dirty="0" err="1">
                <a:ea typeface="+mj-lt"/>
                <a:cs typeface="+mj-lt"/>
              </a:rPr>
              <a:t>più</a:t>
            </a:r>
            <a:r>
              <a:rPr lang="en-US" dirty="0">
                <a:ea typeface="+mj-lt"/>
                <a:cs typeface="+mj-lt"/>
              </a:rPr>
              <a:t> grande </a:t>
            </a:r>
            <a:r>
              <a:rPr lang="en-US" dirty="0" err="1">
                <a:ea typeface="+mj-lt"/>
                <a:cs typeface="+mj-lt"/>
              </a:rPr>
              <a:t>disponibile</a:t>
            </a:r>
            <a:r>
              <a:rPr lang="en-US" dirty="0">
                <a:ea typeface="+mj-lt"/>
                <a:cs typeface="+mj-lt"/>
              </a:rPr>
              <a:t> per il </a:t>
            </a:r>
            <a:r>
              <a:rPr lang="en-US" dirty="0" err="1">
                <a:ea typeface="+mj-lt"/>
                <a:cs typeface="+mj-lt"/>
              </a:rPr>
              <a:t>processo</a:t>
            </a:r>
            <a:endParaRPr 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12875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7EC7C5-05F7-284A-C8C3-37764C8E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GRAZIE PER L’ATTENZIONE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DF49F48-70CD-42DC-EBAF-FFE3D80D27FB}"/>
              </a:ext>
            </a:extLst>
          </p:cNvPr>
          <p:cNvSpPr txBox="1"/>
          <p:nvPr/>
        </p:nvSpPr>
        <p:spPr>
          <a:xfrm>
            <a:off x="965505" y="4777380"/>
            <a:ext cx="10260990" cy="1209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0" i="0" kern="1200" cap="all">
                <a:solidFill>
                  <a:schemeClr val="bg2"/>
                </a:solidFill>
                <a:latin typeface="+mj-lt"/>
                <a:ea typeface="+mj-ea"/>
                <a:cs typeface="+mj-cs"/>
              </a:rPr>
              <a:t>Federico Fiorenzo 3i</a:t>
            </a:r>
          </a:p>
        </p:txBody>
      </p:sp>
    </p:spTree>
    <p:extLst>
      <p:ext uri="{BB962C8B-B14F-4D97-AF65-F5344CB8AC3E}">
        <p14:creationId xmlns:p14="http://schemas.microsoft.com/office/powerpoint/2010/main" val="25170185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352EFF-3E7B-465D-B7A5-0C574328D151}">
  <we:reference id="wa200005566" version="3.0.0.3" store="it-IT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548</Words>
  <Application>Microsoft Office PowerPoint</Application>
  <PresentationFormat>Widescreen</PresentationFormat>
  <Paragraphs>114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Ione</vt:lpstr>
      <vt:lpstr>GESTIONE DELLA MEMORIA</vt:lpstr>
      <vt:lpstr>INDICE </vt:lpstr>
      <vt:lpstr>Gerarchia memoria </vt:lpstr>
      <vt:lpstr>RAM</vt:lpstr>
      <vt:lpstr>MEMORY MANAGER </vt:lpstr>
      <vt:lpstr>COMPILAZIONE</vt:lpstr>
      <vt:lpstr>PROGRAMMA A PROCESSO </vt:lpstr>
      <vt:lpstr>Binding / Allocazione</vt:lpstr>
      <vt:lpstr>RILOCAZIONE STATICA</vt:lpstr>
      <vt:lpstr>    RILOCAZIONE DINAMICA</vt:lpstr>
      <vt:lpstr>Tecniche per ottimizzare l'utilizzo della memoria</vt:lpstr>
      <vt:lpstr>Swapping</vt:lpstr>
      <vt:lpstr>Caricamento dinamico </vt:lpstr>
      <vt:lpstr>Overlay</vt:lpstr>
      <vt:lpstr>Partizionamento</vt:lpstr>
      <vt:lpstr>Tecniche di allocazione della memoria centrale</vt:lpstr>
      <vt:lpstr>Partizionamento</vt:lpstr>
      <vt:lpstr>PARTIZIONE FISSA</vt:lpstr>
      <vt:lpstr>Schema a partizione variabile </vt:lpstr>
      <vt:lpstr>Algoritmi di allocazione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Fiorenzo</dc:creator>
  <cp:lastModifiedBy>Rocco Allegretti</cp:lastModifiedBy>
  <cp:revision>241</cp:revision>
  <dcterms:created xsi:type="dcterms:W3CDTF">2026-02-15T17:14:19Z</dcterms:created>
  <dcterms:modified xsi:type="dcterms:W3CDTF">2026-03-11T20:25:08Z</dcterms:modified>
</cp:coreProperties>
</file>