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7" r:id="rId10"/>
    <p:sldId id="271" r:id="rId11"/>
    <p:sldId id="268" r:id="rId12"/>
    <p:sldId id="269" r:id="rId13"/>
    <p:sldId id="270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31BE24-FB3E-520D-020F-D58FCDCE39C6}" v="537" dt="2026-02-18T19:23:31.643"/>
    <p1510:client id="{FC88FD98-3364-4C89-B686-8C248E6A45F1}" v="92" dt="2026-02-18T21:36:24.9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derico Fiorenzo" userId="S::fiorenzo.federico@pzis022008.onmicrosoft.com::ce5ba4a8-a967-4402-b281-0e7a73d7b195" providerId="AD" clId="Web-{1A31BE24-FB3E-520D-020F-D58FCDCE39C6}"/>
    <pc:docChg chg="addSld modSld sldOrd">
      <pc:chgData name="Federico Fiorenzo" userId="S::fiorenzo.federico@pzis022008.onmicrosoft.com::ce5ba4a8-a967-4402-b281-0e7a73d7b195" providerId="AD" clId="Web-{1A31BE24-FB3E-520D-020F-D58FCDCE39C6}" dt="2026-02-18T19:23:31.643" v="593" actId="20577"/>
      <pc:docMkLst>
        <pc:docMk/>
      </pc:docMkLst>
      <pc:sldChg chg="modSp">
        <pc:chgData name="Federico Fiorenzo" userId="S::fiorenzo.federico@pzis022008.onmicrosoft.com::ce5ba4a8-a967-4402-b281-0e7a73d7b195" providerId="AD" clId="Web-{1A31BE24-FB3E-520D-020F-D58FCDCE39C6}" dt="2026-02-18T18:55:58.364" v="163" actId="20577"/>
        <pc:sldMkLst>
          <pc:docMk/>
          <pc:sldMk cId="3452391189" sldId="257"/>
        </pc:sldMkLst>
        <pc:graphicFrameChg chg="mod modGraphic">
          <ac:chgData name="Federico Fiorenzo" userId="S::fiorenzo.federico@pzis022008.onmicrosoft.com::ce5ba4a8-a967-4402-b281-0e7a73d7b195" providerId="AD" clId="Web-{1A31BE24-FB3E-520D-020F-D58FCDCE39C6}" dt="2026-02-18T18:55:58.364" v="163" actId="20577"/>
          <ac:graphicFrameMkLst>
            <pc:docMk/>
            <pc:sldMk cId="3452391189" sldId="257"/>
            <ac:graphicFrameMk id="5" creationId="{D0B077B4-C5C9-A41B-0B01-81AEA52E916C}"/>
          </ac:graphicFrameMkLst>
        </pc:graphicFrameChg>
      </pc:sldChg>
      <pc:sldChg chg="modSp addAnim delAnim modAnim">
        <pc:chgData name="Federico Fiorenzo" userId="S::fiorenzo.federico@pzis022008.onmicrosoft.com::ce5ba4a8-a967-4402-b281-0e7a73d7b195" providerId="AD" clId="Web-{1A31BE24-FB3E-520D-020F-D58FCDCE39C6}" dt="2026-02-18T18:50:20.472" v="24" actId="20577"/>
        <pc:sldMkLst>
          <pc:docMk/>
          <pc:sldMk cId="1409448687" sldId="262"/>
        </pc:sldMkLst>
        <pc:spChg chg="mod">
          <ac:chgData name="Federico Fiorenzo" userId="S::fiorenzo.federico@pzis022008.onmicrosoft.com::ce5ba4a8-a967-4402-b281-0e7a73d7b195" providerId="AD" clId="Web-{1A31BE24-FB3E-520D-020F-D58FCDCE39C6}" dt="2026-02-18T18:50:20.472" v="24" actId="20577"/>
          <ac:spMkLst>
            <pc:docMk/>
            <pc:sldMk cId="1409448687" sldId="262"/>
            <ac:spMk id="2" creationId="{00546E6C-31EE-424F-0E29-BB83909E36E0}"/>
          </ac:spMkLst>
        </pc:spChg>
        <pc:spChg chg="mod">
          <ac:chgData name="Federico Fiorenzo" userId="S::fiorenzo.federico@pzis022008.onmicrosoft.com::ce5ba4a8-a967-4402-b281-0e7a73d7b195" providerId="AD" clId="Web-{1A31BE24-FB3E-520D-020F-D58FCDCE39C6}" dt="2026-02-18T18:23:34.167" v="9" actId="1076"/>
          <ac:spMkLst>
            <pc:docMk/>
            <pc:sldMk cId="1409448687" sldId="262"/>
            <ac:spMk id="8" creationId="{9DD1FC49-D591-512E-725E-D00FE1739365}"/>
          </ac:spMkLst>
        </pc:spChg>
        <pc:spChg chg="mod">
          <ac:chgData name="Federico Fiorenzo" userId="S::fiorenzo.federico@pzis022008.onmicrosoft.com::ce5ba4a8-a967-4402-b281-0e7a73d7b195" providerId="AD" clId="Web-{1A31BE24-FB3E-520D-020F-D58FCDCE39C6}" dt="2026-02-18T18:23:51.074" v="11" actId="1076"/>
          <ac:spMkLst>
            <pc:docMk/>
            <pc:sldMk cId="1409448687" sldId="262"/>
            <ac:spMk id="9" creationId="{31164E47-946F-484D-AF69-D6C60A731443}"/>
          </ac:spMkLst>
        </pc:spChg>
        <pc:spChg chg="mod">
          <ac:chgData name="Federico Fiorenzo" userId="S::fiorenzo.federico@pzis022008.onmicrosoft.com::ce5ba4a8-a967-4402-b281-0e7a73d7b195" providerId="AD" clId="Web-{1A31BE24-FB3E-520D-020F-D58FCDCE39C6}" dt="2026-02-18T18:24:15.512" v="14" actId="1076"/>
          <ac:spMkLst>
            <pc:docMk/>
            <pc:sldMk cId="1409448687" sldId="262"/>
            <ac:spMk id="11" creationId="{BB7D70CB-AF39-6A3B-5F51-9622AFAFD3FD}"/>
          </ac:spMkLst>
        </pc:spChg>
        <pc:spChg chg="mod">
          <ac:chgData name="Federico Fiorenzo" userId="S::fiorenzo.federico@pzis022008.onmicrosoft.com::ce5ba4a8-a967-4402-b281-0e7a73d7b195" providerId="AD" clId="Web-{1A31BE24-FB3E-520D-020F-D58FCDCE39C6}" dt="2026-02-18T18:24:10.090" v="13" actId="1076"/>
          <ac:spMkLst>
            <pc:docMk/>
            <pc:sldMk cId="1409448687" sldId="262"/>
            <ac:spMk id="12" creationId="{E2527952-3DB3-E7F5-98DF-5CDD1BC804F4}"/>
          </ac:spMkLst>
        </pc:spChg>
        <pc:spChg chg="mod">
          <ac:chgData name="Federico Fiorenzo" userId="S::fiorenzo.federico@pzis022008.onmicrosoft.com::ce5ba4a8-a967-4402-b281-0e7a73d7b195" providerId="AD" clId="Web-{1A31BE24-FB3E-520D-020F-D58FCDCE39C6}" dt="2026-02-18T18:23:59.496" v="12" actId="1076"/>
          <ac:spMkLst>
            <pc:docMk/>
            <pc:sldMk cId="1409448687" sldId="262"/>
            <ac:spMk id="15" creationId="{BDCCDA0A-1760-5163-D6C6-B2595D12E28F}"/>
          </ac:spMkLst>
        </pc:spChg>
      </pc:sldChg>
      <pc:sldChg chg="modSp">
        <pc:chgData name="Federico Fiorenzo" userId="S::fiorenzo.federico@pzis022008.onmicrosoft.com::ce5ba4a8-a967-4402-b281-0e7a73d7b195" providerId="AD" clId="Web-{1A31BE24-FB3E-520D-020F-D58FCDCE39C6}" dt="2026-02-18T18:50:17.347" v="23" actId="20577"/>
        <pc:sldMkLst>
          <pc:docMk/>
          <pc:sldMk cId="207888939" sldId="264"/>
        </pc:sldMkLst>
        <pc:spChg chg="mod">
          <ac:chgData name="Federico Fiorenzo" userId="S::fiorenzo.federico@pzis022008.onmicrosoft.com::ce5ba4a8-a967-4402-b281-0e7a73d7b195" providerId="AD" clId="Web-{1A31BE24-FB3E-520D-020F-D58FCDCE39C6}" dt="2026-02-18T18:50:17.347" v="23" actId="20577"/>
          <ac:spMkLst>
            <pc:docMk/>
            <pc:sldMk cId="207888939" sldId="264"/>
            <ac:spMk id="2" creationId="{9C79946E-4221-6113-A45D-85C7A2311CBB}"/>
          </ac:spMkLst>
        </pc:spChg>
      </pc:sldChg>
      <pc:sldChg chg="addSp delSp modSp new mod ord setBg setClrOvrMap">
        <pc:chgData name="Federico Fiorenzo" userId="S::fiorenzo.federico@pzis022008.onmicrosoft.com::ce5ba4a8-a967-4402-b281-0e7a73d7b195" providerId="AD" clId="Web-{1A31BE24-FB3E-520D-020F-D58FCDCE39C6}" dt="2026-02-18T19:10:44.799" v="499"/>
        <pc:sldMkLst>
          <pc:docMk/>
          <pc:sldMk cId="639444863" sldId="267"/>
        </pc:sldMkLst>
        <pc:spChg chg="mod">
          <ac:chgData name="Federico Fiorenzo" userId="S::fiorenzo.federico@pzis022008.onmicrosoft.com::ce5ba4a8-a967-4402-b281-0e7a73d7b195" providerId="AD" clId="Web-{1A31BE24-FB3E-520D-020F-D58FCDCE39C6}" dt="2026-02-18T19:10:44.799" v="499"/>
          <ac:spMkLst>
            <pc:docMk/>
            <pc:sldMk cId="639444863" sldId="267"/>
            <ac:spMk id="2" creationId="{83DAF339-55C2-02CA-CEE2-03457D1A4259}"/>
          </ac:spMkLst>
        </pc:spChg>
        <pc:spChg chg="mod">
          <ac:chgData name="Federico Fiorenzo" userId="S::fiorenzo.federico@pzis022008.onmicrosoft.com::ce5ba4a8-a967-4402-b281-0e7a73d7b195" providerId="AD" clId="Web-{1A31BE24-FB3E-520D-020F-D58FCDCE39C6}" dt="2026-02-18T19:10:44.799" v="499"/>
          <ac:spMkLst>
            <pc:docMk/>
            <pc:sldMk cId="639444863" sldId="267"/>
            <ac:spMk id="3" creationId="{47EB5145-AB63-7211-29FA-94A797D5D3D1}"/>
          </ac:spMkLst>
        </pc:spChg>
        <pc:spChg chg="add del">
          <ac:chgData name="Federico Fiorenzo" userId="S::fiorenzo.federico@pzis022008.onmicrosoft.com::ce5ba4a8-a967-4402-b281-0e7a73d7b195" providerId="AD" clId="Web-{1A31BE24-FB3E-520D-020F-D58FCDCE39C6}" dt="2026-02-18T19:10:44.799" v="498"/>
          <ac:spMkLst>
            <pc:docMk/>
            <pc:sldMk cId="639444863" sldId="267"/>
            <ac:spMk id="8" creationId="{923E8915-D2AA-4327-A45A-972C3CA9574B}"/>
          </ac:spMkLst>
        </pc:spChg>
        <pc:spChg chg="add del">
          <ac:chgData name="Federico Fiorenzo" userId="S::fiorenzo.federico@pzis022008.onmicrosoft.com::ce5ba4a8-a967-4402-b281-0e7a73d7b195" providerId="AD" clId="Web-{1A31BE24-FB3E-520D-020F-D58FCDCE39C6}" dt="2026-02-18T19:10:44.799" v="498"/>
          <ac:spMkLst>
            <pc:docMk/>
            <pc:sldMk cId="639444863" sldId="267"/>
            <ac:spMk id="10" creationId="{8302FC3C-9804-4950-B721-5FD704BA6065}"/>
          </ac:spMkLst>
        </pc:spChg>
        <pc:spChg chg="add del">
          <ac:chgData name="Federico Fiorenzo" userId="S::fiorenzo.federico@pzis022008.onmicrosoft.com::ce5ba4a8-a967-4402-b281-0e7a73d7b195" providerId="AD" clId="Web-{1A31BE24-FB3E-520D-020F-D58FCDCE39C6}" dt="2026-02-18T19:10:44.799" v="498"/>
          <ac:spMkLst>
            <pc:docMk/>
            <pc:sldMk cId="639444863" sldId="267"/>
            <ac:spMk id="16" creationId="{F3798573-F27B-47EB-8EA4-7EE34954C2D6}"/>
          </ac:spMkLst>
        </pc:spChg>
        <pc:spChg chg="add">
          <ac:chgData name="Federico Fiorenzo" userId="S::fiorenzo.federico@pzis022008.onmicrosoft.com::ce5ba4a8-a967-4402-b281-0e7a73d7b195" providerId="AD" clId="Web-{1A31BE24-FB3E-520D-020F-D58FCDCE39C6}" dt="2026-02-18T19:10:44.799" v="499"/>
          <ac:spMkLst>
            <pc:docMk/>
            <pc:sldMk cId="639444863" sldId="267"/>
            <ac:spMk id="18" creationId="{74CD14DB-BB81-479F-A1FC-1C75640E9F84}"/>
          </ac:spMkLst>
        </pc:spChg>
        <pc:spChg chg="add">
          <ac:chgData name="Federico Fiorenzo" userId="S::fiorenzo.federico@pzis022008.onmicrosoft.com::ce5ba4a8-a967-4402-b281-0e7a73d7b195" providerId="AD" clId="Web-{1A31BE24-FB3E-520D-020F-D58FCDCE39C6}" dt="2026-02-18T19:10:44.799" v="499"/>
          <ac:spMkLst>
            <pc:docMk/>
            <pc:sldMk cId="639444863" sldId="267"/>
            <ac:spMk id="19" creationId="{C943A91B-7CA7-4592-A975-73B1BF8C4C74}"/>
          </ac:spMkLst>
        </pc:spChg>
        <pc:spChg chg="add">
          <ac:chgData name="Federico Fiorenzo" userId="S::fiorenzo.federico@pzis022008.onmicrosoft.com::ce5ba4a8-a967-4402-b281-0e7a73d7b195" providerId="AD" clId="Web-{1A31BE24-FB3E-520D-020F-D58FCDCE39C6}" dt="2026-02-18T19:10:44.799" v="499"/>
          <ac:spMkLst>
            <pc:docMk/>
            <pc:sldMk cId="639444863" sldId="267"/>
            <ac:spMk id="20" creationId="{EC471314-E46A-414B-8D91-74880E84F187}"/>
          </ac:spMkLst>
        </pc:spChg>
        <pc:spChg chg="add">
          <ac:chgData name="Federico Fiorenzo" userId="S::fiorenzo.federico@pzis022008.onmicrosoft.com::ce5ba4a8-a967-4402-b281-0e7a73d7b195" providerId="AD" clId="Web-{1A31BE24-FB3E-520D-020F-D58FCDCE39C6}" dt="2026-02-18T19:10:44.799" v="499"/>
          <ac:spMkLst>
            <pc:docMk/>
            <pc:sldMk cId="639444863" sldId="267"/>
            <ac:spMk id="21" creationId="{6A681326-1C9D-44A3-A627-3871BDAE4127}"/>
          </ac:spMkLst>
        </pc:spChg>
        <pc:picChg chg="add del">
          <ac:chgData name="Federico Fiorenzo" userId="S::fiorenzo.federico@pzis022008.onmicrosoft.com::ce5ba4a8-a967-4402-b281-0e7a73d7b195" providerId="AD" clId="Web-{1A31BE24-FB3E-520D-020F-D58FCDCE39C6}" dt="2026-02-18T19:10:44.799" v="498"/>
          <ac:picMkLst>
            <pc:docMk/>
            <pc:sldMk cId="639444863" sldId="267"/>
            <ac:picMk id="14" creationId="{3BC6EBB2-9BDC-4075-BA6B-43A9FBF9C86C}"/>
          </ac:picMkLst>
        </pc:picChg>
        <pc:cxnChg chg="add del">
          <ac:chgData name="Federico Fiorenzo" userId="S::fiorenzo.federico@pzis022008.onmicrosoft.com::ce5ba4a8-a967-4402-b281-0e7a73d7b195" providerId="AD" clId="Web-{1A31BE24-FB3E-520D-020F-D58FCDCE39C6}" dt="2026-02-18T19:10:44.799" v="498"/>
          <ac:cxnSpMkLst>
            <pc:docMk/>
            <pc:sldMk cId="639444863" sldId="267"/>
            <ac:cxnSpMk id="12" creationId="{6B9695BD-ECF6-49CA-8877-8C493193C65D}"/>
          </ac:cxnSpMkLst>
        </pc:cxnChg>
      </pc:sldChg>
      <pc:sldChg chg="addSp modSp new mod setBg setClrOvrMap">
        <pc:chgData name="Federico Fiorenzo" userId="S::fiorenzo.federico@pzis022008.onmicrosoft.com::ce5ba4a8-a967-4402-b281-0e7a73d7b195" providerId="AD" clId="Web-{1A31BE24-FB3E-520D-020F-D58FCDCE39C6}" dt="2026-02-18T18:59:34.249" v="234"/>
        <pc:sldMkLst>
          <pc:docMk/>
          <pc:sldMk cId="1004584593" sldId="268"/>
        </pc:sldMkLst>
        <pc:spChg chg="mod">
          <ac:chgData name="Federico Fiorenzo" userId="S::fiorenzo.federico@pzis022008.onmicrosoft.com::ce5ba4a8-a967-4402-b281-0e7a73d7b195" providerId="AD" clId="Web-{1A31BE24-FB3E-520D-020F-D58FCDCE39C6}" dt="2026-02-18T18:59:34.249" v="234"/>
          <ac:spMkLst>
            <pc:docMk/>
            <pc:sldMk cId="1004584593" sldId="268"/>
            <ac:spMk id="2" creationId="{382FBCFE-48E6-B652-1D71-2636A45253EC}"/>
          </ac:spMkLst>
        </pc:spChg>
        <pc:spChg chg="mod">
          <ac:chgData name="Federico Fiorenzo" userId="S::fiorenzo.federico@pzis022008.onmicrosoft.com::ce5ba4a8-a967-4402-b281-0e7a73d7b195" providerId="AD" clId="Web-{1A31BE24-FB3E-520D-020F-D58FCDCE39C6}" dt="2026-02-18T18:59:34.249" v="234"/>
          <ac:spMkLst>
            <pc:docMk/>
            <pc:sldMk cId="1004584593" sldId="268"/>
            <ac:spMk id="3" creationId="{1B7C19C8-6452-FD76-53B1-E8B3E8D2B7F9}"/>
          </ac:spMkLst>
        </pc:spChg>
        <pc:spChg chg="add">
          <ac:chgData name="Federico Fiorenzo" userId="S::fiorenzo.federico@pzis022008.onmicrosoft.com::ce5ba4a8-a967-4402-b281-0e7a73d7b195" providerId="AD" clId="Web-{1A31BE24-FB3E-520D-020F-D58FCDCE39C6}" dt="2026-02-18T18:59:34.249" v="234"/>
          <ac:spMkLst>
            <pc:docMk/>
            <pc:sldMk cId="1004584593" sldId="268"/>
            <ac:spMk id="10" creationId="{EE4E366E-272A-409E-840F-9A6A64A9E3FF}"/>
          </ac:spMkLst>
        </pc:spChg>
        <pc:spChg chg="add">
          <ac:chgData name="Federico Fiorenzo" userId="S::fiorenzo.federico@pzis022008.onmicrosoft.com::ce5ba4a8-a967-4402-b281-0e7a73d7b195" providerId="AD" clId="Web-{1A31BE24-FB3E-520D-020F-D58FCDCE39C6}" dt="2026-02-18T18:59:34.249" v="234"/>
          <ac:spMkLst>
            <pc:docMk/>
            <pc:sldMk cId="1004584593" sldId="268"/>
            <ac:spMk id="12" creationId="{A721560C-E4AB-4287-A29C-3F6916794CB9}"/>
          </ac:spMkLst>
        </pc:spChg>
        <pc:spChg chg="add">
          <ac:chgData name="Federico Fiorenzo" userId="S::fiorenzo.federico@pzis022008.onmicrosoft.com::ce5ba4a8-a967-4402-b281-0e7a73d7b195" providerId="AD" clId="Web-{1A31BE24-FB3E-520D-020F-D58FCDCE39C6}" dt="2026-02-18T18:59:34.249" v="234"/>
          <ac:spMkLst>
            <pc:docMk/>
            <pc:sldMk cId="1004584593" sldId="268"/>
            <ac:spMk id="14" creationId="{DF6CFF07-D953-4F9C-9A0E-E0A6AACB6158}"/>
          </ac:spMkLst>
        </pc:spChg>
        <pc:spChg chg="add">
          <ac:chgData name="Federico Fiorenzo" userId="S::fiorenzo.federico@pzis022008.onmicrosoft.com::ce5ba4a8-a967-4402-b281-0e7a73d7b195" providerId="AD" clId="Web-{1A31BE24-FB3E-520D-020F-D58FCDCE39C6}" dt="2026-02-18T18:59:34.249" v="234"/>
          <ac:spMkLst>
            <pc:docMk/>
            <pc:sldMk cId="1004584593" sldId="268"/>
            <ac:spMk id="16" creationId="{DAA4FEEE-0B5F-41BF-825D-60F9FB089568}"/>
          </ac:spMkLst>
        </pc:spChg>
        <pc:picChg chg="add">
          <ac:chgData name="Federico Fiorenzo" userId="S::fiorenzo.federico@pzis022008.onmicrosoft.com::ce5ba4a8-a967-4402-b281-0e7a73d7b195" providerId="AD" clId="Web-{1A31BE24-FB3E-520D-020F-D58FCDCE39C6}" dt="2026-02-18T18:59:34.249" v="234"/>
          <ac:picMkLst>
            <pc:docMk/>
            <pc:sldMk cId="1004584593" sldId="268"/>
            <ac:picMk id="7" creationId="{CD48E3CA-D012-4497-3E76-A5D150919AC1}"/>
          </ac:picMkLst>
        </pc:picChg>
      </pc:sldChg>
      <pc:sldChg chg="modSp new">
        <pc:chgData name="Federico Fiorenzo" userId="S::fiorenzo.federico@pzis022008.onmicrosoft.com::ce5ba4a8-a967-4402-b281-0e7a73d7b195" providerId="AD" clId="Web-{1A31BE24-FB3E-520D-020F-D58FCDCE39C6}" dt="2026-02-18T19:23:31.643" v="593" actId="20577"/>
        <pc:sldMkLst>
          <pc:docMk/>
          <pc:sldMk cId="3164997999" sldId="269"/>
        </pc:sldMkLst>
        <pc:spChg chg="mod">
          <ac:chgData name="Federico Fiorenzo" userId="S::fiorenzo.federico@pzis022008.onmicrosoft.com::ce5ba4a8-a967-4402-b281-0e7a73d7b195" providerId="AD" clId="Web-{1A31BE24-FB3E-520D-020F-D58FCDCE39C6}" dt="2026-02-18T18:59:57.905" v="243" actId="20577"/>
          <ac:spMkLst>
            <pc:docMk/>
            <pc:sldMk cId="3164997999" sldId="269"/>
            <ac:spMk id="2" creationId="{595FC6A4-9D72-9A18-8818-6542A539C653}"/>
          </ac:spMkLst>
        </pc:spChg>
        <pc:spChg chg="mod">
          <ac:chgData name="Federico Fiorenzo" userId="S::fiorenzo.federico@pzis022008.onmicrosoft.com::ce5ba4a8-a967-4402-b281-0e7a73d7b195" providerId="AD" clId="Web-{1A31BE24-FB3E-520D-020F-D58FCDCE39C6}" dt="2026-02-18T19:23:31.643" v="593" actId="20577"/>
          <ac:spMkLst>
            <pc:docMk/>
            <pc:sldMk cId="3164997999" sldId="269"/>
            <ac:spMk id="3" creationId="{8CBB1327-5A4E-F930-197F-6A43C0AADF52}"/>
          </ac:spMkLst>
        </pc:spChg>
      </pc:sldChg>
      <pc:sldChg chg="addSp delSp modSp new mod setBg setClrOvrMap">
        <pc:chgData name="Federico Fiorenzo" userId="S::fiorenzo.federico@pzis022008.onmicrosoft.com::ce5ba4a8-a967-4402-b281-0e7a73d7b195" providerId="AD" clId="Web-{1A31BE24-FB3E-520D-020F-D58FCDCE39C6}" dt="2026-02-18T19:21:28.562" v="574"/>
        <pc:sldMkLst>
          <pc:docMk/>
          <pc:sldMk cId="2590366512" sldId="270"/>
        </pc:sldMkLst>
        <pc:spChg chg="mod">
          <ac:chgData name="Federico Fiorenzo" userId="S::fiorenzo.federico@pzis022008.onmicrosoft.com::ce5ba4a8-a967-4402-b281-0e7a73d7b195" providerId="AD" clId="Web-{1A31BE24-FB3E-520D-020F-D58FCDCE39C6}" dt="2026-02-18T19:21:28.562" v="574"/>
          <ac:spMkLst>
            <pc:docMk/>
            <pc:sldMk cId="2590366512" sldId="270"/>
            <ac:spMk id="2" creationId="{F591EB8D-48CA-37CC-125F-852016481953}"/>
          </ac:spMkLst>
        </pc:spChg>
        <pc:spChg chg="mod">
          <ac:chgData name="Federico Fiorenzo" userId="S::fiorenzo.federico@pzis022008.onmicrosoft.com::ce5ba4a8-a967-4402-b281-0e7a73d7b195" providerId="AD" clId="Web-{1A31BE24-FB3E-520D-020F-D58FCDCE39C6}" dt="2026-02-18T19:21:28.562" v="574"/>
          <ac:spMkLst>
            <pc:docMk/>
            <pc:sldMk cId="2590366512" sldId="270"/>
            <ac:spMk id="3" creationId="{5DE6B015-FB28-0AA0-FE12-E26E9CE8278C}"/>
          </ac:spMkLst>
        </pc:spChg>
        <pc:spChg chg="add del">
          <ac:chgData name="Federico Fiorenzo" userId="S::fiorenzo.federico@pzis022008.onmicrosoft.com::ce5ba4a8-a967-4402-b281-0e7a73d7b195" providerId="AD" clId="Web-{1A31BE24-FB3E-520D-020F-D58FCDCE39C6}" dt="2026-02-18T19:21:28.562" v="573"/>
          <ac:spMkLst>
            <pc:docMk/>
            <pc:sldMk cId="2590366512" sldId="270"/>
            <ac:spMk id="8" creationId="{923E8915-D2AA-4327-A45A-972C3CA9574B}"/>
          </ac:spMkLst>
        </pc:spChg>
        <pc:spChg chg="add del">
          <ac:chgData name="Federico Fiorenzo" userId="S::fiorenzo.federico@pzis022008.onmicrosoft.com::ce5ba4a8-a967-4402-b281-0e7a73d7b195" providerId="AD" clId="Web-{1A31BE24-FB3E-520D-020F-D58FCDCE39C6}" dt="2026-02-18T19:21:28.562" v="573"/>
          <ac:spMkLst>
            <pc:docMk/>
            <pc:sldMk cId="2590366512" sldId="270"/>
            <ac:spMk id="10" creationId="{8302FC3C-9804-4950-B721-5FD704BA6065}"/>
          </ac:spMkLst>
        </pc:spChg>
        <pc:spChg chg="add del">
          <ac:chgData name="Federico Fiorenzo" userId="S::fiorenzo.federico@pzis022008.onmicrosoft.com::ce5ba4a8-a967-4402-b281-0e7a73d7b195" providerId="AD" clId="Web-{1A31BE24-FB3E-520D-020F-D58FCDCE39C6}" dt="2026-02-18T19:21:28.562" v="573"/>
          <ac:spMkLst>
            <pc:docMk/>
            <pc:sldMk cId="2590366512" sldId="270"/>
            <ac:spMk id="16" creationId="{F3798573-F27B-47EB-8EA4-7EE34954C2D6}"/>
          </ac:spMkLst>
        </pc:spChg>
        <pc:spChg chg="add">
          <ac:chgData name="Federico Fiorenzo" userId="S::fiorenzo.federico@pzis022008.onmicrosoft.com::ce5ba4a8-a967-4402-b281-0e7a73d7b195" providerId="AD" clId="Web-{1A31BE24-FB3E-520D-020F-D58FCDCE39C6}" dt="2026-02-18T19:21:28.562" v="574"/>
          <ac:spMkLst>
            <pc:docMk/>
            <pc:sldMk cId="2590366512" sldId="270"/>
            <ac:spMk id="18" creationId="{EE4E366E-272A-409E-840F-9A6A64A9E3FF}"/>
          </ac:spMkLst>
        </pc:spChg>
        <pc:spChg chg="add">
          <ac:chgData name="Federico Fiorenzo" userId="S::fiorenzo.federico@pzis022008.onmicrosoft.com::ce5ba4a8-a967-4402-b281-0e7a73d7b195" providerId="AD" clId="Web-{1A31BE24-FB3E-520D-020F-D58FCDCE39C6}" dt="2026-02-18T19:21:28.562" v="574"/>
          <ac:spMkLst>
            <pc:docMk/>
            <pc:sldMk cId="2590366512" sldId="270"/>
            <ac:spMk id="19" creationId="{A721560C-E4AB-4287-A29C-3F6916794CB9}"/>
          </ac:spMkLst>
        </pc:spChg>
        <pc:spChg chg="add">
          <ac:chgData name="Federico Fiorenzo" userId="S::fiorenzo.federico@pzis022008.onmicrosoft.com::ce5ba4a8-a967-4402-b281-0e7a73d7b195" providerId="AD" clId="Web-{1A31BE24-FB3E-520D-020F-D58FCDCE39C6}" dt="2026-02-18T19:21:28.562" v="574"/>
          <ac:spMkLst>
            <pc:docMk/>
            <pc:sldMk cId="2590366512" sldId="270"/>
            <ac:spMk id="20" creationId="{DF6CFF07-D953-4F9C-9A0E-E0A6AACB6158}"/>
          </ac:spMkLst>
        </pc:spChg>
        <pc:spChg chg="add">
          <ac:chgData name="Federico Fiorenzo" userId="S::fiorenzo.federico@pzis022008.onmicrosoft.com::ce5ba4a8-a967-4402-b281-0e7a73d7b195" providerId="AD" clId="Web-{1A31BE24-FB3E-520D-020F-D58FCDCE39C6}" dt="2026-02-18T19:21:28.562" v="574"/>
          <ac:spMkLst>
            <pc:docMk/>
            <pc:sldMk cId="2590366512" sldId="270"/>
            <ac:spMk id="21" creationId="{DAA4FEEE-0B5F-41BF-825D-60F9FB089568}"/>
          </ac:spMkLst>
        </pc:spChg>
        <pc:picChg chg="add">
          <ac:chgData name="Federico Fiorenzo" userId="S::fiorenzo.federico@pzis022008.onmicrosoft.com::ce5ba4a8-a967-4402-b281-0e7a73d7b195" providerId="AD" clId="Web-{1A31BE24-FB3E-520D-020F-D58FCDCE39C6}" dt="2026-02-18T19:21:28.562" v="574"/>
          <ac:picMkLst>
            <pc:docMk/>
            <pc:sldMk cId="2590366512" sldId="270"/>
            <ac:picMk id="7" creationId="{90034836-A413-1B23-EA32-D67AA8819A46}"/>
          </ac:picMkLst>
        </pc:picChg>
        <pc:picChg chg="add del">
          <ac:chgData name="Federico Fiorenzo" userId="S::fiorenzo.federico@pzis022008.onmicrosoft.com::ce5ba4a8-a967-4402-b281-0e7a73d7b195" providerId="AD" clId="Web-{1A31BE24-FB3E-520D-020F-D58FCDCE39C6}" dt="2026-02-18T19:21:28.562" v="573"/>
          <ac:picMkLst>
            <pc:docMk/>
            <pc:sldMk cId="2590366512" sldId="270"/>
            <ac:picMk id="14" creationId="{3BC6EBB2-9BDC-4075-BA6B-43A9FBF9C86C}"/>
          </ac:picMkLst>
        </pc:picChg>
        <pc:cxnChg chg="add del">
          <ac:chgData name="Federico Fiorenzo" userId="S::fiorenzo.federico@pzis022008.onmicrosoft.com::ce5ba4a8-a967-4402-b281-0e7a73d7b195" providerId="AD" clId="Web-{1A31BE24-FB3E-520D-020F-D58FCDCE39C6}" dt="2026-02-18T19:21:28.562" v="573"/>
          <ac:cxnSpMkLst>
            <pc:docMk/>
            <pc:sldMk cId="2590366512" sldId="270"/>
            <ac:cxnSpMk id="12" creationId="{6B9695BD-ECF6-49CA-8877-8C493193C65D}"/>
          </ac:cxnSpMkLst>
        </pc:cxnChg>
      </pc:sldChg>
      <pc:sldChg chg="addSp delSp modSp new mod setBg setClrOvrMap">
        <pc:chgData name="Federico Fiorenzo" userId="S::fiorenzo.federico@pzis022008.onmicrosoft.com::ce5ba4a8-a967-4402-b281-0e7a73d7b195" providerId="AD" clId="Web-{1A31BE24-FB3E-520D-020F-D58FCDCE39C6}" dt="2026-02-18T19:09:58.654" v="495"/>
        <pc:sldMkLst>
          <pc:docMk/>
          <pc:sldMk cId="2087066475" sldId="271"/>
        </pc:sldMkLst>
        <pc:spChg chg="mod">
          <ac:chgData name="Federico Fiorenzo" userId="S::fiorenzo.federico@pzis022008.onmicrosoft.com::ce5ba4a8-a967-4402-b281-0e7a73d7b195" providerId="AD" clId="Web-{1A31BE24-FB3E-520D-020F-D58FCDCE39C6}" dt="2026-02-18T19:09:58.654" v="495"/>
          <ac:spMkLst>
            <pc:docMk/>
            <pc:sldMk cId="2087066475" sldId="271"/>
            <ac:spMk id="2" creationId="{AE951D4B-EB4C-CE92-AD0A-6D13C2497EDC}"/>
          </ac:spMkLst>
        </pc:spChg>
        <pc:spChg chg="del mod">
          <ac:chgData name="Federico Fiorenzo" userId="S::fiorenzo.federico@pzis022008.onmicrosoft.com::ce5ba4a8-a967-4402-b281-0e7a73d7b195" providerId="AD" clId="Web-{1A31BE24-FB3E-520D-020F-D58FCDCE39C6}" dt="2026-02-18T19:09:58.654" v="495"/>
          <ac:spMkLst>
            <pc:docMk/>
            <pc:sldMk cId="2087066475" sldId="271"/>
            <ac:spMk id="3" creationId="{2396962D-9B5C-5B2C-83D1-5357FC25B13A}"/>
          </ac:spMkLst>
        </pc:spChg>
        <pc:spChg chg="add">
          <ac:chgData name="Federico Fiorenzo" userId="S::fiorenzo.federico@pzis022008.onmicrosoft.com::ce5ba4a8-a967-4402-b281-0e7a73d7b195" providerId="AD" clId="Web-{1A31BE24-FB3E-520D-020F-D58FCDCE39C6}" dt="2026-02-18T19:09:58.654" v="495"/>
          <ac:spMkLst>
            <pc:docMk/>
            <pc:sldMk cId="2087066475" sldId="271"/>
            <ac:spMk id="9" creationId="{47AEA421-5F29-4BA7-9360-2501B5987921}"/>
          </ac:spMkLst>
        </pc:spChg>
        <pc:spChg chg="add">
          <ac:chgData name="Federico Fiorenzo" userId="S::fiorenzo.federico@pzis022008.onmicrosoft.com::ce5ba4a8-a967-4402-b281-0e7a73d7b195" providerId="AD" clId="Web-{1A31BE24-FB3E-520D-020F-D58FCDCE39C6}" dt="2026-02-18T19:09:58.654" v="495"/>
          <ac:spMkLst>
            <pc:docMk/>
            <pc:sldMk cId="2087066475" sldId="271"/>
            <ac:spMk id="11" creationId="{9348F0CB-4904-4DEF-BDD4-ADEC2DCCCBD7}"/>
          </ac:spMkLst>
        </pc:spChg>
        <pc:spChg chg="add">
          <ac:chgData name="Federico Fiorenzo" userId="S::fiorenzo.federico@pzis022008.onmicrosoft.com::ce5ba4a8-a967-4402-b281-0e7a73d7b195" providerId="AD" clId="Web-{1A31BE24-FB3E-520D-020F-D58FCDCE39C6}" dt="2026-02-18T19:09:58.654" v="495"/>
          <ac:spMkLst>
            <pc:docMk/>
            <pc:sldMk cId="2087066475" sldId="271"/>
            <ac:spMk id="13" creationId="{1583E1B8-79B3-49BB-8704-58E4AB1AF213}"/>
          </ac:spMkLst>
        </pc:spChg>
        <pc:spChg chg="add">
          <ac:chgData name="Federico Fiorenzo" userId="S::fiorenzo.federico@pzis022008.onmicrosoft.com::ce5ba4a8-a967-4402-b281-0e7a73d7b195" providerId="AD" clId="Web-{1A31BE24-FB3E-520D-020F-D58FCDCE39C6}" dt="2026-02-18T19:09:58.654" v="495"/>
          <ac:spMkLst>
            <pc:docMk/>
            <pc:sldMk cId="2087066475" sldId="271"/>
            <ac:spMk id="15" creationId="{7BB34D5F-2B87-438E-8236-69C6068D47A4}"/>
          </ac:spMkLst>
        </pc:spChg>
        <pc:graphicFrameChg chg="add">
          <ac:chgData name="Federico Fiorenzo" userId="S::fiorenzo.federico@pzis022008.onmicrosoft.com::ce5ba4a8-a967-4402-b281-0e7a73d7b195" providerId="AD" clId="Web-{1A31BE24-FB3E-520D-020F-D58FCDCE39C6}" dt="2026-02-18T19:09:58.654" v="495"/>
          <ac:graphicFrameMkLst>
            <pc:docMk/>
            <pc:sldMk cId="2087066475" sldId="271"/>
            <ac:graphicFrameMk id="5" creationId="{37C63542-53AA-BA45-6D87-107B97B6FE2B}"/>
          </ac:graphicFrameMkLst>
        </pc:graphicFrameChg>
      </pc:sldChg>
    </pc:docChg>
  </pc:docChgLst>
  <pc:docChgLst>
    <pc:chgData name="Federico Fiorenzo" userId="S::fiorenzo.federico@pzis022008.onmicrosoft.com::ce5ba4a8-a967-4402-b281-0e7a73d7b195" providerId="AD" clId="Web-{FC88FD98-3364-4C89-B686-8C248E6A45F1}"/>
    <pc:docChg chg="modSld">
      <pc:chgData name="Federico Fiorenzo" userId="S::fiorenzo.federico@pzis022008.onmicrosoft.com::ce5ba4a8-a967-4402-b281-0e7a73d7b195" providerId="AD" clId="Web-{FC88FD98-3364-4C89-B686-8C248E6A45F1}" dt="2026-02-18T21:36:24.929" v="92" actId="20577"/>
      <pc:docMkLst>
        <pc:docMk/>
      </pc:docMkLst>
      <pc:sldChg chg="addSp modSp mod setBg setClrOvrMap">
        <pc:chgData name="Federico Fiorenzo" userId="S::fiorenzo.federico@pzis022008.onmicrosoft.com::ce5ba4a8-a967-4402-b281-0e7a73d7b195" providerId="AD" clId="Web-{FC88FD98-3364-4C89-B686-8C248E6A45F1}" dt="2026-02-18T21:36:24.929" v="92" actId="20577"/>
        <pc:sldMkLst>
          <pc:docMk/>
          <pc:sldMk cId="3164997999" sldId="269"/>
        </pc:sldMkLst>
        <pc:spChg chg="mod">
          <ac:chgData name="Federico Fiorenzo" userId="S::fiorenzo.federico@pzis022008.onmicrosoft.com::ce5ba4a8-a967-4402-b281-0e7a73d7b195" providerId="AD" clId="Web-{FC88FD98-3364-4C89-B686-8C248E6A45F1}" dt="2026-02-18T21:32:42.939" v="11"/>
          <ac:spMkLst>
            <pc:docMk/>
            <pc:sldMk cId="3164997999" sldId="269"/>
            <ac:spMk id="2" creationId="{595FC6A4-9D72-9A18-8818-6542A539C653}"/>
          </ac:spMkLst>
        </pc:spChg>
        <pc:spChg chg="mod">
          <ac:chgData name="Federico Fiorenzo" userId="S::fiorenzo.federico@pzis022008.onmicrosoft.com::ce5ba4a8-a967-4402-b281-0e7a73d7b195" providerId="AD" clId="Web-{FC88FD98-3364-4C89-B686-8C248E6A45F1}" dt="2026-02-18T21:36:24.929" v="92" actId="20577"/>
          <ac:spMkLst>
            <pc:docMk/>
            <pc:sldMk cId="3164997999" sldId="269"/>
            <ac:spMk id="3" creationId="{8CBB1327-5A4E-F930-197F-6A43C0AADF52}"/>
          </ac:spMkLst>
        </pc:spChg>
        <pc:spChg chg="add">
          <ac:chgData name="Federico Fiorenzo" userId="S::fiorenzo.federico@pzis022008.onmicrosoft.com::ce5ba4a8-a967-4402-b281-0e7a73d7b195" providerId="AD" clId="Web-{FC88FD98-3364-4C89-B686-8C248E6A45F1}" dt="2026-02-18T21:32:42.939" v="11"/>
          <ac:spMkLst>
            <pc:docMk/>
            <pc:sldMk cId="3164997999" sldId="269"/>
            <ac:spMk id="10" creationId="{EE4E366E-272A-409E-840F-9A6A64A9E3FF}"/>
          </ac:spMkLst>
        </pc:spChg>
        <pc:spChg chg="add">
          <ac:chgData name="Federico Fiorenzo" userId="S::fiorenzo.federico@pzis022008.onmicrosoft.com::ce5ba4a8-a967-4402-b281-0e7a73d7b195" providerId="AD" clId="Web-{FC88FD98-3364-4C89-B686-8C248E6A45F1}" dt="2026-02-18T21:32:42.939" v="11"/>
          <ac:spMkLst>
            <pc:docMk/>
            <pc:sldMk cId="3164997999" sldId="269"/>
            <ac:spMk id="12" creationId="{A721560C-E4AB-4287-A29C-3F6916794CB9}"/>
          </ac:spMkLst>
        </pc:spChg>
        <pc:spChg chg="add">
          <ac:chgData name="Federico Fiorenzo" userId="S::fiorenzo.federico@pzis022008.onmicrosoft.com::ce5ba4a8-a967-4402-b281-0e7a73d7b195" providerId="AD" clId="Web-{FC88FD98-3364-4C89-B686-8C248E6A45F1}" dt="2026-02-18T21:32:42.939" v="11"/>
          <ac:spMkLst>
            <pc:docMk/>
            <pc:sldMk cId="3164997999" sldId="269"/>
            <ac:spMk id="14" creationId="{DF6CFF07-D953-4F9C-9A0E-E0A6AACB6158}"/>
          </ac:spMkLst>
        </pc:spChg>
        <pc:spChg chg="add">
          <ac:chgData name="Federico Fiorenzo" userId="S::fiorenzo.federico@pzis022008.onmicrosoft.com::ce5ba4a8-a967-4402-b281-0e7a73d7b195" providerId="AD" clId="Web-{FC88FD98-3364-4C89-B686-8C248E6A45F1}" dt="2026-02-18T21:32:42.939" v="11"/>
          <ac:spMkLst>
            <pc:docMk/>
            <pc:sldMk cId="3164997999" sldId="269"/>
            <ac:spMk id="16" creationId="{DAA4FEEE-0B5F-41BF-825D-60F9FB089568}"/>
          </ac:spMkLst>
        </pc:spChg>
        <pc:picChg chg="add">
          <ac:chgData name="Federico Fiorenzo" userId="S::fiorenzo.federico@pzis022008.onmicrosoft.com::ce5ba4a8-a967-4402-b281-0e7a73d7b195" providerId="AD" clId="Web-{FC88FD98-3364-4C89-B686-8C248E6A45F1}" dt="2026-02-18T21:32:42.939" v="11"/>
          <ac:picMkLst>
            <pc:docMk/>
            <pc:sldMk cId="3164997999" sldId="269"/>
            <ac:picMk id="7" creationId="{6580468F-6975-7C81-FE55-EEFCB41999CF}"/>
          </ac:picMkLst>
        </pc:picChg>
      </pc:sldChg>
    </pc:docChg>
  </pc:docChgLst>
  <pc:docChgLst>
    <pc:chgData name="Federico Fiorenzo" userId="S::fiorenzo.federico@pzis022008.onmicrosoft.com::ce5ba4a8-a967-4402-b281-0e7a73d7b195" providerId="AD" clId="Web-{A59DF717-42A5-1B95-2F78-309524B58F7C}"/>
    <pc:docChg chg="modSld">
      <pc:chgData name="Federico Fiorenzo" userId="S::fiorenzo.federico@pzis022008.onmicrosoft.com::ce5ba4a8-a967-4402-b281-0e7a73d7b195" providerId="AD" clId="Web-{A59DF717-42A5-1B95-2F78-309524B58F7C}" dt="2026-02-15T18:56:37.967" v="84" actId="20577"/>
      <pc:docMkLst>
        <pc:docMk/>
      </pc:docMkLst>
      <pc:sldChg chg="addSp modSp mod setBg">
        <pc:chgData name="Federico Fiorenzo" userId="S::fiorenzo.federico@pzis022008.onmicrosoft.com::ce5ba4a8-a967-4402-b281-0e7a73d7b195" providerId="AD" clId="Web-{A59DF717-42A5-1B95-2F78-309524B58F7C}" dt="2026-02-15T18:45:42.465" v="67"/>
        <pc:sldMkLst>
          <pc:docMk/>
          <pc:sldMk cId="2001447355" sldId="256"/>
        </pc:sldMkLst>
        <pc:spChg chg="mod">
          <ac:chgData name="Federico Fiorenzo" userId="S::fiorenzo.federico@pzis022008.onmicrosoft.com::ce5ba4a8-a967-4402-b281-0e7a73d7b195" providerId="AD" clId="Web-{A59DF717-42A5-1B95-2F78-309524B58F7C}" dt="2026-02-15T18:45:42.465" v="67"/>
          <ac:spMkLst>
            <pc:docMk/>
            <pc:sldMk cId="2001447355" sldId="256"/>
            <ac:spMk id="2" creationId="{0CA19E70-EF3A-9662-5F51-9396D31AA17D}"/>
          </ac:spMkLst>
        </pc:spChg>
        <pc:spChg chg="mod">
          <ac:chgData name="Federico Fiorenzo" userId="S::fiorenzo.federico@pzis022008.onmicrosoft.com::ce5ba4a8-a967-4402-b281-0e7a73d7b195" providerId="AD" clId="Web-{A59DF717-42A5-1B95-2F78-309524B58F7C}" dt="2026-02-15T18:45:42.465" v="67"/>
          <ac:spMkLst>
            <pc:docMk/>
            <pc:sldMk cId="2001447355" sldId="256"/>
            <ac:spMk id="3" creationId="{F30C00E4-3C4A-F489-B208-45B4608029F0}"/>
          </ac:spMkLst>
        </pc:spChg>
        <pc:spChg chg="add">
          <ac:chgData name="Federico Fiorenzo" userId="S::fiorenzo.federico@pzis022008.onmicrosoft.com::ce5ba4a8-a967-4402-b281-0e7a73d7b195" providerId="AD" clId="Web-{A59DF717-42A5-1B95-2F78-309524B58F7C}" dt="2026-02-15T18:45:42.465" v="67"/>
          <ac:spMkLst>
            <pc:docMk/>
            <pc:sldMk cId="2001447355" sldId="256"/>
            <ac:spMk id="8" creationId="{C28D0172-F2E0-4763-9C35-F022664959D8}"/>
          </ac:spMkLst>
        </pc:spChg>
        <pc:spChg chg="add">
          <ac:chgData name="Federico Fiorenzo" userId="S::fiorenzo.federico@pzis022008.onmicrosoft.com::ce5ba4a8-a967-4402-b281-0e7a73d7b195" providerId="AD" clId="Web-{A59DF717-42A5-1B95-2F78-309524B58F7C}" dt="2026-02-15T18:45:42.465" v="67"/>
          <ac:spMkLst>
            <pc:docMk/>
            <pc:sldMk cId="2001447355" sldId="256"/>
            <ac:spMk id="10" creationId="{9F2851FB-E841-4509-8A6D-A416376EA380}"/>
          </ac:spMkLst>
        </pc:spChg>
        <pc:spChg chg="add">
          <ac:chgData name="Federico Fiorenzo" userId="S::fiorenzo.federico@pzis022008.onmicrosoft.com::ce5ba4a8-a967-4402-b281-0e7a73d7b195" providerId="AD" clId="Web-{A59DF717-42A5-1B95-2F78-309524B58F7C}" dt="2026-02-15T18:45:42.465" v="67"/>
          <ac:spMkLst>
            <pc:docMk/>
            <pc:sldMk cId="2001447355" sldId="256"/>
            <ac:spMk id="12" creationId="{DF6FB2B2-CE21-407F-B22E-302DADC2C3D3}"/>
          </ac:spMkLst>
        </pc:spChg>
      </pc:sldChg>
      <pc:sldChg chg="addSp delSp modSp mod setBg">
        <pc:chgData name="Federico Fiorenzo" userId="S::fiorenzo.federico@pzis022008.onmicrosoft.com::ce5ba4a8-a967-4402-b281-0e7a73d7b195" providerId="AD" clId="Web-{A59DF717-42A5-1B95-2F78-309524B58F7C}" dt="2026-02-15T18:45:57.012" v="68"/>
        <pc:sldMkLst>
          <pc:docMk/>
          <pc:sldMk cId="3452391189" sldId="257"/>
        </pc:sldMkLst>
        <pc:spChg chg="mod">
          <ac:chgData name="Federico Fiorenzo" userId="S::fiorenzo.federico@pzis022008.onmicrosoft.com::ce5ba4a8-a967-4402-b281-0e7a73d7b195" providerId="AD" clId="Web-{A59DF717-42A5-1B95-2F78-309524B58F7C}" dt="2026-02-15T18:45:57.012" v="68"/>
          <ac:spMkLst>
            <pc:docMk/>
            <pc:sldMk cId="3452391189" sldId="257"/>
            <ac:spMk id="2" creationId="{CC8E6FFF-5C6C-E6EF-022A-661926C64B7A}"/>
          </ac:spMkLst>
        </pc:spChg>
        <pc:graphicFrameChg chg="add">
          <ac:chgData name="Federico Fiorenzo" userId="S::fiorenzo.federico@pzis022008.onmicrosoft.com::ce5ba4a8-a967-4402-b281-0e7a73d7b195" providerId="AD" clId="Web-{A59DF717-42A5-1B95-2F78-309524B58F7C}" dt="2026-02-15T18:45:57.012" v="68"/>
          <ac:graphicFrameMkLst>
            <pc:docMk/>
            <pc:sldMk cId="3452391189" sldId="257"/>
            <ac:graphicFrameMk id="5" creationId="{D0B077B4-C5C9-A41B-0B01-81AEA52E916C}"/>
          </ac:graphicFrameMkLst>
        </pc:graphicFrameChg>
      </pc:sldChg>
      <pc:sldChg chg="addSp delSp modSp mod setBg setClrOvrMap">
        <pc:chgData name="Federico Fiorenzo" userId="S::fiorenzo.federico@pzis022008.onmicrosoft.com::ce5ba4a8-a967-4402-b281-0e7a73d7b195" providerId="AD" clId="Web-{A59DF717-42A5-1B95-2F78-309524B58F7C}" dt="2026-02-15T18:34:53.393" v="1"/>
        <pc:sldMkLst>
          <pc:docMk/>
          <pc:sldMk cId="2516771050" sldId="258"/>
        </pc:sldMkLst>
        <pc:spChg chg="mod">
          <ac:chgData name="Federico Fiorenzo" userId="S::fiorenzo.federico@pzis022008.onmicrosoft.com::ce5ba4a8-a967-4402-b281-0e7a73d7b195" providerId="AD" clId="Web-{A59DF717-42A5-1B95-2F78-309524B58F7C}" dt="2026-02-15T18:34:53.393" v="1"/>
          <ac:spMkLst>
            <pc:docMk/>
            <pc:sldMk cId="2516771050" sldId="258"/>
            <ac:spMk id="2" creationId="{C74B52D3-FA37-6B04-DF1C-24843FFD69BD}"/>
          </ac:spMkLst>
        </pc:spChg>
        <pc:spChg chg="add">
          <ac:chgData name="Federico Fiorenzo" userId="S::fiorenzo.federico@pzis022008.onmicrosoft.com::ce5ba4a8-a967-4402-b281-0e7a73d7b195" providerId="AD" clId="Web-{A59DF717-42A5-1B95-2F78-309524B58F7C}" dt="2026-02-15T18:34:53.393" v="1"/>
          <ac:spMkLst>
            <pc:docMk/>
            <pc:sldMk cId="2516771050" sldId="258"/>
            <ac:spMk id="9" creationId="{4E78424C-6FD0-41F8-9CAA-5DC19C42359F}"/>
          </ac:spMkLst>
        </pc:spChg>
        <pc:spChg chg="add">
          <ac:chgData name="Federico Fiorenzo" userId="S::fiorenzo.federico@pzis022008.onmicrosoft.com::ce5ba4a8-a967-4402-b281-0e7a73d7b195" providerId="AD" clId="Web-{A59DF717-42A5-1B95-2F78-309524B58F7C}" dt="2026-02-15T18:34:53.393" v="1"/>
          <ac:spMkLst>
            <pc:docMk/>
            <pc:sldMk cId="2516771050" sldId="258"/>
            <ac:spMk id="11" creationId="{DD136760-57DC-4301-8BEA-B71AD2D13905}"/>
          </ac:spMkLst>
        </pc:spChg>
        <pc:spChg chg="add">
          <ac:chgData name="Federico Fiorenzo" userId="S::fiorenzo.federico@pzis022008.onmicrosoft.com::ce5ba4a8-a967-4402-b281-0e7a73d7b195" providerId="AD" clId="Web-{A59DF717-42A5-1B95-2F78-309524B58F7C}" dt="2026-02-15T18:34:53.393" v="1"/>
          <ac:spMkLst>
            <pc:docMk/>
            <pc:sldMk cId="2516771050" sldId="258"/>
            <ac:spMk id="13" creationId="{BDC58DEA-1307-4F44-AD47-E613D8B76A89}"/>
          </ac:spMkLst>
        </pc:spChg>
        <pc:spChg chg="add">
          <ac:chgData name="Federico Fiorenzo" userId="S::fiorenzo.federico@pzis022008.onmicrosoft.com::ce5ba4a8-a967-4402-b281-0e7a73d7b195" providerId="AD" clId="Web-{A59DF717-42A5-1B95-2F78-309524B58F7C}" dt="2026-02-15T18:34:53.393" v="1"/>
          <ac:spMkLst>
            <pc:docMk/>
            <pc:sldMk cId="2516771050" sldId="258"/>
            <ac:spMk id="15" creationId="{C99B912D-1E4B-42AF-A2BE-CFEFEC916EE7}"/>
          </ac:spMkLst>
        </pc:spChg>
        <pc:graphicFrameChg chg="add">
          <ac:chgData name="Federico Fiorenzo" userId="S::fiorenzo.federico@pzis022008.onmicrosoft.com::ce5ba4a8-a967-4402-b281-0e7a73d7b195" providerId="AD" clId="Web-{A59DF717-42A5-1B95-2F78-309524B58F7C}" dt="2026-02-15T18:34:53.393" v="1"/>
          <ac:graphicFrameMkLst>
            <pc:docMk/>
            <pc:sldMk cId="2516771050" sldId="258"/>
            <ac:graphicFrameMk id="5" creationId="{DB19A0D3-360A-5AE2-3493-4EBFC5E8317E}"/>
          </ac:graphicFrameMkLst>
        </pc:graphicFrameChg>
      </pc:sldChg>
      <pc:sldChg chg="addSp modSp mod setBg setClrOvrMap">
        <pc:chgData name="Federico Fiorenzo" userId="S::fiorenzo.federico@pzis022008.onmicrosoft.com::ce5ba4a8-a967-4402-b281-0e7a73d7b195" providerId="AD" clId="Web-{A59DF717-42A5-1B95-2F78-309524B58F7C}" dt="2026-02-15T18:34:40.455" v="0"/>
        <pc:sldMkLst>
          <pc:docMk/>
          <pc:sldMk cId="1663963236" sldId="259"/>
        </pc:sldMkLst>
        <pc:spChg chg="mod">
          <ac:chgData name="Federico Fiorenzo" userId="S::fiorenzo.federico@pzis022008.onmicrosoft.com::ce5ba4a8-a967-4402-b281-0e7a73d7b195" providerId="AD" clId="Web-{A59DF717-42A5-1B95-2F78-309524B58F7C}" dt="2026-02-15T18:34:40.455" v="0"/>
          <ac:spMkLst>
            <pc:docMk/>
            <pc:sldMk cId="1663963236" sldId="259"/>
            <ac:spMk id="2" creationId="{69690641-9966-5A7A-FFE5-72E75B907F26}"/>
          </ac:spMkLst>
        </pc:spChg>
        <pc:spChg chg="mod">
          <ac:chgData name="Federico Fiorenzo" userId="S::fiorenzo.federico@pzis022008.onmicrosoft.com::ce5ba4a8-a967-4402-b281-0e7a73d7b195" providerId="AD" clId="Web-{A59DF717-42A5-1B95-2F78-309524B58F7C}" dt="2026-02-15T18:34:40.455" v="0"/>
          <ac:spMkLst>
            <pc:docMk/>
            <pc:sldMk cId="1663963236" sldId="259"/>
            <ac:spMk id="3" creationId="{8CEB2CD3-1BA8-2FEF-05F8-6ACB6BBA8B61}"/>
          </ac:spMkLst>
        </pc:spChg>
        <pc:spChg chg="add">
          <ac:chgData name="Federico Fiorenzo" userId="S::fiorenzo.federico@pzis022008.onmicrosoft.com::ce5ba4a8-a967-4402-b281-0e7a73d7b195" providerId="AD" clId="Web-{A59DF717-42A5-1B95-2F78-309524B58F7C}" dt="2026-02-15T18:34:40.455" v="0"/>
          <ac:spMkLst>
            <pc:docMk/>
            <pc:sldMk cId="1663963236" sldId="259"/>
            <ac:spMk id="10" creationId="{EE4E366E-272A-409E-840F-9A6A64A9E3FF}"/>
          </ac:spMkLst>
        </pc:spChg>
        <pc:spChg chg="add">
          <ac:chgData name="Federico Fiorenzo" userId="S::fiorenzo.federico@pzis022008.onmicrosoft.com::ce5ba4a8-a967-4402-b281-0e7a73d7b195" providerId="AD" clId="Web-{A59DF717-42A5-1B95-2F78-309524B58F7C}" dt="2026-02-15T18:34:40.455" v="0"/>
          <ac:spMkLst>
            <pc:docMk/>
            <pc:sldMk cId="1663963236" sldId="259"/>
            <ac:spMk id="12" creationId="{A721560C-E4AB-4287-A29C-3F6916794CB9}"/>
          </ac:spMkLst>
        </pc:spChg>
        <pc:spChg chg="add">
          <ac:chgData name="Federico Fiorenzo" userId="S::fiorenzo.federico@pzis022008.onmicrosoft.com::ce5ba4a8-a967-4402-b281-0e7a73d7b195" providerId="AD" clId="Web-{A59DF717-42A5-1B95-2F78-309524B58F7C}" dt="2026-02-15T18:34:40.455" v="0"/>
          <ac:spMkLst>
            <pc:docMk/>
            <pc:sldMk cId="1663963236" sldId="259"/>
            <ac:spMk id="14" creationId="{DF6CFF07-D953-4F9C-9A0E-E0A6AACB6158}"/>
          </ac:spMkLst>
        </pc:spChg>
        <pc:spChg chg="add">
          <ac:chgData name="Federico Fiorenzo" userId="S::fiorenzo.federico@pzis022008.onmicrosoft.com::ce5ba4a8-a967-4402-b281-0e7a73d7b195" providerId="AD" clId="Web-{A59DF717-42A5-1B95-2F78-309524B58F7C}" dt="2026-02-15T18:34:40.455" v="0"/>
          <ac:spMkLst>
            <pc:docMk/>
            <pc:sldMk cId="1663963236" sldId="259"/>
            <ac:spMk id="16" creationId="{DAA4FEEE-0B5F-41BF-825D-60F9FB089568}"/>
          </ac:spMkLst>
        </pc:spChg>
        <pc:picChg chg="add">
          <ac:chgData name="Federico Fiorenzo" userId="S::fiorenzo.federico@pzis022008.onmicrosoft.com::ce5ba4a8-a967-4402-b281-0e7a73d7b195" providerId="AD" clId="Web-{A59DF717-42A5-1B95-2F78-309524B58F7C}" dt="2026-02-15T18:34:40.455" v="0"/>
          <ac:picMkLst>
            <pc:docMk/>
            <pc:sldMk cId="1663963236" sldId="259"/>
            <ac:picMk id="7" creationId="{2F3BCC2D-3C81-B7AB-7941-4FC01B1F45FA}"/>
          </ac:picMkLst>
        </pc:picChg>
      </pc:sldChg>
      <pc:sldChg chg="addSp delSp modSp mod setBg setClrOvrMap">
        <pc:chgData name="Federico Fiorenzo" userId="S::fiorenzo.federico@pzis022008.onmicrosoft.com::ce5ba4a8-a967-4402-b281-0e7a73d7b195" providerId="AD" clId="Web-{A59DF717-42A5-1B95-2F78-309524B58F7C}" dt="2026-02-15T18:35:20.019" v="2"/>
        <pc:sldMkLst>
          <pc:docMk/>
          <pc:sldMk cId="3776863030" sldId="260"/>
        </pc:sldMkLst>
        <pc:spChg chg="mod">
          <ac:chgData name="Federico Fiorenzo" userId="S::fiorenzo.federico@pzis022008.onmicrosoft.com::ce5ba4a8-a967-4402-b281-0e7a73d7b195" providerId="AD" clId="Web-{A59DF717-42A5-1B95-2F78-309524B58F7C}" dt="2026-02-15T18:35:20.019" v="2"/>
          <ac:spMkLst>
            <pc:docMk/>
            <pc:sldMk cId="3776863030" sldId="260"/>
            <ac:spMk id="2" creationId="{71DEF3FF-637B-C4E7-0289-FA25D811681B}"/>
          </ac:spMkLst>
        </pc:spChg>
        <pc:spChg chg="add">
          <ac:chgData name="Federico Fiorenzo" userId="S::fiorenzo.federico@pzis022008.onmicrosoft.com::ce5ba4a8-a967-4402-b281-0e7a73d7b195" providerId="AD" clId="Web-{A59DF717-42A5-1B95-2F78-309524B58F7C}" dt="2026-02-15T18:35:20.019" v="2"/>
          <ac:spMkLst>
            <pc:docMk/>
            <pc:sldMk cId="3776863030" sldId="260"/>
            <ac:spMk id="9" creationId="{F747F1B4-B831-4277-8AB0-32767F7EB7BF}"/>
          </ac:spMkLst>
        </pc:spChg>
        <pc:spChg chg="add">
          <ac:chgData name="Federico Fiorenzo" userId="S::fiorenzo.federico@pzis022008.onmicrosoft.com::ce5ba4a8-a967-4402-b281-0e7a73d7b195" providerId="AD" clId="Web-{A59DF717-42A5-1B95-2F78-309524B58F7C}" dt="2026-02-15T18:35:20.019" v="2"/>
          <ac:spMkLst>
            <pc:docMk/>
            <pc:sldMk cId="3776863030" sldId="260"/>
            <ac:spMk id="11" creationId="{D80CFA21-AB7C-4BEB-9BFF-05764FBBF3C6}"/>
          </ac:spMkLst>
        </pc:spChg>
        <pc:spChg chg="add">
          <ac:chgData name="Federico Fiorenzo" userId="S::fiorenzo.federico@pzis022008.onmicrosoft.com::ce5ba4a8-a967-4402-b281-0e7a73d7b195" providerId="AD" clId="Web-{A59DF717-42A5-1B95-2F78-309524B58F7C}" dt="2026-02-15T18:35:20.019" v="2"/>
          <ac:spMkLst>
            <pc:docMk/>
            <pc:sldMk cId="3776863030" sldId="260"/>
            <ac:spMk id="13" creationId="{12F7E335-851A-4CAE-B09F-E657819D4600}"/>
          </ac:spMkLst>
        </pc:spChg>
        <pc:spChg chg="add">
          <ac:chgData name="Federico Fiorenzo" userId="S::fiorenzo.federico@pzis022008.onmicrosoft.com::ce5ba4a8-a967-4402-b281-0e7a73d7b195" providerId="AD" clId="Web-{A59DF717-42A5-1B95-2F78-309524B58F7C}" dt="2026-02-15T18:35:20.019" v="2"/>
          <ac:spMkLst>
            <pc:docMk/>
            <pc:sldMk cId="3776863030" sldId="260"/>
            <ac:spMk id="15" creationId="{10B541F0-7F6E-402E-84D8-CF96EACA5FBC}"/>
          </ac:spMkLst>
        </pc:spChg>
        <pc:graphicFrameChg chg="add">
          <ac:chgData name="Federico Fiorenzo" userId="S::fiorenzo.federico@pzis022008.onmicrosoft.com::ce5ba4a8-a967-4402-b281-0e7a73d7b195" providerId="AD" clId="Web-{A59DF717-42A5-1B95-2F78-309524B58F7C}" dt="2026-02-15T18:35:20.019" v="2"/>
          <ac:graphicFrameMkLst>
            <pc:docMk/>
            <pc:sldMk cId="3776863030" sldId="260"/>
            <ac:graphicFrameMk id="5" creationId="{CF9422DC-B469-CDC8-D780-98F70977D282}"/>
          </ac:graphicFrameMkLst>
        </pc:graphicFrameChg>
      </pc:sldChg>
      <pc:sldChg chg="addSp delSp modSp mod setBg">
        <pc:chgData name="Federico Fiorenzo" userId="S::fiorenzo.federico@pzis022008.onmicrosoft.com::ce5ba4a8-a967-4402-b281-0e7a73d7b195" providerId="AD" clId="Web-{A59DF717-42A5-1B95-2F78-309524B58F7C}" dt="2026-02-15T18:35:38.878" v="3"/>
        <pc:sldMkLst>
          <pc:docMk/>
          <pc:sldMk cId="3176318809" sldId="261"/>
        </pc:sldMkLst>
        <pc:spChg chg="mod">
          <ac:chgData name="Federico Fiorenzo" userId="S::fiorenzo.federico@pzis022008.onmicrosoft.com::ce5ba4a8-a967-4402-b281-0e7a73d7b195" providerId="AD" clId="Web-{A59DF717-42A5-1B95-2F78-309524B58F7C}" dt="2026-02-15T18:35:38.878" v="3"/>
          <ac:spMkLst>
            <pc:docMk/>
            <pc:sldMk cId="3176318809" sldId="261"/>
            <ac:spMk id="2" creationId="{53084F46-7972-6307-3F63-F7BBABE8C711}"/>
          </ac:spMkLst>
        </pc:spChg>
        <pc:graphicFrameChg chg="add">
          <ac:chgData name="Federico Fiorenzo" userId="S::fiorenzo.federico@pzis022008.onmicrosoft.com::ce5ba4a8-a967-4402-b281-0e7a73d7b195" providerId="AD" clId="Web-{A59DF717-42A5-1B95-2F78-309524B58F7C}" dt="2026-02-15T18:35:38.878" v="3"/>
          <ac:graphicFrameMkLst>
            <pc:docMk/>
            <pc:sldMk cId="3176318809" sldId="261"/>
            <ac:graphicFrameMk id="5" creationId="{3736AC9F-4DBC-C79D-6EEA-BDAAD16745EF}"/>
          </ac:graphicFrameMkLst>
        </pc:graphicFrameChg>
      </pc:sldChg>
      <pc:sldChg chg="modSp">
        <pc:chgData name="Federico Fiorenzo" userId="S::fiorenzo.federico@pzis022008.onmicrosoft.com::ce5ba4a8-a967-4402-b281-0e7a73d7b195" providerId="AD" clId="Web-{A59DF717-42A5-1B95-2F78-309524B58F7C}" dt="2026-02-15T18:56:37.967" v="84" actId="20577"/>
        <pc:sldMkLst>
          <pc:docMk/>
          <pc:sldMk cId="1409448687" sldId="262"/>
        </pc:sldMkLst>
        <pc:spChg chg="mod">
          <ac:chgData name="Federico Fiorenzo" userId="S::fiorenzo.federico@pzis022008.onmicrosoft.com::ce5ba4a8-a967-4402-b281-0e7a73d7b195" providerId="AD" clId="Web-{A59DF717-42A5-1B95-2F78-309524B58F7C}" dt="2026-02-15T18:39:08.445" v="63" actId="20577"/>
          <ac:spMkLst>
            <pc:docMk/>
            <pc:sldMk cId="1409448687" sldId="262"/>
            <ac:spMk id="2" creationId="{00546E6C-31EE-424F-0E29-BB83909E36E0}"/>
          </ac:spMkLst>
        </pc:spChg>
        <pc:spChg chg="mod">
          <ac:chgData name="Federico Fiorenzo" userId="S::fiorenzo.federico@pzis022008.onmicrosoft.com::ce5ba4a8-a967-4402-b281-0e7a73d7b195" providerId="AD" clId="Web-{A59DF717-42A5-1B95-2F78-309524B58F7C}" dt="2026-02-15T18:56:37.967" v="84" actId="20577"/>
          <ac:spMkLst>
            <pc:docMk/>
            <pc:sldMk cId="1409448687" sldId="262"/>
            <ac:spMk id="3" creationId="{C6ECB034-D9F1-BD1C-B5BC-F9F4E64B4E28}"/>
          </ac:spMkLst>
        </pc:spChg>
      </pc:sldChg>
      <pc:sldChg chg="modSp">
        <pc:chgData name="Federico Fiorenzo" userId="S::fiorenzo.federico@pzis022008.onmicrosoft.com::ce5ba4a8-a967-4402-b281-0e7a73d7b195" providerId="AD" clId="Web-{A59DF717-42A5-1B95-2F78-309524B58F7C}" dt="2026-02-15T18:39:20.930" v="66" actId="20577"/>
        <pc:sldMkLst>
          <pc:docMk/>
          <pc:sldMk cId="207888939" sldId="264"/>
        </pc:sldMkLst>
        <pc:spChg chg="mod">
          <ac:chgData name="Federico Fiorenzo" userId="S::fiorenzo.federico@pzis022008.onmicrosoft.com::ce5ba4a8-a967-4402-b281-0e7a73d7b195" providerId="AD" clId="Web-{A59DF717-42A5-1B95-2F78-309524B58F7C}" dt="2026-02-15T18:39:20.930" v="66" actId="20577"/>
          <ac:spMkLst>
            <pc:docMk/>
            <pc:sldMk cId="207888939" sldId="264"/>
            <ac:spMk id="2" creationId="{9C79946E-4221-6113-A45D-85C7A2311CBB}"/>
          </ac:spMkLst>
        </pc:spChg>
      </pc:sldChg>
      <pc:sldChg chg="addSp modSp mod setBg">
        <pc:chgData name="Federico Fiorenzo" userId="S::fiorenzo.federico@pzis022008.onmicrosoft.com::ce5ba4a8-a967-4402-b281-0e7a73d7b195" providerId="AD" clId="Web-{A59DF717-42A5-1B95-2F78-309524B58F7C}" dt="2026-02-15T18:36:00.004" v="4"/>
        <pc:sldMkLst>
          <pc:docMk/>
          <pc:sldMk cId="2517018515" sldId="266"/>
        </pc:sldMkLst>
        <pc:spChg chg="mod">
          <ac:chgData name="Federico Fiorenzo" userId="S::fiorenzo.federico@pzis022008.onmicrosoft.com::ce5ba4a8-a967-4402-b281-0e7a73d7b195" providerId="AD" clId="Web-{A59DF717-42A5-1B95-2F78-309524B58F7C}" dt="2026-02-15T18:36:00.004" v="4"/>
          <ac:spMkLst>
            <pc:docMk/>
            <pc:sldMk cId="2517018515" sldId="266"/>
            <ac:spMk id="2" creationId="{DA7EC7C5-05F7-284A-C8C3-37764C8E9CD7}"/>
          </ac:spMkLst>
        </pc:spChg>
        <pc:spChg chg="mod">
          <ac:chgData name="Federico Fiorenzo" userId="S::fiorenzo.federico@pzis022008.onmicrosoft.com::ce5ba4a8-a967-4402-b281-0e7a73d7b195" providerId="AD" clId="Web-{A59DF717-42A5-1B95-2F78-309524B58F7C}" dt="2026-02-15T18:36:00.004" v="4"/>
          <ac:spMkLst>
            <pc:docMk/>
            <pc:sldMk cId="2517018515" sldId="266"/>
            <ac:spMk id="3" creationId="{BDF49F48-70CD-42DC-EBAF-FFE3D80D27FB}"/>
          </ac:spMkLst>
        </pc:spChg>
        <pc:spChg chg="add">
          <ac:chgData name="Federico Fiorenzo" userId="S::fiorenzo.federico@pzis022008.onmicrosoft.com::ce5ba4a8-a967-4402-b281-0e7a73d7b195" providerId="AD" clId="Web-{A59DF717-42A5-1B95-2F78-309524B58F7C}" dt="2026-02-15T18:36:00.004" v="4"/>
          <ac:spMkLst>
            <pc:docMk/>
            <pc:sldMk cId="2517018515" sldId="266"/>
            <ac:spMk id="12" creationId="{4FA533C5-33E3-4611-AF9F-72811D8B26A6}"/>
          </ac:spMkLst>
        </pc:spChg>
        <pc:spChg chg="add">
          <ac:chgData name="Federico Fiorenzo" userId="S::fiorenzo.federico@pzis022008.onmicrosoft.com::ce5ba4a8-a967-4402-b281-0e7a73d7b195" providerId="AD" clId="Web-{A59DF717-42A5-1B95-2F78-309524B58F7C}" dt="2026-02-15T18:36:00.004" v="4"/>
          <ac:spMkLst>
            <pc:docMk/>
            <pc:sldMk cId="2517018515" sldId="266"/>
            <ac:spMk id="18" creationId="{87F0FDC4-AD8C-47D9-9131-623C98ADB0AE}"/>
          </ac:spMkLst>
        </pc:spChg>
        <pc:spChg chg="add">
          <ac:chgData name="Federico Fiorenzo" userId="S::fiorenzo.federico@pzis022008.onmicrosoft.com::ce5ba4a8-a967-4402-b281-0e7a73d7b195" providerId="AD" clId="Web-{A59DF717-42A5-1B95-2F78-309524B58F7C}" dt="2026-02-15T18:36:00.004" v="4"/>
          <ac:spMkLst>
            <pc:docMk/>
            <pc:sldMk cId="2517018515" sldId="266"/>
            <ac:spMk id="20" creationId="{C28D0172-F2E0-4763-9C35-F022664959D8}"/>
          </ac:spMkLst>
        </pc:spChg>
        <pc:spChg chg="add">
          <ac:chgData name="Federico Fiorenzo" userId="S::fiorenzo.federico@pzis022008.onmicrosoft.com::ce5ba4a8-a967-4402-b281-0e7a73d7b195" providerId="AD" clId="Web-{A59DF717-42A5-1B95-2F78-309524B58F7C}" dt="2026-02-15T18:36:00.004" v="4"/>
          <ac:spMkLst>
            <pc:docMk/>
            <pc:sldMk cId="2517018515" sldId="266"/>
            <ac:spMk id="22" creationId="{9F2851FB-E841-4509-8A6D-A416376EA380}"/>
          </ac:spMkLst>
        </pc:spChg>
        <pc:spChg chg="add">
          <ac:chgData name="Federico Fiorenzo" userId="S::fiorenzo.federico@pzis022008.onmicrosoft.com::ce5ba4a8-a967-4402-b281-0e7a73d7b195" providerId="AD" clId="Web-{A59DF717-42A5-1B95-2F78-309524B58F7C}" dt="2026-02-15T18:36:00.004" v="4"/>
          <ac:spMkLst>
            <pc:docMk/>
            <pc:sldMk cId="2517018515" sldId="266"/>
            <ac:spMk id="24" creationId="{DF6FB2B2-CE21-407F-B22E-302DADC2C3D3}"/>
          </ac:spMkLst>
        </pc:spChg>
        <pc:picChg chg="add">
          <ac:chgData name="Federico Fiorenzo" userId="S::fiorenzo.federico@pzis022008.onmicrosoft.com::ce5ba4a8-a967-4402-b281-0e7a73d7b195" providerId="AD" clId="Web-{A59DF717-42A5-1B95-2F78-309524B58F7C}" dt="2026-02-15T18:36:00.004" v="4"/>
          <ac:picMkLst>
            <pc:docMk/>
            <pc:sldMk cId="2517018515" sldId="266"/>
            <ac:picMk id="8" creationId="{91B28F63-CF00-448F-B141-FE33C33B1891}"/>
          </ac:picMkLst>
        </pc:picChg>
        <pc:picChg chg="add">
          <ac:chgData name="Federico Fiorenzo" userId="S::fiorenzo.federico@pzis022008.onmicrosoft.com::ce5ba4a8-a967-4402-b281-0e7a73d7b195" providerId="AD" clId="Web-{A59DF717-42A5-1B95-2F78-309524B58F7C}" dt="2026-02-15T18:36:00.004" v="4"/>
          <ac:picMkLst>
            <pc:docMk/>
            <pc:sldMk cId="2517018515" sldId="266"/>
            <ac:picMk id="10" creationId="{2AE609E2-8522-44E4-9077-980E5BCF3E14}"/>
          </ac:picMkLst>
        </pc:picChg>
        <pc:picChg chg="add">
          <ac:chgData name="Federico Fiorenzo" userId="S::fiorenzo.federico@pzis022008.onmicrosoft.com::ce5ba4a8-a967-4402-b281-0e7a73d7b195" providerId="AD" clId="Web-{A59DF717-42A5-1B95-2F78-309524B58F7C}" dt="2026-02-15T18:36:00.004" v="4"/>
          <ac:picMkLst>
            <pc:docMk/>
            <pc:sldMk cId="2517018515" sldId="266"/>
            <ac:picMk id="14" creationId="{8949AD42-25FD-4C3D-9EEE-B7FEC5809988}"/>
          </ac:picMkLst>
        </pc:pic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F5876C-0C65-42F4-A50D-DCD2F7B215A0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5C49E25-89F1-4E81-B6D2-CFAD0431DED1}">
      <dgm:prSet/>
      <dgm:spPr/>
      <dgm:t>
        <a:bodyPr/>
        <a:lstStyle/>
        <a:p>
          <a:r>
            <a:rPr lang="it-IT"/>
            <a:t>Memory manager </a:t>
          </a:r>
          <a:endParaRPr lang="en-US"/>
        </a:p>
      </dgm:t>
    </dgm:pt>
    <dgm:pt modelId="{DC2F90AA-BDDC-484E-9AE9-C8C72C1EDB49}" type="parTrans" cxnId="{0D2D5142-0087-49D0-863E-82AA5BE31C0C}">
      <dgm:prSet/>
      <dgm:spPr/>
      <dgm:t>
        <a:bodyPr/>
        <a:lstStyle/>
        <a:p>
          <a:endParaRPr lang="en-US"/>
        </a:p>
      </dgm:t>
    </dgm:pt>
    <dgm:pt modelId="{304EFEFA-305C-4409-A635-2BEE4EBE2D57}" type="sibTrans" cxnId="{0D2D5142-0087-49D0-863E-82AA5BE31C0C}">
      <dgm:prSet/>
      <dgm:spPr/>
      <dgm:t>
        <a:bodyPr/>
        <a:lstStyle/>
        <a:p>
          <a:endParaRPr lang="en-US"/>
        </a:p>
      </dgm:t>
    </dgm:pt>
    <dgm:pt modelId="{FDD5746D-91B4-4346-BC38-0102C64DCC57}">
      <dgm:prSet/>
      <dgm:spPr/>
      <dgm:t>
        <a:bodyPr/>
        <a:lstStyle/>
        <a:p>
          <a:r>
            <a:rPr lang="it-IT"/>
            <a:t>Compilazione</a:t>
          </a:r>
          <a:endParaRPr lang="en-US"/>
        </a:p>
      </dgm:t>
    </dgm:pt>
    <dgm:pt modelId="{4C9B1449-F3D9-40E9-B230-DAE30EE19524}" type="parTrans" cxnId="{2C2C5581-6591-4F00-BFF0-A2249FE43572}">
      <dgm:prSet/>
      <dgm:spPr/>
      <dgm:t>
        <a:bodyPr/>
        <a:lstStyle/>
        <a:p>
          <a:endParaRPr lang="en-US"/>
        </a:p>
      </dgm:t>
    </dgm:pt>
    <dgm:pt modelId="{D54B4A16-CE39-4D1C-B99D-63DAD3E40CB0}" type="sibTrans" cxnId="{2C2C5581-6591-4F00-BFF0-A2249FE43572}">
      <dgm:prSet/>
      <dgm:spPr/>
      <dgm:t>
        <a:bodyPr/>
        <a:lstStyle/>
        <a:p>
          <a:endParaRPr lang="en-US"/>
        </a:p>
      </dgm:t>
    </dgm:pt>
    <dgm:pt modelId="{683C46EE-1733-4DF4-8424-62C961B22CE3}">
      <dgm:prSet/>
      <dgm:spPr/>
      <dgm:t>
        <a:bodyPr/>
        <a:lstStyle/>
        <a:p>
          <a:r>
            <a:rPr lang="it-IT"/>
            <a:t>Programma a Processo</a:t>
          </a:r>
          <a:endParaRPr lang="en-US"/>
        </a:p>
      </dgm:t>
    </dgm:pt>
    <dgm:pt modelId="{06881089-4BA4-45BC-8EAC-616EF01702DF}" type="parTrans" cxnId="{5E90CA7E-3CE0-4A13-AD29-8C363AA3805C}">
      <dgm:prSet/>
      <dgm:spPr/>
      <dgm:t>
        <a:bodyPr/>
        <a:lstStyle/>
        <a:p>
          <a:endParaRPr lang="en-US"/>
        </a:p>
      </dgm:t>
    </dgm:pt>
    <dgm:pt modelId="{E753BC63-7B72-45CD-958E-EF33F70C9FD8}" type="sibTrans" cxnId="{5E90CA7E-3CE0-4A13-AD29-8C363AA3805C}">
      <dgm:prSet/>
      <dgm:spPr/>
      <dgm:t>
        <a:bodyPr/>
        <a:lstStyle/>
        <a:p>
          <a:endParaRPr lang="en-US"/>
        </a:p>
      </dgm:t>
    </dgm:pt>
    <dgm:pt modelId="{F68DFAC5-2827-4E53-AEE6-2A662F47B5D2}">
      <dgm:prSet/>
      <dgm:spPr/>
      <dgm:t>
        <a:bodyPr/>
        <a:lstStyle/>
        <a:p>
          <a:r>
            <a:rPr lang="it-IT"/>
            <a:t>Binding / Allocazione</a:t>
          </a:r>
          <a:endParaRPr lang="en-US"/>
        </a:p>
      </dgm:t>
    </dgm:pt>
    <dgm:pt modelId="{4D4C6BA0-4A8E-45C3-9DD5-AE487DEE953D}" type="parTrans" cxnId="{2CD69CAA-90B8-4E03-B2CA-13C2B8EBE81D}">
      <dgm:prSet/>
      <dgm:spPr/>
      <dgm:t>
        <a:bodyPr/>
        <a:lstStyle/>
        <a:p>
          <a:endParaRPr lang="en-US"/>
        </a:p>
      </dgm:t>
    </dgm:pt>
    <dgm:pt modelId="{BF7F161B-F90D-408A-BF2D-248B0E94D55D}" type="sibTrans" cxnId="{2CD69CAA-90B8-4E03-B2CA-13C2B8EBE81D}">
      <dgm:prSet/>
      <dgm:spPr/>
      <dgm:t>
        <a:bodyPr/>
        <a:lstStyle/>
        <a:p>
          <a:endParaRPr lang="en-US"/>
        </a:p>
      </dgm:t>
    </dgm:pt>
    <dgm:pt modelId="{F073EEC1-A133-4B29-9D43-1DBAD89DC412}">
      <dgm:prSet/>
      <dgm:spPr/>
      <dgm:t>
        <a:bodyPr/>
        <a:lstStyle/>
        <a:p>
          <a:r>
            <a:rPr lang="it-IT">
              <a:latin typeface="Century Gothic" panose="020B0502020202020204"/>
            </a:rPr>
            <a:t>Rilocazione</a:t>
          </a:r>
          <a:r>
            <a:rPr lang="it-IT"/>
            <a:t> STATICA</a:t>
          </a:r>
          <a:endParaRPr lang="en-US"/>
        </a:p>
      </dgm:t>
    </dgm:pt>
    <dgm:pt modelId="{B4C8DBF9-937D-4C04-9F3A-DDD5E1311983}" type="parTrans" cxnId="{C3220B13-EE83-46BD-95F0-4F5D259B9BC0}">
      <dgm:prSet/>
      <dgm:spPr/>
      <dgm:t>
        <a:bodyPr/>
        <a:lstStyle/>
        <a:p>
          <a:endParaRPr lang="en-US"/>
        </a:p>
      </dgm:t>
    </dgm:pt>
    <dgm:pt modelId="{970D7732-C321-41AA-9753-F462DFC179AC}" type="sibTrans" cxnId="{C3220B13-EE83-46BD-95F0-4F5D259B9BC0}">
      <dgm:prSet/>
      <dgm:spPr/>
      <dgm:t>
        <a:bodyPr/>
        <a:lstStyle/>
        <a:p>
          <a:endParaRPr lang="en-US"/>
        </a:p>
      </dgm:t>
    </dgm:pt>
    <dgm:pt modelId="{32D8CEFF-2583-412E-89BB-0E17C44FFE7E}">
      <dgm:prSet/>
      <dgm:spPr/>
      <dgm:t>
        <a:bodyPr/>
        <a:lstStyle/>
        <a:p>
          <a:r>
            <a:rPr lang="it-IT">
              <a:latin typeface="Century Gothic" panose="020B0502020202020204"/>
            </a:rPr>
            <a:t>Rilocazione</a:t>
          </a:r>
          <a:r>
            <a:rPr lang="it-IT"/>
            <a:t> dinamica</a:t>
          </a:r>
          <a:endParaRPr lang="en-US"/>
        </a:p>
      </dgm:t>
    </dgm:pt>
    <dgm:pt modelId="{DCBF8E4E-3591-4FA0-8372-BFE7046B0A6D}" type="parTrans" cxnId="{46D0AA5C-BFC7-43D5-BF4D-AFF5CF1B286F}">
      <dgm:prSet/>
      <dgm:spPr/>
      <dgm:t>
        <a:bodyPr/>
        <a:lstStyle/>
        <a:p>
          <a:endParaRPr lang="en-US"/>
        </a:p>
      </dgm:t>
    </dgm:pt>
    <dgm:pt modelId="{035E0861-D8EF-4F87-A11B-1982CA8C8BFB}" type="sibTrans" cxnId="{46D0AA5C-BFC7-43D5-BF4D-AFF5CF1B286F}">
      <dgm:prSet/>
      <dgm:spPr/>
      <dgm:t>
        <a:bodyPr/>
        <a:lstStyle/>
        <a:p>
          <a:endParaRPr lang="en-US"/>
        </a:p>
      </dgm:t>
    </dgm:pt>
    <dgm:pt modelId="{EDEF6CBA-891F-4954-B5CB-9608DC3B55D9}">
      <dgm:prSet phldr="0"/>
      <dgm:spPr/>
      <dgm:t>
        <a:bodyPr/>
        <a:lstStyle/>
        <a:p>
          <a:pPr rtl="0"/>
          <a:r>
            <a:rPr lang="it-IT">
              <a:latin typeface="Century Gothic" panose="020B0502020202020204"/>
            </a:rPr>
            <a:t>Caricamento dinamico</a:t>
          </a:r>
        </a:p>
      </dgm:t>
    </dgm:pt>
    <dgm:pt modelId="{3664D055-9F6C-4041-A9B3-FCFB87447A46}" type="parTrans" cxnId="{035880E9-859E-4CB7-AF38-B2E9B0375233}">
      <dgm:prSet/>
      <dgm:spPr/>
    </dgm:pt>
    <dgm:pt modelId="{835F6826-C6C9-4805-9595-DDF2FE066EB1}" type="sibTrans" cxnId="{035880E9-859E-4CB7-AF38-B2E9B0375233}">
      <dgm:prSet/>
      <dgm:spPr/>
    </dgm:pt>
    <dgm:pt modelId="{3D9878FC-437A-431A-B0F3-F4BE9E5A1FC7}">
      <dgm:prSet phldr="0"/>
      <dgm:spPr/>
      <dgm:t>
        <a:bodyPr/>
        <a:lstStyle/>
        <a:p>
          <a:pPr rtl="0"/>
          <a:r>
            <a:rPr lang="en-US" sz="4200" err="1">
              <a:solidFill>
                <a:srgbClr val="EBEBEB"/>
              </a:solidFill>
              <a:latin typeface="Century Gothic" panose="020B0502020202020204"/>
            </a:rPr>
            <a:t>Tecniche</a:t>
          </a:r>
          <a:r>
            <a:rPr lang="en-US" sz="4200">
              <a:solidFill>
                <a:srgbClr val="EBEBEB"/>
              </a:solidFill>
              <a:latin typeface="Century Gothic" panose="020B0502020202020204"/>
            </a:rPr>
            <a:t> per </a:t>
          </a:r>
          <a:r>
            <a:rPr lang="en-US" sz="4200" err="1">
              <a:solidFill>
                <a:srgbClr val="EBEBEB"/>
              </a:solidFill>
              <a:latin typeface="Century Gothic" panose="020B0502020202020204"/>
            </a:rPr>
            <a:t>ottimizzare</a:t>
          </a:r>
          <a:r>
            <a:rPr lang="en-US" sz="4200">
              <a:solidFill>
                <a:srgbClr val="EBEBEB"/>
              </a:solidFill>
              <a:latin typeface="Century Gothic" panose="020B0502020202020204"/>
            </a:rPr>
            <a:t> </a:t>
          </a:r>
          <a:r>
            <a:rPr lang="en-US" sz="4200" err="1">
              <a:solidFill>
                <a:srgbClr val="EBEBEB"/>
              </a:solidFill>
              <a:latin typeface="Century Gothic" panose="020B0502020202020204"/>
            </a:rPr>
            <a:t>l'utilizzo</a:t>
          </a:r>
          <a:r>
            <a:rPr lang="en-US" sz="4200">
              <a:solidFill>
                <a:srgbClr val="EBEBEB"/>
              </a:solidFill>
              <a:latin typeface="Century Gothic" panose="020B0502020202020204"/>
            </a:rPr>
            <a:t> della memoria</a:t>
          </a:r>
          <a:endParaRPr lang="it-IT" sz="4200">
            <a:latin typeface="Century Gothic" panose="020B0502020202020204"/>
          </a:endParaRPr>
        </a:p>
      </dgm:t>
    </dgm:pt>
    <dgm:pt modelId="{F8DD0E11-071A-4EE7-9E8F-DDD80098F0A5}" type="parTrans" cxnId="{B25D2240-74DF-4807-A232-F02960B0921E}">
      <dgm:prSet/>
      <dgm:spPr/>
    </dgm:pt>
    <dgm:pt modelId="{043A2B3D-A448-4C2E-91F1-C07892298CC2}" type="sibTrans" cxnId="{B25D2240-74DF-4807-A232-F02960B0921E}">
      <dgm:prSet/>
      <dgm:spPr/>
    </dgm:pt>
    <dgm:pt modelId="{98403A3F-2EDF-4467-97AC-3D942783E668}">
      <dgm:prSet phldr="0"/>
      <dgm:spPr/>
      <dgm:t>
        <a:bodyPr/>
        <a:lstStyle/>
        <a:p>
          <a:pPr rtl="0"/>
          <a:r>
            <a:rPr lang="it-IT">
              <a:latin typeface="Century Gothic" panose="020B0502020202020204"/>
            </a:rPr>
            <a:t>Swapping</a:t>
          </a:r>
        </a:p>
      </dgm:t>
    </dgm:pt>
    <dgm:pt modelId="{74C06172-5DF7-4258-B81A-FD3D5E0FFE8A}" type="parTrans" cxnId="{59D35C77-8B26-44C4-BFDC-438C092B68AD}">
      <dgm:prSet/>
      <dgm:spPr/>
    </dgm:pt>
    <dgm:pt modelId="{90A9B4BD-6106-4776-990D-8FD8D123E77F}" type="sibTrans" cxnId="{59D35C77-8B26-44C4-BFDC-438C092B68AD}">
      <dgm:prSet/>
      <dgm:spPr/>
    </dgm:pt>
    <dgm:pt modelId="{45FAE130-2188-46CC-80BA-EFA8765A1CCD}">
      <dgm:prSet phldr="0"/>
      <dgm:spPr/>
      <dgm:t>
        <a:bodyPr/>
        <a:lstStyle/>
        <a:p>
          <a:pPr rtl="0"/>
          <a:r>
            <a:rPr lang="it-IT">
              <a:latin typeface="Century Gothic" panose="020B0502020202020204"/>
            </a:rPr>
            <a:t>Overlay</a:t>
          </a:r>
        </a:p>
      </dgm:t>
    </dgm:pt>
    <dgm:pt modelId="{72323116-DAFD-48A2-8872-AB7CFE7A6392}" type="parTrans" cxnId="{1F3B2463-F78C-4FD9-904B-7BE8C05BCFF1}">
      <dgm:prSet/>
      <dgm:spPr/>
    </dgm:pt>
    <dgm:pt modelId="{CC5C4E97-FFEC-420A-8566-043EFD1A5756}" type="sibTrans" cxnId="{1F3B2463-F78C-4FD9-904B-7BE8C05BCFF1}">
      <dgm:prSet/>
      <dgm:spPr/>
    </dgm:pt>
    <dgm:pt modelId="{803519CF-3016-4C40-96E9-356C78FC4A55}">
      <dgm:prSet phldr="0"/>
      <dgm:spPr/>
      <dgm:t>
        <a:bodyPr/>
        <a:lstStyle/>
        <a:p>
          <a:pPr rtl="0"/>
          <a:r>
            <a:rPr lang="it-IT">
              <a:latin typeface="Century Gothic" panose="020B0502020202020204"/>
            </a:rPr>
            <a:t>Partizionamento</a:t>
          </a:r>
        </a:p>
      </dgm:t>
    </dgm:pt>
    <dgm:pt modelId="{4CB6FF22-DA2B-44DE-B36B-80545A8C2D3F}" type="parTrans" cxnId="{05B8340F-F044-41D8-9C20-B9580AB60961}">
      <dgm:prSet/>
      <dgm:spPr/>
    </dgm:pt>
    <dgm:pt modelId="{0891DF33-0898-4B1E-9DCA-FE7B7977D394}" type="sibTrans" cxnId="{05B8340F-F044-41D8-9C20-B9580AB60961}">
      <dgm:prSet/>
      <dgm:spPr/>
    </dgm:pt>
    <dgm:pt modelId="{DBA2483F-1B17-466C-BDB7-B400F3C192E9}" type="pres">
      <dgm:prSet presAssocID="{13F5876C-0C65-42F4-A50D-DCD2F7B215A0}" presName="diagram" presStyleCnt="0">
        <dgm:presLayoutVars>
          <dgm:dir/>
          <dgm:resizeHandles val="exact"/>
        </dgm:presLayoutVars>
      </dgm:prSet>
      <dgm:spPr/>
    </dgm:pt>
    <dgm:pt modelId="{79C5B0F0-EBFF-49F2-BC24-1248D1F4F5AF}" type="pres">
      <dgm:prSet presAssocID="{55C49E25-89F1-4E81-B6D2-CFAD0431DED1}" presName="node" presStyleLbl="node1" presStyleIdx="0" presStyleCnt="11">
        <dgm:presLayoutVars>
          <dgm:bulletEnabled val="1"/>
        </dgm:presLayoutVars>
      </dgm:prSet>
      <dgm:spPr/>
    </dgm:pt>
    <dgm:pt modelId="{39A095AD-A64E-469C-965E-741BE48FF745}" type="pres">
      <dgm:prSet presAssocID="{304EFEFA-305C-4409-A635-2BEE4EBE2D57}" presName="sibTrans" presStyleCnt="0"/>
      <dgm:spPr/>
    </dgm:pt>
    <dgm:pt modelId="{F8FBA707-3D7E-47BC-8059-8423BE2DD509}" type="pres">
      <dgm:prSet presAssocID="{FDD5746D-91B4-4346-BC38-0102C64DCC57}" presName="node" presStyleLbl="node1" presStyleIdx="1" presStyleCnt="11">
        <dgm:presLayoutVars>
          <dgm:bulletEnabled val="1"/>
        </dgm:presLayoutVars>
      </dgm:prSet>
      <dgm:spPr/>
    </dgm:pt>
    <dgm:pt modelId="{7EA2E33C-D758-437C-813D-E8CDE1124A44}" type="pres">
      <dgm:prSet presAssocID="{D54B4A16-CE39-4D1C-B99D-63DAD3E40CB0}" presName="sibTrans" presStyleCnt="0"/>
      <dgm:spPr/>
    </dgm:pt>
    <dgm:pt modelId="{25CFB153-D7BD-4989-B0D8-722035330844}" type="pres">
      <dgm:prSet presAssocID="{683C46EE-1733-4DF4-8424-62C961B22CE3}" presName="node" presStyleLbl="node1" presStyleIdx="2" presStyleCnt="11">
        <dgm:presLayoutVars>
          <dgm:bulletEnabled val="1"/>
        </dgm:presLayoutVars>
      </dgm:prSet>
      <dgm:spPr/>
    </dgm:pt>
    <dgm:pt modelId="{7A048DBC-0BCE-4D3B-9BBC-DC445FC5FFA6}" type="pres">
      <dgm:prSet presAssocID="{E753BC63-7B72-45CD-958E-EF33F70C9FD8}" presName="sibTrans" presStyleCnt="0"/>
      <dgm:spPr/>
    </dgm:pt>
    <dgm:pt modelId="{455C0FB0-FD0E-4543-B95C-FD76B4D16416}" type="pres">
      <dgm:prSet presAssocID="{F68DFAC5-2827-4E53-AEE6-2A662F47B5D2}" presName="node" presStyleLbl="node1" presStyleIdx="3" presStyleCnt="11">
        <dgm:presLayoutVars>
          <dgm:bulletEnabled val="1"/>
        </dgm:presLayoutVars>
      </dgm:prSet>
      <dgm:spPr/>
    </dgm:pt>
    <dgm:pt modelId="{0D019501-B9AB-41CC-A4C8-965C1EDAB5C8}" type="pres">
      <dgm:prSet presAssocID="{BF7F161B-F90D-408A-BF2D-248B0E94D55D}" presName="sibTrans" presStyleCnt="0"/>
      <dgm:spPr/>
    </dgm:pt>
    <dgm:pt modelId="{2C2F34E5-7D77-4BC0-B7AE-9A7E81F86F5A}" type="pres">
      <dgm:prSet presAssocID="{F073EEC1-A133-4B29-9D43-1DBAD89DC412}" presName="node" presStyleLbl="node1" presStyleIdx="4" presStyleCnt="11">
        <dgm:presLayoutVars>
          <dgm:bulletEnabled val="1"/>
        </dgm:presLayoutVars>
      </dgm:prSet>
      <dgm:spPr/>
    </dgm:pt>
    <dgm:pt modelId="{6B98186E-6E36-40E6-A852-97FDCD0F2848}" type="pres">
      <dgm:prSet presAssocID="{970D7732-C321-41AA-9753-F462DFC179AC}" presName="sibTrans" presStyleCnt="0"/>
      <dgm:spPr/>
    </dgm:pt>
    <dgm:pt modelId="{4C63DF3E-C543-47C8-80AD-C585EA11E793}" type="pres">
      <dgm:prSet presAssocID="{32D8CEFF-2583-412E-89BB-0E17C44FFE7E}" presName="node" presStyleLbl="node1" presStyleIdx="5" presStyleCnt="11">
        <dgm:presLayoutVars>
          <dgm:bulletEnabled val="1"/>
        </dgm:presLayoutVars>
      </dgm:prSet>
      <dgm:spPr/>
    </dgm:pt>
    <dgm:pt modelId="{65C36F9E-4F28-490D-B86F-FED5CF3CF2F8}" type="pres">
      <dgm:prSet presAssocID="{035E0861-D8EF-4F87-A11B-1982CA8C8BFB}" presName="sibTrans" presStyleCnt="0"/>
      <dgm:spPr/>
    </dgm:pt>
    <dgm:pt modelId="{FB7F65B5-445A-449B-A5C9-46E5AF070437}" type="pres">
      <dgm:prSet presAssocID="{3D9878FC-437A-431A-B0F3-F4BE9E5A1FC7}" presName="node" presStyleLbl="node1" presStyleIdx="6" presStyleCnt="11">
        <dgm:presLayoutVars>
          <dgm:bulletEnabled val="1"/>
        </dgm:presLayoutVars>
      </dgm:prSet>
      <dgm:spPr/>
    </dgm:pt>
    <dgm:pt modelId="{17826D47-9A8B-4A5F-91B4-846875942167}" type="pres">
      <dgm:prSet presAssocID="{043A2B3D-A448-4C2E-91F1-C07892298CC2}" presName="sibTrans" presStyleCnt="0"/>
      <dgm:spPr/>
    </dgm:pt>
    <dgm:pt modelId="{E7AF3EA2-9B97-4861-BCEE-B6C4C653A2C3}" type="pres">
      <dgm:prSet presAssocID="{98403A3F-2EDF-4467-97AC-3D942783E668}" presName="node" presStyleLbl="node1" presStyleIdx="7" presStyleCnt="11">
        <dgm:presLayoutVars>
          <dgm:bulletEnabled val="1"/>
        </dgm:presLayoutVars>
      </dgm:prSet>
      <dgm:spPr/>
    </dgm:pt>
    <dgm:pt modelId="{53FC4FD2-3F5D-481B-B853-6F74762FC1B6}" type="pres">
      <dgm:prSet presAssocID="{90A9B4BD-6106-4776-990D-8FD8D123E77F}" presName="sibTrans" presStyleCnt="0"/>
      <dgm:spPr/>
    </dgm:pt>
    <dgm:pt modelId="{7C9E1E63-E1B5-4BC4-A78A-29565C25298D}" type="pres">
      <dgm:prSet presAssocID="{EDEF6CBA-891F-4954-B5CB-9608DC3B55D9}" presName="node" presStyleLbl="node1" presStyleIdx="8" presStyleCnt="11">
        <dgm:presLayoutVars>
          <dgm:bulletEnabled val="1"/>
        </dgm:presLayoutVars>
      </dgm:prSet>
      <dgm:spPr/>
    </dgm:pt>
    <dgm:pt modelId="{713FCCE0-64AD-4930-A1AA-03EF1A3AD3EC}" type="pres">
      <dgm:prSet presAssocID="{835F6826-C6C9-4805-9595-DDF2FE066EB1}" presName="sibTrans" presStyleCnt="0"/>
      <dgm:spPr/>
    </dgm:pt>
    <dgm:pt modelId="{F635719A-0CDE-486D-84F5-87B5C2DD3090}" type="pres">
      <dgm:prSet presAssocID="{45FAE130-2188-46CC-80BA-EFA8765A1CCD}" presName="node" presStyleLbl="node1" presStyleIdx="9" presStyleCnt="11">
        <dgm:presLayoutVars>
          <dgm:bulletEnabled val="1"/>
        </dgm:presLayoutVars>
      </dgm:prSet>
      <dgm:spPr/>
    </dgm:pt>
    <dgm:pt modelId="{A33C1921-EE8A-42D7-AA74-F1EEAC484AEA}" type="pres">
      <dgm:prSet presAssocID="{CC5C4E97-FFEC-420A-8566-043EFD1A5756}" presName="sibTrans" presStyleCnt="0"/>
      <dgm:spPr/>
    </dgm:pt>
    <dgm:pt modelId="{78D2D70B-3BA8-463C-985F-A1B701239C15}" type="pres">
      <dgm:prSet presAssocID="{803519CF-3016-4C40-96E9-356C78FC4A55}" presName="node" presStyleLbl="node1" presStyleIdx="10" presStyleCnt="11">
        <dgm:presLayoutVars>
          <dgm:bulletEnabled val="1"/>
        </dgm:presLayoutVars>
      </dgm:prSet>
      <dgm:spPr/>
    </dgm:pt>
  </dgm:ptLst>
  <dgm:cxnLst>
    <dgm:cxn modelId="{05B8340F-F044-41D8-9C20-B9580AB60961}" srcId="{13F5876C-0C65-42F4-A50D-DCD2F7B215A0}" destId="{803519CF-3016-4C40-96E9-356C78FC4A55}" srcOrd="10" destOrd="0" parTransId="{4CB6FF22-DA2B-44DE-B36B-80545A8C2D3F}" sibTransId="{0891DF33-0898-4B1E-9DCA-FE7B7977D394}"/>
    <dgm:cxn modelId="{C3220B13-EE83-46BD-95F0-4F5D259B9BC0}" srcId="{13F5876C-0C65-42F4-A50D-DCD2F7B215A0}" destId="{F073EEC1-A133-4B29-9D43-1DBAD89DC412}" srcOrd="4" destOrd="0" parTransId="{B4C8DBF9-937D-4C04-9F3A-DDD5E1311983}" sibTransId="{970D7732-C321-41AA-9753-F462DFC179AC}"/>
    <dgm:cxn modelId="{FCCC841E-2FF1-41A1-8858-F4EB018FCC6D}" type="presOf" srcId="{EDEF6CBA-891F-4954-B5CB-9608DC3B55D9}" destId="{7C9E1E63-E1B5-4BC4-A78A-29565C25298D}" srcOrd="0" destOrd="0" presId="urn:microsoft.com/office/officeart/2005/8/layout/default"/>
    <dgm:cxn modelId="{B25D2240-74DF-4807-A232-F02960B0921E}" srcId="{13F5876C-0C65-42F4-A50D-DCD2F7B215A0}" destId="{3D9878FC-437A-431A-B0F3-F4BE9E5A1FC7}" srcOrd="6" destOrd="0" parTransId="{F8DD0E11-071A-4EE7-9E8F-DDD80098F0A5}" sibTransId="{043A2B3D-A448-4C2E-91F1-C07892298CC2}"/>
    <dgm:cxn modelId="{46D0AA5C-BFC7-43D5-BF4D-AFF5CF1B286F}" srcId="{13F5876C-0C65-42F4-A50D-DCD2F7B215A0}" destId="{32D8CEFF-2583-412E-89BB-0E17C44FFE7E}" srcOrd="5" destOrd="0" parTransId="{DCBF8E4E-3591-4FA0-8372-BFE7046B0A6D}" sibTransId="{035E0861-D8EF-4F87-A11B-1982CA8C8BFB}"/>
    <dgm:cxn modelId="{0D2D5142-0087-49D0-863E-82AA5BE31C0C}" srcId="{13F5876C-0C65-42F4-A50D-DCD2F7B215A0}" destId="{55C49E25-89F1-4E81-B6D2-CFAD0431DED1}" srcOrd="0" destOrd="0" parTransId="{DC2F90AA-BDDC-484E-9AE9-C8C72C1EDB49}" sibTransId="{304EFEFA-305C-4409-A635-2BEE4EBE2D57}"/>
    <dgm:cxn modelId="{1F3B2463-F78C-4FD9-904B-7BE8C05BCFF1}" srcId="{13F5876C-0C65-42F4-A50D-DCD2F7B215A0}" destId="{45FAE130-2188-46CC-80BA-EFA8765A1CCD}" srcOrd="9" destOrd="0" parTransId="{72323116-DAFD-48A2-8872-AB7CFE7A6392}" sibTransId="{CC5C4E97-FFEC-420A-8566-043EFD1A5756}"/>
    <dgm:cxn modelId="{02684570-815E-4952-A587-598D87808756}" type="presOf" srcId="{FDD5746D-91B4-4346-BC38-0102C64DCC57}" destId="{F8FBA707-3D7E-47BC-8059-8423BE2DD509}" srcOrd="0" destOrd="0" presId="urn:microsoft.com/office/officeart/2005/8/layout/default"/>
    <dgm:cxn modelId="{665FED74-3A62-4306-AC53-F1DBC73DF671}" type="presOf" srcId="{F68DFAC5-2827-4E53-AEE6-2A662F47B5D2}" destId="{455C0FB0-FD0E-4543-B95C-FD76B4D16416}" srcOrd="0" destOrd="0" presId="urn:microsoft.com/office/officeart/2005/8/layout/default"/>
    <dgm:cxn modelId="{59D35C77-8B26-44C4-BFDC-438C092B68AD}" srcId="{13F5876C-0C65-42F4-A50D-DCD2F7B215A0}" destId="{98403A3F-2EDF-4467-97AC-3D942783E668}" srcOrd="7" destOrd="0" parTransId="{74C06172-5DF7-4258-B81A-FD3D5E0FFE8A}" sibTransId="{90A9B4BD-6106-4776-990D-8FD8D123E77F}"/>
    <dgm:cxn modelId="{5E90CA7E-3CE0-4A13-AD29-8C363AA3805C}" srcId="{13F5876C-0C65-42F4-A50D-DCD2F7B215A0}" destId="{683C46EE-1733-4DF4-8424-62C961B22CE3}" srcOrd="2" destOrd="0" parTransId="{06881089-4BA4-45BC-8EAC-616EF01702DF}" sibTransId="{E753BC63-7B72-45CD-958E-EF33F70C9FD8}"/>
    <dgm:cxn modelId="{2C2C5581-6591-4F00-BFF0-A2249FE43572}" srcId="{13F5876C-0C65-42F4-A50D-DCD2F7B215A0}" destId="{FDD5746D-91B4-4346-BC38-0102C64DCC57}" srcOrd="1" destOrd="0" parTransId="{4C9B1449-F3D9-40E9-B230-DAE30EE19524}" sibTransId="{D54B4A16-CE39-4D1C-B99D-63DAD3E40CB0}"/>
    <dgm:cxn modelId="{A52FF781-B72A-475B-BF0F-7A9E2C4BB38B}" type="presOf" srcId="{803519CF-3016-4C40-96E9-356C78FC4A55}" destId="{78D2D70B-3BA8-463C-985F-A1B701239C15}" srcOrd="0" destOrd="0" presId="urn:microsoft.com/office/officeart/2005/8/layout/default"/>
    <dgm:cxn modelId="{435F0584-1CF1-4BE2-86EB-03F2A4EB8809}" type="presOf" srcId="{55C49E25-89F1-4E81-B6D2-CFAD0431DED1}" destId="{79C5B0F0-EBFF-49F2-BC24-1248D1F4F5AF}" srcOrd="0" destOrd="0" presId="urn:microsoft.com/office/officeart/2005/8/layout/default"/>
    <dgm:cxn modelId="{2CD69CAA-90B8-4E03-B2CA-13C2B8EBE81D}" srcId="{13F5876C-0C65-42F4-A50D-DCD2F7B215A0}" destId="{F68DFAC5-2827-4E53-AEE6-2A662F47B5D2}" srcOrd="3" destOrd="0" parTransId="{4D4C6BA0-4A8E-45C3-9DD5-AE487DEE953D}" sibTransId="{BF7F161B-F90D-408A-BF2D-248B0E94D55D}"/>
    <dgm:cxn modelId="{2A685DAC-D0A4-431E-B573-80B65F57C824}" type="presOf" srcId="{32D8CEFF-2583-412E-89BB-0E17C44FFE7E}" destId="{4C63DF3E-C543-47C8-80AD-C585EA11E793}" srcOrd="0" destOrd="0" presId="urn:microsoft.com/office/officeart/2005/8/layout/default"/>
    <dgm:cxn modelId="{6A632ECC-EFE0-4AE3-A525-EDF0029A3F66}" type="presOf" srcId="{13F5876C-0C65-42F4-A50D-DCD2F7B215A0}" destId="{DBA2483F-1B17-466C-BDB7-B400F3C192E9}" srcOrd="0" destOrd="0" presId="urn:microsoft.com/office/officeart/2005/8/layout/default"/>
    <dgm:cxn modelId="{C818F5D8-4442-43F4-A496-BCED35653163}" type="presOf" srcId="{45FAE130-2188-46CC-80BA-EFA8765A1CCD}" destId="{F635719A-0CDE-486D-84F5-87B5C2DD3090}" srcOrd="0" destOrd="0" presId="urn:microsoft.com/office/officeart/2005/8/layout/default"/>
    <dgm:cxn modelId="{A84549DB-A415-46EC-A8E2-B407876E2086}" type="presOf" srcId="{F073EEC1-A133-4B29-9D43-1DBAD89DC412}" destId="{2C2F34E5-7D77-4BC0-B7AE-9A7E81F86F5A}" srcOrd="0" destOrd="0" presId="urn:microsoft.com/office/officeart/2005/8/layout/default"/>
    <dgm:cxn modelId="{035880E9-859E-4CB7-AF38-B2E9B0375233}" srcId="{13F5876C-0C65-42F4-A50D-DCD2F7B215A0}" destId="{EDEF6CBA-891F-4954-B5CB-9608DC3B55D9}" srcOrd="8" destOrd="0" parTransId="{3664D055-9F6C-4041-A9B3-FCFB87447A46}" sibTransId="{835F6826-C6C9-4805-9595-DDF2FE066EB1}"/>
    <dgm:cxn modelId="{97C3E4ED-06F6-492B-9E8B-80F0CB80E924}" type="presOf" srcId="{683C46EE-1733-4DF4-8424-62C961B22CE3}" destId="{25CFB153-D7BD-4989-B0D8-722035330844}" srcOrd="0" destOrd="0" presId="urn:microsoft.com/office/officeart/2005/8/layout/default"/>
    <dgm:cxn modelId="{9F9FBDF2-3F0C-49F0-ABA4-19F2CB3C0176}" type="presOf" srcId="{3D9878FC-437A-431A-B0F3-F4BE9E5A1FC7}" destId="{FB7F65B5-445A-449B-A5C9-46E5AF070437}" srcOrd="0" destOrd="0" presId="urn:microsoft.com/office/officeart/2005/8/layout/default"/>
    <dgm:cxn modelId="{9EEF55F7-431E-4A80-9C04-678919E9C20A}" type="presOf" srcId="{98403A3F-2EDF-4467-97AC-3D942783E668}" destId="{E7AF3EA2-9B97-4861-BCEE-B6C4C653A2C3}" srcOrd="0" destOrd="0" presId="urn:microsoft.com/office/officeart/2005/8/layout/default"/>
    <dgm:cxn modelId="{FBEB7AE4-9020-44AD-B6DE-8A1454A57DC8}" type="presParOf" srcId="{DBA2483F-1B17-466C-BDB7-B400F3C192E9}" destId="{79C5B0F0-EBFF-49F2-BC24-1248D1F4F5AF}" srcOrd="0" destOrd="0" presId="urn:microsoft.com/office/officeart/2005/8/layout/default"/>
    <dgm:cxn modelId="{785AE3A8-F0EA-4CEC-BFAA-F62FA72115DE}" type="presParOf" srcId="{DBA2483F-1B17-466C-BDB7-B400F3C192E9}" destId="{39A095AD-A64E-469C-965E-741BE48FF745}" srcOrd="1" destOrd="0" presId="urn:microsoft.com/office/officeart/2005/8/layout/default"/>
    <dgm:cxn modelId="{C60DF37F-37BD-4D94-9C72-A4C3BF369AED}" type="presParOf" srcId="{DBA2483F-1B17-466C-BDB7-B400F3C192E9}" destId="{F8FBA707-3D7E-47BC-8059-8423BE2DD509}" srcOrd="2" destOrd="0" presId="urn:microsoft.com/office/officeart/2005/8/layout/default"/>
    <dgm:cxn modelId="{8B81A05F-F066-49AF-B7E8-DE743C156929}" type="presParOf" srcId="{DBA2483F-1B17-466C-BDB7-B400F3C192E9}" destId="{7EA2E33C-D758-437C-813D-E8CDE1124A44}" srcOrd="3" destOrd="0" presId="urn:microsoft.com/office/officeart/2005/8/layout/default"/>
    <dgm:cxn modelId="{91342A78-0B27-4610-BD8F-B2A5DDC73345}" type="presParOf" srcId="{DBA2483F-1B17-466C-BDB7-B400F3C192E9}" destId="{25CFB153-D7BD-4989-B0D8-722035330844}" srcOrd="4" destOrd="0" presId="urn:microsoft.com/office/officeart/2005/8/layout/default"/>
    <dgm:cxn modelId="{105FA31B-D91C-4EEA-A3C5-1DB931B74BE4}" type="presParOf" srcId="{DBA2483F-1B17-466C-BDB7-B400F3C192E9}" destId="{7A048DBC-0BCE-4D3B-9BBC-DC445FC5FFA6}" srcOrd="5" destOrd="0" presId="urn:microsoft.com/office/officeart/2005/8/layout/default"/>
    <dgm:cxn modelId="{D179FF22-07BC-42AF-B8E0-724BBAD95087}" type="presParOf" srcId="{DBA2483F-1B17-466C-BDB7-B400F3C192E9}" destId="{455C0FB0-FD0E-4543-B95C-FD76B4D16416}" srcOrd="6" destOrd="0" presId="urn:microsoft.com/office/officeart/2005/8/layout/default"/>
    <dgm:cxn modelId="{2F3A827A-7074-4500-94BF-E969853379AC}" type="presParOf" srcId="{DBA2483F-1B17-466C-BDB7-B400F3C192E9}" destId="{0D019501-B9AB-41CC-A4C8-965C1EDAB5C8}" srcOrd="7" destOrd="0" presId="urn:microsoft.com/office/officeart/2005/8/layout/default"/>
    <dgm:cxn modelId="{6ED017FF-F70E-42AC-B5AE-8ADE50BBF1BA}" type="presParOf" srcId="{DBA2483F-1B17-466C-BDB7-B400F3C192E9}" destId="{2C2F34E5-7D77-4BC0-B7AE-9A7E81F86F5A}" srcOrd="8" destOrd="0" presId="urn:microsoft.com/office/officeart/2005/8/layout/default"/>
    <dgm:cxn modelId="{C65AB9E1-92A7-460E-80E9-779CB0C9FF04}" type="presParOf" srcId="{DBA2483F-1B17-466C-BDB7-B400F3C192E9}" destId="{6B98186E-6E36-40E6-A852-97FDCD0F2848}" srcOrd="9" destOrd="0" presId="urn:microsoft.com/office/officeart/2005/8/layout/default"/>
    <dgm:cxn modelId="{6C48899C-458C-459B-97B8-0B8A21CDBC60}" type="presParOf" srcId="{DBA2483F-1B17-466C-BDB7-B400F3C192E9}" destId="{4C63DF3E-C543-47C8-80AD-C585EA11E793}" srcOrd="10" destOrd="0" presId="urn:microsoft.com/office/officeart/2005/8/layout/default"/>
    <dgm:cxn modelId="{C8B706CA-31AE-4F6B-A09F-3F59014665BF}" type="presParOf" srcId="{DBA2483F-1B17-466C-BDB7-B400F3C192E9}" destId="{65C36F9E-4F28-490D-B86F-FED5CF3CF2F8}" srcOrd="11" destOrd="0" presId="urn:microsoft.com/office/officeart/2005/8/layout/default"/>
    <dgm:cxn modelId="{46B4EB91-C67D-4C21-8194-C8C6DC15B5C2}" type="presParOf" srcId="{DBA2483F-1B17-466C-BDB7-B400F3C192E9}" destId="{FB7F65B5-445A-449B-A5C9-46E5AF070437}" srcOrd="12" destOrd="0" presId="urn:microsoft.com/office/officeart/2005/8/layout/default"/>
    <dgm:cxn modelId="{1E8A1837-8DE9-4433-B15D-570E833A9505}" type="presParOf" srcId="{DBA2483F-1B17-466C-BDB7-B400F3C192E9}" destId="{17826D47-9A8B-4A5F-91B4-846875942167}" srcOrd="13" destOrd="0" presId="urn:microsoft.com/office/officeart/2005/8/layout/default"/>
    <dgm:cxn modelId="{69CB2990-1B61-4DCC-B518-CAA6CAD6D6BC}" type="presParOf" srcId="{DBA2483F-1B17-466C-BDB7-B400F3C192E9}" destId="{E7AF3EA2-9B97-4861-BCEE-B6C4C653A2C3}" srcOrd="14" destOrd="0" presId="urn:microsoft.com/office/officeart/2005/8/layout/default"/>
    <dgm:cxn modelId="{4B24D1CA-ACE7-42DA-B2E9-264D3A7C33CD}" type="presParOf" srcId="{DBA2483F-1B17-466C-BDB7-B400F3C192E9}" destId="{53FC4FD2-3F5D-481B-B853-6F74762FC1B6}" srcOrd="15" destOrd="0" presId="urn:microsoft.com/office/officeart/2005/8/layout/default"/>
    <dgm:cxn modelId="{5949573E-728D-4413-9C98-DA825117685D}" type="presParOf" srcId="{DBA2483F-1B17-466C-BDB7-B400F3C192E9}" destId="{7C9E1E63-E1B5-4BC4-A78A-29565C25298D}" srcOrd="16" destOrd="0" presId="urn:microsoft.com/office/officeart/2005/8/layout/default"/>
    <dgm:cxn modelId="{6AA1C1B6-2590-4E92-B481-2153CB08BC80}" type="presParOf" srcId="{DBA2483F-1B17-466C-BDB7-B400F3C192E9}" destId="{713FCCE0-64AD-4930-A1AA-03EF1A3AD3EC}" srcOrd="17" destOrd="0" presId="urn:microsoft.com/office/officeart/2005/8/layout/default"/>
    <dgm:cxn modelId="{424C6E05-3251-418E-A029-F6E5FF7930D9}" type="presParOf" srcId="{DBA2483F-1B17-466C-BDB7-B400F3C192E9}" destId="{F635719A-0CDE-486D-84F5-87B5C2DD3090}" srcOrd="18" destOrd="0" presId="urn:microsoft.com/office/officeart/2005/8/layout/default"/>
    <dgm:cxn modelId="{01F8559B-D74D-48A3-A938-9BCEFA43EDC6}" type="presParOf" srcId="{DBA2483F-1B17-466C-BDB7-B400F3C192E9}" destId="{A33C1921-EE8A-42D7-AA74-F1EEAC484AEA}" srcOrd="19" destOrd="0" presId="urn:microsoft.com/office/officeart/2005/8/layout/default"/>
    <dgm:cxn modelId="{65739893-C3B0-4B67-AC67-C3580250445F}" type="presParOf" srcId="{DBA2483F-1B17-466C-BDB7-B400F3C192E9}" destId="{78D2D70B-3BA8-463C-985F-A1B701239C15}" srcOrd="2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9FF2617-21F3-440B-81C3-9184533C7E5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5581CB0-C76E-4AA4-8386-FD7198F672A1}">
      <dgm:prSet/>
      <dgm:spPr/>
      <dgm:t>
        <a:bodyPr/>
        <a:lstStyle/>
        <a:p>
          <a:r>
            <a:rPr lang="it-IT" b="0" i="0"/>
            <a:t>Il </a:t>
          </a:r>
          <a:r>
            <a:rPr lang="it-IT" b="1" i="0"/>
            <a:t>sistema operativo</a:t>
          </a:r>
          <a:r>
            <a:rPr lang="it-IT" b="0" i="0"/>
            <a:t> usa il </a:t>
          </a:r>
          <a:r>
            <a:rPr lang="it-IT" b="1" i="0"/>
            <a:t>memory manager</a:t>
          </a:r>
          <a:r>
            <a:rPr lang="it-IT" b="0" i="0"/>
            <a:t> per gestire la RAM</a:t>
          </a:r>
          <a:endParaRPr lang="en-US"/>
        </a:p>
      </dgm:t>
    </dgm:pt>
    <dgm:pt modelId="{ED5B1C36-26DE-49F6-8A5C-0818DF150D88}" type="parTrans" cxnId="{01A9A2DC-0B02-41BF-AD39-2857BA386ADE}">
      <dgm:prSet/>
      <dgm:spPr/>
      <dgm:t>
        <a:bodyPr/>
        <a:lstStyle/>
        <a:p>
          <a:endParaRPr lang="en-US"/>
        </a:p>
      </dgm:t>
    </dgm:pt>
    <dgm:pt modelId="{5A88AB45-A619-43F0-B3F0-B50719DBCD78}" type="sibTrans" cxnId="{01A9A2DC-0B02-41BF-AD39-2857BA386ADE}">
      <dgm:prSet/>
      <dgm:spPr/>
      <dgm:t>
        <a:bodyPr/>
        <a:lstStyle/>
        <a:p>
          <a:endParaRPr lang="en-US"/>
        </a:p>
      </dgm:t>
    </dgm:pt>
    <dgm:pt modelId="{C7A75E87-2431-4BA4-B6B8-EF82470F7983}">
      <dgm:prSet/>
      <dgm:spPr/>
      <dgm:t>
        <a:bodyPr/>
        <a:lstStyle/>
        <a:p>
          <a:r>
            <a:rPr lang="it-IT" b="0" i="0"/>
            <a:t>I suoi compiti :</a:t>
          </a:r>
          <a:endParaRPr lang="en-US"/>
        </a:p>
      </dgm:t>
    </dgm:pt>
    <dgm:pt modelId="{348668F3-8D67-49A6-AB4F-9A03B8DF97D3}" type="parTrans" cxnId="{D8D0CD2C-C759-4B81-B1B1-EBC3B7077A55}">
      <dgm:prSet/>
      <dgm:spPr/>
      <dgm:t>
        <a:bodyPr/>
        <a:lstStyle/>
        <a:p>
          <a:endParaRPr lang="en-US"/>
        </a:p>
      </dgm:t>
    </dgm:pt>
    <dgm:pt modelId="{C580F181-D53E-4A92-8647-EC8531F25352}" type="sibTrans" cxnId="{D8D0CD2C-C759-4B81-B1B1-EBC3B7077A55}">
      <dgm:prSet/>
      <dgm:spPr/>
      <dgm:t>
        <a:bodyPr/>
        <a:lstStyle/>
        <a:p>
          <a:endParaRPr lang="en-US"/>
        </a:p>
      </dgm:t>
    </dgm:pt>
    <dgm:pt modelId="{6B441087-04E7-4151-8CDD-F480578CE0B2}">
      <dgm:prSet/>
      <dgm:spPr/>
      <dgm:t>
        <a:bodyPr/>
        <a:lstStyle/>
        <a:p>
          <a:r>
            <a:rPr lang="it-IT" b="0" i="0"/>
            <a:t>Sapere quali aree della RAM sono </a:t>
          </a:r>
          <a:r>
            <a:rPr lang="it-IT" b="1" i="0"/>
            <a:t>libere o occupate.</a:t>
          </a:r>
          <a:endParaRPr lang="en-US"/>
        </a:p>
      </dgm:t>
    </dgm:pt>
    <dgm:pt modelId="{41AA6A84-0CA1-42D1-9A48-37C304C8C02C}" type="parTrans" cxnId="{CA63848B-6C0F-40D0-98F8-87F878E8FC6D}">
      <dgm:prSet/>
      <dgm:spPr/>
      <dgm:t>
        <a:bodyPr/>
        <a:lstStyle/>
        <a:p>
          <a:endParaRPr lang="en-US"/>
        </a:p>
      </dgm:t>
    </dgm:pt>
    <dgm:pt modelId="{6A58FA61-9400-4527-B21F-53B29B2DE584}" type="sibTrans" cxnId="{CA63848B-6C0F-40D0-98F8-87F878E8FC6D}">
      <dgm:prSet/>
      <dgm:spPr/>
      <dgm:t>
        <a:bodyPr/>
        <a:lstStyle/>
        <a:p>
          <a:endParaRPr lang="en-US"/>
        </a:p>
      </dgm:t>
    </dgm:pt>
    <dgm:pt modelId="{E1AE7403-AF90-4561-8AA9-9688694C28EE}">
      <dgm:prSet/>
      <dgm:spPr/>
      <dgm:t>
        <a:bodyPr/>
        <a:lstStyle/>
        <a:p>
          <a:r>
            <a:rPr lang="it-IT" b="0" i="0"/>
            <a:t>Gestisce lo </a:t>
          </a:r>
          <a:r>
            <a:rPr lang="it-IT" b="1" i="0"/>
            <a:t>swapping</a:t>
          </a:r>
          <a:r>
            <a:rPr lang="it-IT" b="0" i="0"/>
            <a:t> tra RAM e disco quando la memoria RAM è piena.</a:t>
          </a:r>
          <a:endParaRPr lang="en-US"/>
        </a:p>
      </dgm:t>
    </dgm:pt>
    <dgm:pt modelId="{90853615-1A6E-49CE-ADE4-98EFCA1D3D02}" type="parTrans" cxnId="{3F558209-B31B-40DC-B530-F0B2D526C2D3}">
      <dgm:prSet/>
      <dgm:spPr/>
      <dgm:t>
        <a:bodyPr/>
        <a:lstStyle/>
        <a:p>
          <a:endParaRPr lang="en-US"/>
        </a:p>
      </dgm:t>
    </dgm:pt>
    <dgm:pt modelId="{54938C42-2D31-419F-901C-7F77D7775095}" type="sibTrans" cxnId="{3F558209-B31B-40DC-B530-F0B2D526C2D3}">
      <dgm:prSet/>
      <dgm:spPr/>
      <dgm:t>
        <a:bodyPr/>
        <a:lstStyle/>
        <a:p>
          <a:endParaRPr lang="en-US"/>
        </a:p>
      </dgm:t>
    </dgm:pt>
    <dgm:pt modelId="{15AFE689-4121-4645-AC2C-60F559055985}">
      <dgm:prSet/>
      <dgm:spPr/>
      <dgm:t>
        <a:bodyPr/>
        <a:lstStyle/>
        <a:p>
          <a:r>
            <a:rPr lang="it-IT" b="0" i="0"/>
            <a:t>Decide quali processi </a:t>
          </a:r>
          <a:r>
            <a:rPr lang="it-IT" b="1" i="0"/>
            <a:t>allocare o disallocare.</a:t>
          </a:r>
          <a:endParaRPr lang="en-US"/>
        </a:p>
      </dgm:t>
    </dgm:pt>
    <dgm:pt modelId="{51479927-FB0F-481C-8E15-1D5E9C028A27}" type="parTrans" cxnId="{0D19E8F1-F1FC-46D3-AE01-430ECC09DC02}">
      <dgm:prSet/>
      <dgm:spPr/>
      <dgm:t>
        <a:bodyPr/>
        <a:lstStyle/>
        <a:p>
          <a:endParaRPr lang="en-US"/>
        </a:p>
      </dgm:t>
    </dgm:pt>
    <dgm:pt modelId="{676D6A67-3C83-4196-A02F-929BA26B581F}" type="sibTrans" cxnId="{0D19E8F1-F1FC-46D3-AE01-430ECC09DC02}">
      <dgm:prSet/>
      <dgm:spPr/>
      <dgm:t>
        <a:bodyPr/>
        <a:lstStyle/>
        <a:p>
          <a:endParaRPr lang="en-US"/>
        </a:p>
      </dgm:t>
    </dgm:pt>
    <dgm:pt modelId="{B2737EEF-6DD1-407E-AA7F-048C3EDB76A3}" type="pres">
      <dgm:prSet presAssocID="{89FF2617-21F3-440B-81C3-9184533C7E5F}" presName="root" presStyleCnt="0">
        <dgm:presLayoutVars>
          <dgm:dir/>
          <dgm:resizeHandles val="exact"/>
        </dgm:presLayoutVars>
      </dgm:prSet>
      <dgm:spPr/>
    </dgm:pt>
    <dgm:pt modelId="{B9496E92-D9B0-4656-AAF1-223CCF50C400}" type="pres">
      <dgm:prSet presAssocID="{C5581CB0-C76E-4AA4-8386-FD7198F672A1}" presName="compNode" presStyleCnt="0"/>
      <dgm:spPr/>
    </dgm:pt>
    <dgm:pt modelId="{958E8D9A-5744-4777-8407-A768E939C752}" type="pres">
      <dgm:prSet presAssocID="{C5581CB0-C76E-4AA4-8386-FD7198F672A1}" presName="bgRect" presStyleLbl="bgShp" presStyleIdx="0" presStyleCnt="5"/>
      <dgm:spPr/>
    </dgm:pt>
    <dgm:pt modelId="{214D3978-B4F0-46F5-9E12-6F150F4A0B0D}" type="pres">
      <dgm:prSet presAssocID="{C5581CB0-C76E-4AA4-8386-FD7198F672A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EA1EF518-F93D-4D4A-A934-19DF8A277475}" type="pres">
      <dgm:prSet presAssocID="{C5581CB0-C76E-4AA4-8386-FD7198F672A1}" presName="spaceRect" presStyleCnt="0"/>
      <dgm:spPr/>
    </dgm:pt>
    <dgm:pt modelId="{953771D8-7D27-414D-B0FD-BB9AB38D23B4}" type="pres">
      <dgm:prSet presAssocID="{C5581CB0-C76E-4AA4-8386-FD7198F672A1}" presName="parTx" presStyleLbl="revTx" presStyleIdx="0" presStyleCnt="5">
        <dgm:presLayoutVars>
          <dgm:chMax val="0"/>
          <dgm:chPref val="0"/>
        </dgm:presLayoutVars>
      </dgm:prSet>
      <dgm:spPr/>
    </dgm:pt>
    <dgm:pt modelId="{00369F52-31D6-41A9-B033-A920DCF88F40}" type="pres">
      <dgm:prSet presAssocID="{5A88AB45-A619-43F0-B3F0-B50719DBCD78}" presName="sibTrans" presStyleCnt="0"/>
      <dgm:spPr/>
    </dgm:pt>
    <dgm:pt modelId="{7BB2FFD1-3A7E-438F-9454-4120948D574A}" type="pres">
      <dgm:prSet presAssocID="{C7A75E87-2431-4BA4-B6B8-EF82470F7983}" presName="compNode" presStyleCnt="0"/>
      <dgm:spPr/>
    </dgm:pt>
    <dgm:pt modelId="{99FCD538-8FAB-433D-871E-FB4FD1CBDFC8}" type="pres">
      <dgm:prSet presAssocID="{C7A75E87-2431-4BA4-B6B8-EF82470F7983}" presName="bgRect" presStyleLbl="bgShp" presStyleIdx="1" presStyleCnt="5"/>
      <dgm:spPr/>
    </dgm:pt>
    <dgm:pt modelId="{C772A280-6295-456C-9BB5-3E3C785381FA}" type="pres">
      <dgm:prSet presAssocID="{C7A75E87-2431-4BA4-B6B8-EF82470F798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tita"/>
        </a:ext>
      </dgm:extLst>
    </dgm:pt>
    <dgm:pt modelId="{B81C1E96-B077-4ACA-8364-A925F864462F}" type="pres">
      <dgm:prSet presAssocID="{C7A75E87-2431-4BA4-B6B8-EF82470F7983}" presName="spaceRect" presStyleCnt="0"/>
      <dgm:spPr/>
    </dgm:pt>
    <dgm:pt modelId="{4EC1DACA-E576-4E44-96E6-2EF24D7DE342}" type="pres">
      <dgm:prSet presAssocID="{C7A75E87-2431-4BA4-B6B8-EF82470F7983}" presName="parTx" presStyleLbl="revTx" presStyleIdx="1" presStyleCnt="5">
        <dgm:presLayoutVars>
          <dgm:chMax val="0"/>
          <dgm:chPref val="0"/>
        </dgm:presLayoutVars>
      </dgm:prSet>
      <dgm:spPr/>
    </dgm:pt>
    <dgm:pt modelId="{8AE96BFE-66B2-4C03-89AC-732C3B7F6EB1}" type="pres">
      <dgm:prSet presAssocID="{C580F181-D53E-4A92-8647-EC8531F25352}" presName="sibTrans" presStyleCnt="0"/>
      <dgm:spPr/>
    </dgm:pt>
    <dgm:pt modelId="{D2EA829D-CD65-49BC-94DA-2BA534A8A0C9}" type="pres">
      <dgm:prSet presAssocID="{6B441087-04E7-4151-8CDD-F480578CE0B2}" presName="compNode" presStyleCnt="0"/>
      <dgm:spPr/>
    </dgm:pt>
    <dgm:pt modelId="{38897680-741C-42F3-8B7A-24A91D3F3114}" type="pres">
      <dgm:prSet presAssocID="{6B441087-04E7-4151-8CDD-F480578CE0B2}" presName="bgRect" presStyleLbl="bgShp" presStyleIdx="2" presStyleCnt="5"/>
      <dgm:spPr/>
    </dgm:pt>
    <dgm:pt modelId="{BB3D3053-4DBD-4D41-A8CC-0D32374DF11B}" type="pres">
      <dgm:prSet presAssocID="{6B441087-04E7-4151-8CDD-F480578CE0B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e"/>
        </a:ext>
      </dgm:extLst>
    </dgm:pt>
    <dgm:pt modelId="{BB66CFD3-B0E5-4580-AC2B-D935FA008998}" type="pres">
      <dgm:prSet presAssocID="{6B441087-04E7-4151-8CDD-F480578CE0B2}" presName="spaceRect" presStyleCnt="0"/>
      <dgm:spPr/>
    </dgm:pt>
    <dgm:pt modelId="{A493904B-832D-4F86-9198-8EB330AE9B26}" type="pres">
      <dgm:prSet presAssocID="{6B441087-04E7-4151-8CDD-F480578CE0B2}" presName="parTx" presStyleLbl="revTx" presStyleIdx="2" presStyleCnt="5">
        <dgm:presLayoutVars>
          <dgm:chMax val="0"/>
          <dgm:chPref val="0"/>
        </dgm:presLayoutVars>
      </dgm:prSet>
      <dgm:spPr/>
    </dgm:pt>
    <dgm:pt modelId="{173CA3C9-3FCD-432A-967E-0E906B2C5639}" type="pres">
      <dgm:prSet presAssocID="{6A58FA61-9400-4527-B21F-53B29B2DE584}" presName="sibTrans" presStyleCnt="0"/>
      <dgm:spPr/>
    </dgm:pt>
    <dgm:pt modelId="{5D133268-49EC-452B-9451-4656D292EB74}" type="pres">
      <dgm:prSet presAssocID="{E1AE7403-AF90-4561-8AA9-9688694C28EE}" presName="compNode" presStyleCnt="0"/>
      <dgm:spPr/>
    </dgm:pt>
    <dgm:pt modelId="{A9FCEB85-7D27-41D2-BAAF-F0C51E172996}" type="pres">
      <dgm:prSet presAssocID="{E1AE7403-AF90-4561-8AA9-9688694C28EE}" presName="bgRect" presStyleLbl="bgShp" presStyleIdx="3" presStyleCnt="5"/>
      <dgm:spPr/>
    </dgm:pt>
    <dgm:pt modelId="{A80C5463-0FC3-4872-999D-6C6AEB62FA0B}" type="pres">
      <dgm:prSet presAssocID="{E1AE7403-AF90-4561-8AA9-9688694C28E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"/>
        </a:ext>
      </dgm:extLst>
    </dgm:pt>
    <dgm:pt modelId="{08580EFB-A9A3-4ED9-92B4-FF42A5223FED}" type="pres">
      <dgm:prSet presAssocID="{E1AE7403-AF90-4561-8AA9-9688694C28EE}" presName="spaceRect" presStyleCnt="0"/>
      <dgm:spPr/>
    </dgm:pt>
    <dgm:pt modelId="{E9084E69-0A10-4E9A-A694-44BECFA4C3CC}" type="pres">
      <dgm:prSet presAssocID="{E1AE7403-AF90-4561-8AA9-9688694C28EE}" presName="parTx" presStyleLbl="revTx" presStyleIdx="3" presStyleCnt="5">
        <dgm:presLayoutVars>
          <dgm:chMax val="0"/>
          <dgm:chPref val="0"/>
        </dgm:presLayoutVars>
      </dgm:prSet>
      <dgm:spPr/>
    </dgm:pt>
    <dgm:pt modelId="{E329BA14-AC69-4E78-A371-CE447641D439}" type="pres">
      <dgm:prSet presAssocID="{54938C42-2D31-419F-901C-7F77D7775095}" presName="sibTrans" presStyleCnt="0"/>
      <dgm:spPr/>
    </dgm:pt>
    <dgm:pt modelId="{7A616B9D-E6CD-4EB4-ADEE-7D5CE960227F}" type="pres">
      <dgm:prSet presAssocID="{15AFE689-4121-4645-AC2C-60F559055985}" presName="compNode" presStyleCnt="0"/>
      <dgm:spPr/>
    </dgm:pt>
    <dgm:pt modelId="{F0E77A55-899E-46CC-B105-A19E5DAC153B}" type="pres">
      <dgm:prSet presAssocID="{15AFE689-4121-4645-AC2C-60F559055985}" presName="bgRect" presStyleLbl="bgShp" presStyleIdx="4" presStyleCnt="5"/>
      <dgm:spPr/>
    </dgm:pt>
    <dgm:pt modelId="{7475BDAD-0576-4C31-B0FB-2F73360BE6B8}" type="pres">
      <dgm:prSet presAssocID="{15AFE689-4121-4645-AC2C-60F55905598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AB8CF7C6-5F02-4A2F-ACA0-0D0DC1084644}" type="pres">
      <dgm:prSet presAssocID="{15AFE689-4121-4645-AC2C-60F559055985}" presName="spaceRect" presStyleCnt="0"/>
      <dgm:spPr/>
    </dgm:pt>
    <dgm:pt modelId="{8382FAB6-6422-4F52-B9DE-E6F1381003EC}" type="pres">
      <dgm:prSet presAssocID="{15AFE689-4121-4645-AC2C-60F559055985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F558209-B31B-40DC-B530-F0B2D526C2D3}" srcId="{89FF2617-21F3-440B-81C3-9184533C7E5F}" destId="{E1AE7403-AF90-4561-8AA9-9688694C28EE}" srcOrd="3" destOrd="0" parTransId="{90853615-1A6E-49CE-ADE4-98EFCA1D3D02}" sibTransId="{54938C42-2D31-419F-901C-7F77D7775095}"/>
    <dgm:cxn modelId="{CB576229-6151-4BD1-AE79-FEBD871AD903}" type="presOf" srcId="{15AFE689-4121-4645-AC2C-60F559055985}" destId="{8382FAB6-6422-4F52-B9DE-E6F1381003EC}" srcOrd="0" destOrd="0" presId="urn:microsoft.com/office/officeart/2018/2/layout/IconVerticalSolidList"/>
    <dgm:cxn modelId="{D8D0CD2C-C759-4B81-B1B1-EBC3B7077A55}" srcId="{89FF2617-21F3-440B-81C3-9184533C7E5F}" destId="{C7A75E87-2431-4BA4-B6B8-EF82470F7983}" srcOrd="1" destOrd="0" parTransId="{348668F3-8D67-49A6-AB4F-9A03B8DF97D3}" sibTransId="{C580F181-D53E-4A92-8647-EC8531F25352}"/>
    <dgm:cxn modelId="{6733E531-103E-4C6B-9014-5F03864186D0}" type="presOf" srcId="{C7A75E87-2431-4BA4-B6B8-EF82470F7983}" destId="{4EC1DACA-E576-4E44-96E6-2EF24D7DE342}" srcOrd="0" destOrd="0" presId="urn:microsoft.com/office/officeart/2018/2/layout/IconVerticalSolidList"/>
    <dgm:cxn modelId="{7B4D3C51-FF2B-4C26-B1A8-64FFE6DB5BAC}" type="presOf" srcId="{6B441087-04E7-4151-8CDD-F480578CE0B2}" destId="{A493904B-832D-4F86-9198-8EB330AE9B26}" srcOrd="0" destOrd="0" presId="urn:microsoft.com/office/officeart/2018/2/layout/IconVerticalSolidList"/>
    <dgm:cxn modelId="{8B504E54-67C6-45F9-A8FC-EC59D5FF2913}" type="presOf" srcId="{89FF2617-21F3-440B-81C3-9184533C7E5F}" destId="{B2737EEF-6DD1-407E-AA7F-048C3EDB76A3}" srcOrd="0" destOrd="0" presId="urn:microsoft.com/office/officeart/2018/2/layout/IconVerticalSolidList"/>
    <dgm:cxn modelId="{CA63848B-6C0F-40D0-98F8-87F878E8FC6D}" srcId="{89FF2617-21F3-440B-81C3-9184533C7E5F}" destId="{6B441087-04E7-4151-8CDD-F480578CE0B2}" srcOrd="2" destOrd="0" parTransId="{41AA6A84-0CA1-42D1-9A48-37C304C8C02C}" sibTransId="{6A58FA61-9400-4527-B21F-53B29B2DE584}"/>
    <dgm:cxn modelId="{18099D9B-7C5C-4BE4-91A2-642851181F00}" type="presOf" srcId="{C5581CB0-C76E-4AA4-8386-FD7198F672A1}" destId="{953771D8-7D27-414D-B0FD-BB9AB38D23B4}" srcOrd="0" destOrd="0" presId="urn:microsoft.com/office/officeart/2018/2/layout/IconVerticalSolidList"/>
    <dgm:cxn modelId="{01A9A2DC-0B02-41BF-AD39-2857BA386ADE}" srcId="{89FF2617-21F3-440B-81C3-9184533C7E5F}" destId="{C5581CB0-C76E-4AA4-8386-FD7198F672A1}" srcOrd="0" destOrd="0" parTransId="{ED5B1C36-26DE-49F6-8A5C-0818DF150D88}" sibTransId="{5A88AB45-A619-43F0-B3F0-B50719DBCD78}"/>
    <dgm:cxn modelId="{DA3FE9EC-7670-4F2E-9441-8A2BB5E0AE72}" type="presOf" srcId="{E1AE7403-AF90-4561-8AA9-9688694C28EE}" destId="{E9084E69-0A10-4E9A-A694-44BECFA4C3CC}" srcOrd="0" destOrd="0" presId="urn:microsoft.com/office/officeart/2018/2/layout/IconVerticalSolidList"/>
    <dgm:cxn modelId="{0D19E8F1-F1FC-46D3-AE01-430ECC09DC02}" srcId="{89FF2617-21F3-440B-81C3-9184533C7E5F}" destId="{15AFE689-4121-4645-AC2C-60F559055985}" srcOrd="4" destOrd="0" parTransId="{51479927-FB0F-481C-8E15-1D5E9C028A27}" sibTransId="{676D6A67-3C83-4196-A02F-929BA26B581F}"/>
    <dgm:cxn modelId="{006D3C76-3948-4339-868B-7E708483CA88}" type="presParOf" srcId="{B2737EEF-6DD1-407E-AA7F-048C3EDB76A3}" destId="{B9496E92-D9B0-4656-AAF1-223CCF50C400}" srcOrd="0" destOrd="0" presId="urn:microsoft.com/office/officeart/2018/2/layout/IconVerticalSolidList"/>
    <dgm:cxn modelId="{2C0CE7A0-55B7-4E08-B34E-9882B67E1D96}" type="presParOf" srcId="{B9496E92-D9B0-4656-AAF1-223CCF50C400}" destId="{958E8D9A-5744-4777-8407-A768E939C752}" srcOrd="0" destOrd="0" presId="urn:microsoft.com/office/officeart/2018/2/layout/IconVerticalSolidList"/>
    <dgm:cxn modelId="{496D9877-4951-499B-8291-21A5313CC1CA}" type="presParOf" srcId="{B9496E92-D9B0-4656-AAF1-223CCF50C400}" destId="{214D3978-B4F0-46F5-9E12-6F150F4A0B0D}" srcOrd="1" destOrd="0" presId="urn:microsoft.com/office/officeart/2018/2/layout/IconVerticalSolidList"/>
    <dgm:cxn modelId="{23052B69-7698-4924-A0A9-2446922FB099}" type="presParOf" srcId="{B9496E92-D9B0-4656-AAF1-223CCF50C400}" destId="{EA1EF518-F93D-4D4A-A934-19DF8A277475}" srcOrd="2" destOrd="0" presId="urn:microsoft.com/office/officeart/2018/2/layout/IconVerticalSolidList"/>
    <dgm:cxn modelId="{2051FC52-E33E-42AA-9557-073B75F786A2}" type="presParOf" srcId="{B9496E92-D9B0-4656-AAF1-223CCF50C400}" destId="{953771D8-7D27-414D-B0FD-BB9AB38D23B4}" srcOrd="3" destOrd="0" presId="urn:microsoft.com/office/officeart/2018/2/layout/IconVerticalSolidList"/>
    <dgm:cxn modelId="{6CD087AB-1363-4AA4-8CB2-0F41D56F83F8}" type="presParOf" srcId="{B2737EEF-6DD1-407E-AA7F-048C3EDB76A3}" destId="{00369F52-31D6-41A9-B033-A920DCF88F40}" srcOrd="1" destOrd="0" presId="urn:microsoft.com/office/officeart/2018/2/layout/IconVerticalSolidList"/>
    <dgm:cxn modelId="{F10B6D34-5F6C-4784-BC05-738EF42B58BB}" type="presParOf" srcId="{B2737EEF-6DD1-407E-AA7F-048C3EDB76A3}" destId="{7BB2FFD1-3A7E-438F-9454-4120948D574A}" srcOrd="2" destOrd="0" presId="urn:microsoft.com/office/officeart/2018/2/layout/IconVerticalSolidList"/>
    <dgm:cxn modelId="{290E3BCE-FCCB-41C5-A265-C7836EBB4888}" type="presParOf" srcId="{7BB2FFD1-3A7E-438F-9454-4120948D574A}" destId="{99FCD538-8FAB-433D-871E-FB4FD1CBDFC8}" srcOrd="0" destOrd="0" presId="urn:microsoft.com/office/officeart/2018/2/layout/IconVerticalSolidList"/>
    <dgm:cxn modelId="{83535F13-4F96-43C3-810D-1082B24CE22A}" type="presParOf" srcId="{7BB2FFD1-3A7E-438F-9454-4120948D574A}" destId="{C772A280-6295-456C-9BB5-3E3C785381FA}" srcOrd="1" destOrd="0" presId="urn:microsoft.com/office/officeart/2018/2/layout/IconVerticalSolidList"/>
    <dgm:cxn modelId="{3FECA637-E17F-4813-853F-72034AF41B56}" type="presParOf" srcId="{7BB2FFD1-3A7E-438F-9454-4120948D574A}" destId="{B81C1E96-B077-4ACA-8364-A925F864462F}" srcOrd="2" destOrd="0" presId="urn:microsoft.com/office/officeart/2018/2/layout/IconVerticalSolidList"/>
    <dgm:cxn modelId="{3D9A73AB-F8FB-4373-AEE1-2D74B6F17AB4}" type="presParOf" srcId="{7BB2FFD1-3A7E-438F-9454-4120948D574A}" destId="{4EC1DACA-E576-4E44-96E6-2EF24D7DE342}" srcOrd="3" destOrd="0" presId="urn:microsoft.com/office/officeart/2018/2/layout/IconVerticalSolidList"/>
    <dgm:cxn modelId="{AB4D02DD-9F8C-468C-A6B4-F4097F914A21}" type="presParOf" srcId="{B2737EEF-6DD1-407E-AA7F-048C3EDB76A3}" destId="{8AE96BFE-66B2-4C03-89AC-732C3B7F6EB1}" srcOrd="3" destOrd="0" presId="urn:microsoft.com/office/officeart/2018/2/layout/IconVerticalSolidList"/>
    <dgm:cxn modelId="{7339D089-E5B6-403D-A6D2-F1EF69E2720A}" type="presParOf" srcId="{B2737EEF-6DD1-407E-AA7F-048C3EDB76A3}" destId="{D2EA829D-CD65-49BC-94DA-2BA534A8A0C9}" srcOrd="4" destOrd="0" presId="urn:microsoft.com/office/officeart/2018/2/layout/IconVerticalSolidList"/>
    <dgm:cxn modelId="{CDE4E71A-A6AB-4D83-A1FB-18510F5B35A1}" type="presParOf" srcId="{D2EA829D-CD65-49BC-94DA-2BA534A8A0C9}" destId="{38897680-741C-42F3-8B7A-24A91D3F3114}" srcOrd="0" destOrd="0" presId="urn:microsoft.com/office/officeart/2018/2/layout/IconVerticalSolidList"/>
    <dgm:cxn modelId="{AEC55F1B-3673-4F18-B437-96DE18940D3D}" type="presParOf" srcId="{D2EA829D-CD65-49BC-94DA-2BA534A8A0C9}" destId="{BB3D3053-4DBD-4D41-A8CC-0D32374DF11B}" srcOrd="1" destOrd="0" presId="urn:microsoft.com/office/officeart/2018/2/layout/IconVerticalSolidList"/>
    <dgm:cxn modelId="{2C5FC5E7-E56A-4EAF-AD04-66F90B769FB8}" type="presParOf" srcId="{D2EA829D-CD65-49BC-94DA-2BA534A8A0C9}" destId="{BB66CFD3-B0E5-4580-AC2B-D935FA008998}" srcOrd="2" destOrd="0" presId="urn:microsoft.com/office/officeart/2018/2/layout/IconVerticalSolidList"/>
    <dgm:cxn modelId="{A404FB3F-8975-4E22-B63F-3C403BB899C5}" type="presParOf" srcId="{D2EA829D-CD65-49BC-94DA-2BA534A8A0C9}" destId="{A493904B-832D-4F86-9198-8EB330AE9B26}" srcOrd="3" destOrd="0" presId="urn:microsoft.com/office/officeart/2018/2/layout/IconVerticalSolidList"/>
    <dgm:cxn modelId="{610AE0BF-50BE-4FBD-B08C-C572F8A6E5FB}" type="presParOf" srcId="{B2737EEF-6DD1-407E-AA7F-048C3EDB76A3}" destId="{173CA3C9-3FCD-432A-967E-0E906B2C5639}" srcOrd="5" destOrd="0" presId="urn:microsoft.com/office/officeart/2018/2/layout/IconVerticalSolidList"/>
    <dgm:cxn modelId="{C6E98725-E350-4C70-855C-13F08BE6F49E}" type="presParOf" srcId="{B2737EEF-6DD1-407E-AA7F-048C3EDB76A3}" destId="{5D133268-49EC-452B-9451-4656D292EB74}" srcOrd="6" destOrd="0" presId="urn:microsoft.com/office/officeart/2018/2/layout/IconVerticalSolidList"/>
    <dgm:cxn modelId="{6B5DBE44-2A40-4DF4-BA56-4A1B63C7D847}" type="presParOf" srcId="{5D133268-49EC-452B-9451-4656D292EB74}" destId="{A9FCEB85-7D27-41D2-BAAF-F0C51E172996}" srcOrd="0" destOrd="0" presId="urn:microsoft.com/office/officeart/2018/2/layout/IconVerticalSolidList"/>
    <dgm:cxn modelId="{5C167681-1361-4867-9FC3-CB68DE52B6C5}" type="presParOf" srcId="{5D133268-49EC-452B-9451-4656D292EB74}" destId="{A80C5463-0FC3-4872-999D-6C6AEB62FA0B}" srcOrd="1" destOrd="0" presId="urn:microsoft.com/office/officeart/2018/2/layout/IconVerticalSolidList"/>
    <dgm:cxn modelId="{807E8126-1D5B-4A4D-8CD9-82748F72A4EA}" type="presParOf" srcId="{5D133268-49EC-452B-9451-4656D292EB74}" destId="{08580EFB-A9A3-4ED9-92B4-FF42A5223FED}" srcOrd="2" destOrd="0" presId="urn:microsoft.com/office/officeart/2018/2/layout/IconVerticalSolidList"/>
    <dgm:cxn modelId="{F33B82AF-D6B8-4AD5-9C05-8E2D27F40BAF}" type="presParOf" srcId="{5D133268-49EC-452B-9451-4656D292EB74}" destId="{E9084E69-0A10-4E9A-A694-44BECFA4C3CC}" srcOrd="3" destOrd="0" presId="urn:microsoft.com/office/officeart/2018/2/layout/IconVerticalSolidList"/>
    <dgm:cxn modelId="{A09E37FD-F0BD-45FB-A808-CEA6B3C83ECF}" type="presParOf" srcId="{B2737EEF-6DD1-407E-AA7F-048C3EDB76A3}" destId="{E329BA14-AC69-4E78-A371-CE447641D439}" srcOrd="7" destOrd="0" presId="urn:microsoft.com/office/officeart/2018/2/layout/IconVerticalSolidList"/>
    <dgm:cxn modelId="{D194C5DD-6CB0-411D-B7DE-1A722DC66352}" type="presParOf" srcId="{B2737EEF-6DD1-407E-AA7F-048C3EDB76A3}" destId="{7A616B9D-E6CD-4EB4-ADEE-7D5CE960227F}" srcOrd="8" destOrd="0" presId="urn:microsoft.com/office/officeart/2018/2/layout/IconVerticalSolidList"/>
    <dgm:cxn modelId="{DD727DF1-2D96-4A9E-A46E-5C50896E8A3F}" type="presParOf" srcId="{7A616B9D-E6CD-4EB4-ADEE-7D5CE960227F}" destId="{F0E77A55-899E-46CC-B105-A19E5DAC153B}" srcOrd="0" destOrd="0" presId="urn:microsoft.com/office/officeart/2018/2/layout/IconVerticalSolidList"/>
    <dgm:cxn modelId="{4958D8D2-3CD8-406F-81E6-2F348037DB18}" type="presParOf" srcId="{7A616B9D-E6CD-4EB4-ADEE-7D5CE960227F}" destId="{7475BDAD-0576-4C31-B0FB-2F73360BE6B8}" srcOrd="1" destOrd="0" presId="urn:microsoft.com/office/officeart/2018/2/layout/IconVerticalSolidList"/>
    <dgm:cxn modelId="{5365FE0F-8F13-4EB0-9CE4-75864111DE6A}" type="presParOf" srcId="{7A616B9D-E6CD-4EB4-ADEE-7D5CE960227F}" destId="{AB8CF7C6-5F02-4A2F-ACA0-0D0DC1084644}" srcOrd="2" destOrd="0" presId="urn:microsoft.com/office/officeart/2018/2/layout/IconVerticalSolidList"/>
    <dgm:cxn modelId="{61CE7B43-3B7E-4F64-8015-3737C4C10E61}" type="presParOf" srcId="{7A616B9D-E6CD-4EB4-ADEE-7D5CE960227F}" destId="{8382FAB6-6422-4F52-B9DE-E6F1381003E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D0D0009-E14F-4359-8FCE-35F4AC43160E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EAE719B-BE39-40AB-9706-51B8890958B9}">
      <dgm:prSet/>
      <dgm:spPr/>
      <dgm:t>
        <a:bodyPr/>
        <a:lstStyle/>
        <a:p>
          <a:r>
            <a:rPr lang="it-IT"/>
            <a:t>Quando viene eseguito entra nella </a:t>
          </a:r>
          <a:r>
            <a:rPr lang="it-IT" b="1"/>
            <a:t>coda di ingresso </a:t>
          </a:r>
          <a:endParaRPr lang="en-US"/>
        </a:p>
      </dgm:t>
    </dgm:pt>
    <dgm:pt modelId="{EB79BAFC-C29E-4A1A-A085-C4AD44F6705A}" type="parTrans" cxnId="{12FDD16F-34B0-42FA-92F6-BD1E44DF3EE1}">
      <dgm:prSet/>
      <dgm:spPr/>
      <dgm:t>
        <a:bodyPr/>
        <a:lstStyle/>
        <a:p>
          <a:endParaRPr lang="en-US"/>
        </a:p>
      </dgm:t>
    </dgm:pt>
    <dgm:pt modelId="{9D5405C5-1E95-4363-B89A-1121C58DA123}" type="sibTrans" cxnId="{12FDD16F-34B0-42FA-92F6-BD1E44DF3EE1}">
      <dgm:prSet/>
      <dgm:spPr/>
      <dgm:t>
        <a:bodyPr/>
        <a:lstStyle/>
        <a:p>
          <a:endParaRPr lang="en-US"/>
        </a:p>
      </dgm:t>
    </dgm:pt>
    <dgm:pt modelId="{12C7D42F-4632-4339-A887-12BF65ACE94F}">
      <dgm:prSet/>
      <dgm:spPr/>
      <dgm:t>
        <a:bodyPr/>
        <a:lstStyle/>
        <a:p>
          <a:r>
            <a:rPr lang="it-IT"/>
            <a:t>Il </a:t>
          </a:r>
          <a:r>
            <a:rPr lang="it-IT" b="1"/>
            <a:t>loader</a:t>
          </a:r>
          <a:r>
            <a:rPr lang="it-IT"/>
            <a:t> lo carica in RAM.</a:t>
          </a:r>
          <a:endParaRPr lang="en-US"/>
        </a:p>
      </dgm:t>
    </dgm:pt>
    <dgm:pt modelId="{33013A90-3B0B-45E8-985C-46DB10EE19AA}" type="parTrans" cxnId="{CB7F2131-AD70-425C-94BF-FCD7CEF24EAB}">
      <dgm:prSet/>
      <dgm:spPr/>
      <dgm:t>
        <a:bodyPr/>
        <a:lstStyle/>
        <a:p>
          <a:endParaRPr lang="en-US"/>
        </a:p>
      </dgm:t>
    </dgm:pt>
    <dgm:pt modelId="{23E384BE-ADF1-465E-BBA3-9D40852799DC}" type="sibTrans" cxnId="{CB7F2131-AD70-425C-94BF-FCD7CEF24EAB}">
      <dgm:prSet/>
      <dgm:spPr/>
      <dgm:t>
        <a:bodyPr/>
        <a:lstStyle/>
        <a:p>
          <a:endParaRPr lang="en-US"/>
        </a:p>
      </dgm:t>
    </dgm:pt>
    <dgm:pt modelId="{FC991008-EE40-4213-8FED-B6C9C809C9C8}">
      <dgm:prSet/>
      <dgm:spPr/>
      <dgm:t>
        <a:bodyPr/>
        <a:lstStyle/>
        <a:p>
          <a:r>
            <a:rPr lang="it-IT"/>
            <a:t>Il programma diventa </a:t>
          </a:r>
          <a:r>
            <a:rPr lang="it-IT" b="1"/>
            <a:t>processo</a:t>
          </a:r>
          <a:r>
            <a:rPr lang="it-IT"/>
            <a:t> e entra nella </a:t>
          </a:r>
          <a:r>
            <a:rPr lang="it-IT" b="1"/>
            <a:t>Ready List</a:t>
          </a:r>
          <a:r>
            <a:rPr lang="it-IT"/>
            <a:t>, pronto per la CPU.</a:t>
          </a:r>
          <a:endParaRPr lang="en-US"/>
        </a:p>
      </dgm:t>
    </dgm:pt>
    <dgm:pt modelId="{FBC2353D-9D29-4879-B415-60CD85A1D70F}" type="parTrans" cxnId="{D55B1307-BE1B-4A00-9280-6AFCA400C69C}">
      <dgm:prSet/>
      <dgm:spPr/>
      <dgm:t>
        <a:bodyPr/>
        <a:lstStyle/>
        <a:p>
          <a:endParaRPr lang="en-US"/>
        </a:p>
      </dgm:t>
    </dgm:pt>
    <dgm:pt modelId="{C4FA5C1B-6421-494E-B487-E33E52D2A9C4}" type="sibTrans" cxnId="{D55B1307-BE1B-4A00-9280-6AFCA400C69C}">
      <dgm:prSet/>
      <dgm:spPr/>
      <dgm:t>
        <a:bodyPr/>
        <a:lstStyle/>
        <a:p>
          <a:endParaRPr lang="en-US"/>
        </a:p>
      </dgm:t>
    </dgm:pt>
    <dgm:pt modelId="{E426018D-7F94-4BD1-ADDB-7C0693D8215B}" type="pres">
      <dgm:prSet presAssocID="{ED0D0009-E14F-4359-8FCE-35F4AC43160E}" presName="diagram" presStyleCnt="0">
        <dgm:presLayoutVars>
          <dgm:dir/>
          <dgm:resizeHandles val="exact"/>
        </dgm:presLayoutVars>
      </dgm:prSet>
      <dgm:spPr/>
    </dgm:pt>
    <dgm:pt modelId="{1F114F85-E6B0-43FC-9AF7-70B916F54F71}" type="pres">
      <dgm:prSet presAssocID="{4EAE719B-BE39-40AB-9706-51B8890958B9}" presName="node" presStyleLbl="node1" presStyleIdx="0" presStyleCnt="3">
        <dgm:presLayoutVars>
          <dgm:bulletEnabled val="1"/>
        </dgm:presLayoutVars>
      </dgm:prSet>
      <dgm:spPr/>
    </dgm:pt>
    <dgm:pt modelId="{55961092-D13C-4C3D-A615-D7D635F58519}" type="pres">
      <dgm:prSet presAssocID="{9D5405C5-1E95-4363-B89A-1121C58DA123}" presName="sibTrans" presStyleLbl="sibTrans2D1" presStyleIdx="0" presStyleCnt="2"/>
      <dgm:spPr/>
    </dgm:pt>
    <dgm:pt modelId="{4BC88BA9-3267-4B1D-8D2A-495F19AA736A}" type="pres">
      <dgm:prSet presAssocID="{9D5405C5-1E95-4363-B89A-1121C58DA123}" presName="connectorText" presStyleLbl="sibTrans2D1" presStyleIdx="0" presStyleCnt="2"/>
      <dgm:spPr/>
    </dgm:pt>
    <dgm:pt modelId="{07063E66-D86F-44FB-9F8A-7E91329139F7}" type="pres">
      <dgm:prSet presAssocID="{12C7D42F-4632-4339-A887-12BF65ACE94F}" presName="node" presStyleLbl="node1" presStyleIdx="1" presStyleCnt="3">
        <dgm:presLayoutVars>
          <dgm:bulletEnabled val="1"/>
        </dgm:presLayoutVars>
      </dgm:prSet>
      <dgm:spPr/>
    </dgm:pt>
    <dgm:pt modelId="{271D0510-C9C7-4CC3-95A4-53A5CB80123F}" type="pres">
      <dgm:prSet presAssocID="{23E384BE-ADF1-465E-BBA3-9D40852799DC}" presName="sibTrans" presStyleLbl="sibTrans2D1" presStyleIdx="1" presStyleCnt="2"/>
      <dgm:spPr/>
    </dgm:pt>
    <dgm:pt modelId="{A9FF9872-EA95-4054-917C-FA075667C439}" type="pres">
      <dgm:prSet presAssocID="{23E384BE-ADF1-465E-BBA3-9D40852799DC}" presName="connectorText" presStyleLbl="sibTrans2D1" presStyleIdx="1" presStyleCnt="2"/>
      <dgm:spPr/>
    </dgm:pt>
    <dgm:pt modelId="{AEA16904-02D5-4DA9-8EA4-9E9CD45C72A4}" type="pres">
      <dgm:prSet presAssocID="{FC991008-EE40-4213-8FED-B6C9C809C9C8}" presName="node" presStyleLbl="node1" presStyleIdx="2" presStyleCnt="3">
        <dgm:presLayoutVars>
          <dgm:bulletEnabled val="1"/>
        </dgm:presLayoutVars>
      </dgm:prSet>
      <dgm:spPr/>
    </dgm:pt>
  </dgm:ptLst>
  <dgm:cxnLst>
    <dgm:cxn modelId="{F5FBBE03-CD03-40CD-832B-59A0FEA66E0F}" type="presOf" srcId="{23E384BE-ADF1-465E-BBA3-9D40852799DC}" destId="{A9FF9872-EA95-4054-917C-FA075667C439}" srcOrd="1" destOrd="0" presId="urn:microsoft.com/office/officeart/2005/8/layout/process5"/>
    <dgm:cxn modelId="{D55B1307-BE1B-4A00-9280-6AFCA400C69C}" srcId="{ED0D0009-E14F-4359-8FCE-35F4AC43160E}" destId="{FC991008-EE40-4213-8FED-B6C9C809C9C8}" srcOrd="2" destOrd="0" parTransId="{FBC2353D-9D29-4879-B415-60CD85A1D70F}" sibTransId="{C4FA5C1B-6421-494E-B487-E33E52D2A9C4}"/>
    <dgm:cxn modelId="{CB7F2131-AD70-425C-94BF-FCD7CEF24EAB}" srcId="{ED0D0009-E14F-4359-8FCE-35F4AC43160E}" destId="{12C7D42F-4632-4339-A887-12BF65ACE94F}" srcOrd="1" destOrd="0" parTransId="{33013A90-3B0B-45E8-985C-46DB10EE19AA}" sibTransId="{23E384BE-ADF1-465E-BBA3-9D40852799DC}"/>
    <dgm:cxn modelId="{12FDD16F-34B0-42FA-92F6-BD1E44DF3EE1}" srcId="{ED0D0009-E14F-4359-8FCE-35F4AC43160E}" destId="{4EAE719B-BE39-40AB-9706-51B8890958B9}" srcOrd="0" destOrd="0" parTransId="{EB79BAFC-C29E-4A1A-A085-C4AD44F6705A}" sibTransId="{9D5405C5-1E95-4363-B89A-1121C58DA123}"/>
    <dgm:cxn modelId="{50015E84-5FBF-4C73-AB34-03D1B77504D2}" type="presOf" srcId="{4EAE719B-BE39-40AB-9706-51B8890958B9}" destId="{1F114F85-E6B0-43FC-9AF7-70B916F54F71}" srcOrd="0" destOrd="0" presId="urn:microsoft.com/office/officeart/2005/8/layout/process5"/>
    <dgm:cxn modelId="{50B16B88-7088-44BD-840A-EE2BFEC53560}" type="presOf" srcId="{9D5405C5-1E95-4363-B89A-1121C58DA123}" destId="{4BC88BA9-3267-4B1D-8D2A-495F19AA736A}" srcOrd="1" destOrd="0" presId="urn:microsoft.com/office/officeart/2005/8/layout/process5"/>
    <dgm:cxn modelId="{4CC5578E-B027-483C-B828-92AE8924230F}" type="presOf" srcId="{23E384BE-ADF1-465E-BBA3-9D40852799DC}" destId="{271D0510-C9C7-4CC3-95A4-53A5CB80123F}" srcOrd="0" destOrd="0" presId="urn:microsoft.com/office/officeart/2005/8/layout/process5"/>
    <dgm:cxn modelId="{0F1FC397-3B91-4FCA-8D5D-2EABCFCA824C}" type="presOf" srcId="{ED0D0009-E14F-4359-8FCE-35F4AC43160E}" destId="{E426018D-7F94-4BD1-ADDB-7C0693D8215B}" srcOrd="0" destOrd="0" presId="urn:microsoft.com/office/officeart/2005/8/layout/process5"/>
    <dgm:cxn modelId="{170339B8-2024-4627-853C-2A0027809DA3}" type="presOf" srcId="{9D5405C5-1E95-4363-B89A-1121C58DA123}" destId="{55961092-D13C-4C3D-A615-D7D635F58519}" srcOrd="0" destOrd="0" presId="urn:microsoft.com/office/officeart/2005/8/layout/process5"/>
    <dgm:cxn modelId="{E77FABD5-CD4C-4D3D-8243-18F0067B8109}" type="presOf" srcId="{FC991008-EE40-4213-8FED-B6C9C809C9C8}" destId="{AEA16904-02D5-4DA9-8EA4-9E9CD45C72A4}" srcOrd="0" destOrd="0" presId="urn:microsoft.com/office/officeart/2005/8/layout/process5"/>
    <dgm:cxn modelId="{BD8905EA-214B-4115-A69F-0A1E2A937551}" type="presOf" srcId="{12C7D42F-4632-4339-A887-12BF65ACE94F}" destId="{07063E66-D86F-44FB-9F8A-7E91329139F7}" srcOrd="0" destOrd="0" presId="urn:microsoft.com/office/officeart/2005/8/layout/process5"/>
    <dgm:cxn modelId="{49CF4E13-9A54-49E3-A0C9-ECE200A29E58}" type="presParOf" srcId="{E426018D-7F94-4BD1-ADDB-7C0693D8215B}" destId="{1F114F85-E6B0-43FC-9AF7-70B916F54F71}" srcOrd="0" destOrd="0" presId="urn:microsoft.com/office/officeart/2005/8/layout/process5"/>
    <dgm:cxn modelId="{6ACB321C-BA85-4622-90CF-81CB041A3EFE}" type="presParOf" srcId="{E426018D-7F94-4BD1-ADDB-7C0693D8215B}" destId="{55961092-D13C-4C3D-A615-D7D635F58519}" srcOrd="1" destOrd="0" presId="urn:microsoft.com/office/officeart/2005/8/layout/process5"/>
    <dgm:cxn modelId="{C3A82F12-4432-4D65-AC15-F52FA6171074}" type="presParOf" srcId="{55961092-D13C-4C3D-A615-D7D635F58519}" destId="{4BC88BA9-3267-4B1D-8D2A-495F19AA736A}" srcOrd="0" destOrd="0" presId="urn:microsoft.com/office/officeart/2005/8/layout/process5"/>
    <dgm:cxn modelId="{B09CA667-08C7-48FA-B0E7-722167F5CCAE}" type="presParOf" srcId="{E426018D-7F94-4BD1-ADDB-7C0693D8215B}" destId="{07063E66-D86F-44FB-9F8A-7E91329139F7}" srcOrd="2" destOrd="0" presId="urn:microsoft.com/office/officeart/2005/8/layout/process5"/>
    <dgm:cxn modelId="{B634A7FC-6116-417F-9FFB-4139586810B7}" type="presParOf" srcId="{E426018D-7F94-4BD1-ADDB-7C0693D8215B}" destId="{271D0510-C9C7-4CC3-95A4-53A5CB80123F}" srcOrd="3" destOrd="0" presId="urn:microsoft.com/office/officeart/2005/8/layout/process5"/>
    <dgm:cxn modelId="{2C2788B1-668F-4549-AD14-90077D84D43B}" type="presParOf" srcId="{271D0510-C9C7-4CC3-95A4-53A5CB80123F}" destId="{A9FF9872-EA95-4054-917C-FA075667C439}" srcOrd="0" destOrd="0" presId="urn:microsoft.com/office/officeart/2005/8/layout/process5"/>
    <dgm:cxn modelId="{D6F6E346-56A8-4188-9744-70852EA7D779}" type="presParOf" srcId="{E426018D-7F94-4BD1-ADDB-7C0693D8215B}" destId="{AEA16904-02D5-4DA9-8EA4-9E9CD45C72A4}" srcOrd="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B32960F-F122-4A1F-9F98-B2C5F9E0884F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9D39934-6A12-4735-BE86-3A44C8C0C177}">
      <dgm:prSet/>
      <dgm:spPr/>
      <dgm:t>
        <a:bodyPr/>
        <a:lstStyle/>
        <a:p>
          <a:r>
            <a:rPr lang="it-IT" b="0" i="0"/>
            <a:t>Il </a:t>
          </a:r>
          <a:r>
            <a:rPr lang="it-IT" b="1" i="0"/>
            <a:t>binding</a:t>
          </a:r>
          <a:r>
            <a:rPr lang="it-IT" b="0" i="0"/>
            <a:t> trasforma </a:t>
          </a:r>
          <a:r>
            <a:rPr lang="it-IT" b="1" i="0"/>
            <a:t>indirizzi logici → indirizzi fisici</a:t>
          </a:r>
          <a:r>
            <a:rPr lang="it-IT" b="0" i="0"/>
            <a:t>.</a:t>
          </a:r>
          <a:endParaRPr lang="en-US"/>
        </a:p>
      </dgm:t>
    </dgm:pt>
    <dgm:pt modelId="{B04EB439-34E8-4EE2-8D30-345CCA3FFB90}" type="parTrans" cxnId="{E7B48511-56C3-4CF6-B1D7-006661067F7F}">
      <dgm:prSet/>
      <dgm:spPr/>
      <dgm:t>
        <a:bodyPr/>
        <a:lstStyle/>
        <a:p>
          <a:endParaRPr lang="en-US"/>
        </a:p>
      </dgm:t>
    </dgm:pt>
    <dgm:pt modelId="{7CEF893D-CA50-43F3-9109-8F491CACB3D6}" type="sibTrans" cxnId="{E7B48511-56C3-4CF6-B1D7-006661067F7F}">
      <dgm:prSet/>
      <dgm:spPr/>
      <dgm:t>
        <a:bodyPr/>
        <a:lstStyle/>
        <a:p>
          <a:endParaRPr lang="en-US"/>
        </a:p>
      </dgm:t>
    </dgm:pt>
    <dgm:pt modelId="{8770D8E6-70C0-476D-9F7D-B32EC74BF357}">
      <dgm:prSet/>
      <dgm:spPr/>
      <dgm:t>
        <a:bodyPr/>
        <a:lstStyle/>
        <a:p>
          <a:r>
            <a:rPr lang="it-IT" b="0" i="0"/>
            <a:t>Può avvenire in tre momenti:</a:t>
          </a:r>
          <a:endParaRPr lang="en-US"/>
        </a:p>
      </dgm:t>
    </dgm:pt>
    <dgm:pt modelId="{01D45455-B691-4071-AB5B-C7FC3DBCB4AF}" type="parTrans" cxnId="{D82D2ABC-46DE-4552-8E94-629BF8850001}">
      <dgm:prSet/>
      <dgm:spPr/>
      <dgm:t>
        <a:bodyPr/>
        <a:lstStyle/>
        <a:p>
          <a:endParaRPr lang="en-US"/>
        </a:p>
      </dgm:t>
    </dgm:pt>
    <dgm:pt modelId="{177B6484-F120-47B7-9CEE-A62351AA44C5}" type="sibTrans" cxnId="{D82D2ABC-46DE-4552-8E94-629BF8850001}">
      <dgm:prSet/>
      <dgm:spPr/>
      <dgm:t>
        <a:bodyPr/>
        <a:lstStyle/>
        <a:p>
          <a:endParaRPr lang="en-US"/>
        </a:p>
      </dgm:t>
    </dgm:pt>
    <dgm:pt modelId="{8F4A5E20-CF3A-46F6-BDA9-C574FFADCC1B}">
      <dgm:prSet/>
      <dgm:spPr/>
      <dgm:t>
        <a:bodyPr/>
        <a:lstStyle/>
        <a:p>
          <a:r>
            <a:rPr lang="it-IT" b="1" i="0"/>
            <a:t>Compile time</a:t>
          </a:r>
          <a:r>
            <a:rPr lang="it-IT" b="0" i="0"/>
            <a:t> →Solo se il compilatore conosce già dove saranno memorizzati i dati e le istruzioni.</a:t>
          </a:r>
          <a:endParaRPr lang="en-US"/>
        </a:p>
      </dgm:t>
    </dgm:pt>
    <dgm:pt modelId="{07F39B7E-BD24-4B8A-A850-EEDC55C2BAC4}" type="parTrans" cxnId="{77B620C1-F9FC-47E8-A5D5-E135E4E3E0B4}">
      <dgm:prSet/>
      <dgm:spPr/>
      <dgm:t>
        <a:bodyPr/>
        <a:lstStyle/>
        <a:p>
          <a:endParaRPr lang="en-US"/>
        </a:p>
      </dgm:t>
    </dgm:pt>
    <dgm:pt modelId="{15257B6E-0B84-4B87-85CC-82F1396D718F}" type="sibTrans" cxnId="{77B620C1-F9FC-47E8-A5D5-E135E4E3E0B4}">
      <dgm:prSet/>
      <dgm:spPr/>
      <dgm:t>
        <a:bodyPr/>
        <a:lstStyle/>
        <a:p>
          <a:endParaRPr lang="en-US"/>
        </a:p>
      </dgm:t>
    </dgm:pt>
    <dgm:pt modelId="{6F2E2120-A507-4A95-BEAD-416E1B5E59A3}">
      <dgm:prSet/>
      <dgm:spPr/>
      <dgm:t>
        <a:bodyPr/>
        <a:lstStyle/>
        <a:p>
          <a:r>
            <a:rPr lang="it-IT" b="1" i="0"/>
            <a:t>Load time</a:t>
          </a:r>
          <a:r>
            <a:rPr lang="it-IT" b="0" i="0"/>
            <a:t> → </a:t>
          </a:r>
          <a:r>
            <a:rPr lang="it-IT" b="1" i="0"/>
            <a:t>rilocazione statica</a:t>
          </a:r>
          <a:endParaRPr lang="en-US"/>
        </a:p>
      </dgm:t>
    </dgm:pt>
    <dgm:pt modelId="{0A8B245D-8E15-435F-932E-3024F1D8053E}" type="parTrans" cxnId="{906D5248-E2DD-47CA-B8FC-7D33428DC437}">
      <dgm:prSet/>
      <dgm:spPr/>
      <dgm:t>
        <a:bodyPr/>
        <a:lstStyle/>
        <a:p>
          <a:endParaRPr lang="en-US"/>
        </a:p>
      </dgm:t>
    </dgm:pt>
    <dgm:pt modelId="{B4311841-0F8A-40ED-A533-63B243171481}" type="sibTrans" cxnId="{906D5248-E2DD-47CA-B8FC-7D33428DC437}">
      <dgm:prSet/>
      <dgm:spPr/>
      <dgm:t>
        <a:bodyPr/>
        <a:lstStyle/>
        <a:p>
          <a:endParaRPr lang="en-US"/>
        </a:p>
      </dgm:t>
    </dgm:pt>
    <dgm:pt modelId="{6E5889F1-86A3-4BDA-BC32-F6BF431672A5}">
      <dgm:prSet/>
      <dgm:spPr/>
      <dgm:t>
        <a:bodyPr/>
        <a:lstStyle/>
        <a:p>
          <a:r>
            <a:rPr lang="it-IT" b="1" i="0"/>
            <a:t>Execution time</a:t>
          </a:r>
          <a:r>
            <a:rPr lang="it-IT" b="0" i="0"/>
            <a:t> → </a:t>
          </a:r>
          <a:r>
            <a:rPr lang="it-IT" b="1" i="0"/>
            <a:t>rilocazione dinamica</a:t>
          </a:r>
          <a:endParaRPr lang="en-US"/>
        </a:p>
      </dgm:t>
    </dgm:pt>
    <dgm:pt modelId="{20E548A4-39BF-47A7-BA8E-CA0066F89A96}" type="parTrans" cxnId="{E8B11B7E-AC30-4164-B776-665CA862953F}">
      <dgm:prSet/>
      <dgm:spPr/>
      <dgm:t>
        <a:bodyPr/>
        <a:lstStyle/>
        <a:p>
          <a:endParaRPr lang="en-US"/>
        </a:p>
      </dgm:t>
    </dgm:pt>
    <dgm:pt modelId="{CEB63448-2129-47BA-9C73-A0014A6F2C9F}" type="sibTrans" cxnId="{E8B11B7E-AC30-4164-B776-665CA862953F}">
      <dgm:prSet/>
      <dgm:spPr/>
      <dgm:t>
        <a:bodyPr/>
        <a:lstStyle/>
        <a:p>
          <a:endParaRPr lang="en-US"/>
        </a:p>
      </dgm:t>
    </dgm:pt>
    <dgm:pt modelId="{9A40F0C7-54FB-4F47-A139-251BC6219CF3}" type="pres">
      <dgm:prSet presAssocID="{FB32960F-F122-4A1F-9F98-B2C5F9E0884F}" presName="outerComposite" presStyleCnt="0">
        <dgm:presLayoutVars>
          <dgm:chMax val="5"/>
          <dgm:dir/>
          <dgm:resizeHandles val="exact"/>
        </dgm:presLayoutVars>
      </dgm:prSet>
      <dgm:spPr/>
    </dgm:pt>
    <dgm:pt modelId="{52473C0D-03C1-4B88-A5A1-DB3E5EC48FAD}" type="pres">
      <dgm:prSet presAssocID="{FB32960F-F122-4A1F-9F98-B2C5F9E0884F}" presName="dummyMaxCanvas" presStyleCnt="0">
        <dgm:presLayoutVars/>
      </dgm:prSet>
      <dgm:spPr/>
    </dgm:pt>
    <dgm:pt modelId="{932860E5-1750-45F7-9B03-E2F8CD7A31E7}" type="pres">
      <dgm:prSet presAssocID="{FB32960F-F122-4A1F-9F98-B2C5F9E0884F}" presName="FiveNodes_1" presStyleLbl="node1" presStyleIdx="0" presStyleCnt="5">
        <dgm:presLayoutVars>
          <dgm:bulletEnabled val="1"/>
        </dgm:presLayoutVars>
      </dgm:prSet>
      <dgm:spPr/>
    </dgm:pt>
    <dgm:pt modelId="{7534DB00-E563-428E-A78E-A11634723F34}" type="pres">
      <dgm:prSet presAssocID="{FB32960F-F122-4A1F-9F98-B2C5F9E0884F}" presName="FiveNodes_2" presStyleLbl="node1" presStyleIdx="1" presStyleCnt="5">
        <dgm:presLayoutVars>
          <dgm:bulletEnabled val="1"/>
        </dgm:presLayoutVars>
      </dgm:prSet>
      <dgm:spPr/>
    </dgm:pt>
    <dgm:pt modelId="{93375046-D5A2-4683-8E8A-5747B02C85B8}" type="pres">
      <dgm:prSet presAssocID="{FB32960F-F122-4A1F-9F98-B2C5F9E0884F}" presName="FiveNodes_3" presStyleLbl="node1" presStyleIdx="2" presStyleCnt="5">
        <dgm:presLayoutVars>
          <dgm:bulletEnabled val="1"/>
        </dgm:presLayoutVars>
      </dgm:prSet>
      <dgm:spPr/>
    </dgm:pt>
    <dgm:pt modelId="{74AE97B0-A5C2-46D1-9F31-8562C50AA3E4}" type="pres">
      <dgm:prSet presAssocID="{FB32960F-F122-4A1F-9F98-B2C5F9E0884F}" presName="FiveNodes_4" presStyleLbl="node1" presStyleIdx="3" presStyleCnt="5">
        <dgm:presLayoutVars>
          <dgm:bulletEnabled val="1"/>
        </dgm:presLayoutVars>
      </dgm:prSet>
      <dgm:spPr/>
    </dgm:pt>
    <dgm:pt modelId="{A1F53F9A-3D51-4034-9CC9-BA60300CAE52}" type="pres">
      <dgm:prSet presAssocID="{FB32960F-F122-4A1F-9F98-B2C5F9E0884F}" presName="FiveNodes_5" presStyleLbl="node1" presStyleIdx="4" presStyleCnt="5">
        <dgm:presLayoutVars>
          <dgm:bulletEnabled val="1"/>
        </dgm:presLayoutVars>
      </dgm:prSet>
      <dgm:spPr/>
    </dgm:pt>
    <dgm:pt modelId="{77AC9AF3-285C-450B-AFF7-E2A3C31C9691}" type="pres">
      <dgm:prSet presAssocID="{FB32960F-F122-4A1F-9F98-B2C5F9E0884F}" presName="FiveConn_1-2" presStyleLbl="fgAccFollowNode1" presStyleIdx="0" presStyleCnt="4">
        <dgm:presLayoutVars>
          <dgm:bulletEnabled val="1"/>
        </dgm:presLayoutVars>
      </dgm:prSet>
      <dgm:spPr/>
    </dgm:pt>
    <dgm:pt modelId="{B9EB3651-541D-4B7F-92E6-D72AE82A42FF}" type="pres">
      <dgm:prSet presAssocID="{FB32960F-F122-4A1F-9F98-B2C5F9E0884F}" presName="FiveConn_2-3" presStyleLbl="fgAccFollowNode1" presStyleIdx="1" presStyleCnt="4">
        <dgm:presLayoutVars>
          <dgm:bulletEnabled val="1"/>
        </dgm:presLayoutVars>
      </dgm:prSet>
      <dgm:spPr/>
    </dgm:pt>
    <dgm:pt modelId="{CD4DEAF5-18D8-423F-968D-A19359F77445}" type="pres">
      <dgm:prSet presAssocID="{FB32960F-F122-4A1F-9F98-B2C5F9E0884F}" presName="FiveConn_3-4" presStyleLbl="fgAccFollowNode1" presStyleIdx="2" presStyleCnt="4">
        <dgm:presLayoutVars>
          <dgm:bulletEnabled val="1"/>
        </dgm:presLayoutVars>
      </dgm:prSet>
      <dgm:spPr/>
    </dgm:pt>
    <dgm:pt modelId="{3345641B-D19B-4E88-8323-53AE3880A7EC}" type="pres">
      <dgm:prSet presAssocID="{FB32960F-F122-4A1F-9F98-B2C5F9E0884F}" presName="FiveConn_4-5" presStyleLbl="fgAccFollowNode1" presStyleIdx="3" presStyleCnt="4">
        <dgm:presLayoutVars>
          <dgm:bulletEnabled val="1"/>
        </dgm:presLayoutVars>
      </dgm:prSet>
      <dgm:spPr/>
    </dgm:pt>
    <dgm:pt modelId="{0695682F-0400-4ABC-851C-D3091F214E81}" type="pres">
      <dgm:prSet presAssocID="{FB32960F-F122-4A1F-9F98-B2C5F9E0884F}" presName="FiveNodes_1_text" presStyleLbl="node1" presStyleIdx="4" presStyleCnt="5">
        <dgm:presLayoutVars>
          <dgm:bulletEnabled val="1"/>
        </dgm:presLayoutVars>
      </dgm:prSet>
      <dgm:spPr/>
    </dgm:pt>
    <dgm:pt modelId="{B68EE8A4-C307-43CB-A34C-33E0A9733FAF}" type="pres">
      <dgm:prSet presAssocID="{FB32960F-F122-4A1F-9F98-B2C5F9E0884F}" presName="FiveNodes_2_text" presStyleLbl="node1" presStyleIdx="4" presStyleCnt="5">
        <dgm:presLayoutVars>
          <dgm:bulletEnabled val="1"/>
        </dgm:presLayoutVars>
      </dgm:prSet>
      <dgm:spPr/>
    </dgm:pt>
    <dgm:pt modelId="{C102A1B0-D41E-4E1B-8251-C474F3479E8F}" type="pres">
      <dgm:prSet presAssocID="{FB32960F-F122-4A1F-9F98-B2C5F9E0884F}" presName="FiveNodes_3_text" presStyleLbl="node1" presStyleIdx="4" presStyleCnt="5">
        <dgm:presLayoutVars>
          <dgm:bulletEnabled val="1"/>
        </dgm:presLayoutVars>
      </dgm:prSet>
      <dgm:spPr/>
    </dgm:pt>
    <dgm:pt modelId="{F9268430-F28F-45F2-943E-3EB9F144BB6C}" type="pres">
      <dgm:prSet presAssocID="{FB32960F-F122-4A1F-9F98-B2C5F9E0884F}" presName="FiveNodes_4_text" presStyleLbl="node1" presStyleIdx="4" presStyleCnt="5">
        <dgm:presLayoutVars>
          <dgm:bulletEnabled val="1"/>
        </dgm:presLayoutVars>
      </dgm:prSet>
      <dgm:spPr/>
    </dgm:pt>
    <dgm:pt modelId="{13BEA1A0-6BF3-41B2-B56D-5A3E11FADDEB}" type="pres">
      <dgm:prSet presAssocID="{FB32960F-F122-4A1F-9F98-B2C5F9E0884F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4C88BA02-5484-4B4F-8431-C46C4B05F62D}" type="presOf" srcId="{15257B6E-0B84-4B87-85CC-82F1396D718F}" destId="{CD4DEAF5-18D8-423F-968D-A19359F77445}" srcOrd="0" destOrd="0" presId="urn:microsoft.com/office/officeart/2005/8/layout/vProcess5"/>
    <dgm:cxn modelId="{E7B48511-56C3-4CF6-B1D7-006661067F7F}" srcId="{FB32960F-F122-4A1F-9F98-B2C5F9E0884F}" destId="{29D39934-6A12-4735-BE86-3A44C8C0C177}" srcOrd="0" destOrd="0" parTransId="{B04EB439-34E8-4EE2-8D30-345CCA3FFB90}" sibTransId="{7CEF893D-CA50-43F3-9109-8F491CACB3D6}"/>
    <dgm:cxn modelId="{15A8881B-18AE-4892-B696-0D95216C3160}" type="presOf" srcId="{6E5889F1-86A3-4BDA-BC32-F6BF431672A5}" destId="{13BEA1A0-6BF3-41B2-B56D-5A3E11FADDEB}" srcOrd="1" destOrd="0" presId="urn:microsoft.com/office/officeart/2005/8/layout/vProcess5"/>
    <dgm:cxn modelId="{9FA58A25-1A8D-485C-B6E3-7781EF6B0F31}" type="presOf" srcId="{29D39934-6A12-4735-BE86-3A44C8C0C177}" destId="{0695682F-0400-4ABC-851C-D3091F214E81}" srcOrd="1" destOrd="0" presId="urn:microsoft.com/office/officeart/2005/8/layout/vProcess5"/>
    <dgm:cxn modelId="{11967D2D-E389-4E17-AA2D-004E1B587C31}" type="presOf" srcId="{29D39934-6A12-4735-BE86-3A44C8C0C177}" destId="{932860E5-1750-45F7-9B03-E2F8CD7A31E7}" srcOrd="0" destOrd="0" presId="urn:microsoft.com/office/officeart/2005/8/layout/vProcess5"/>
    <dgm:cxn modelId="{C25CFA5F-C08A-4F81-8F8A-0D15685F03FA}" type="presOf" srcId="{8F4A5E20-CF3A-46F6-BDA9-C574FFADCC1B}" destId="{93375046-D5A2-4683-8E8A-5747B02C85B8}" srcOrd="0" destOrd="0" presId="urn:microsoft.com/office/officeart/2005/8/layout/vProcess5"/>
    <dgm:cxn modelId="{906D5248-E2DD-47CA-B8FC-7D33428DC437}" srcId="{FB32960F-F122-4A1F-9F98-B2C5F9E0884F}" destId="{6F2E2120-A507-4A95-BEAD-416E1B5E59A3}" srcOrd="3" destOrd="0" parTransId="{0A8B245D-8E15-435F-932E-3024F1D8053E}" sibTransId="{B4311841-0F8A-40ED-A533-63B243171481}"/>
    <dgm:cxn modelId="{7A479B74-EAC6-4849-9B6E-CFE10401F289}" type="presOf" srcId="{177B6484-F120-47B7-9CEE-A62351AA44C5}" destId="{B9EB3651-541D-4B7F-92E6-D72AE82A42FF}" srcOrd="0" destOrd="0" presId="urn:microsoft.com/office/officeart/2005/8/layout/vProcess5"/>
    <dgm:cxn modelId="{4CDC3657-153B-4144-BB99-6A86E8D098AF}" type="presOf" srcId="{8F4A5E20-CF3A-46F6-BDA9-C574FFADCC1B}" destId="{C102A1B0-D41E-4E1B-8251-C474F3479E8F}" srcOrd="1" destOrd="0" presId="urn:microsoft.com/office/officeart/2005/8/layout/vProcess5"/>
    <dgm:cxn modelId="{E8B11B7E-AC30-4164-B776-665CA862953F}" srcId="{FB32960F-F122-4A1F-9F98-B2C5F9E0884F}" destId="{6E5889F1-86A3-4BDA-BC32-F6BF431672A5}" srcOrd="4" destOrd="0" parTransId="{20E548A4-39BF-47A7-BA8E-CA0066F89A96}" sibTransId="{CEB63448-2129-47BA-9C73-A0014A6F2C9F}"/>
    <dgm:cxn modelId="{9CB27590-C304-4E85-98AD-760E46058DCB}" type="presOf" srcId="{6E5889F1-86A3-4BDA-BC32-F6BF431672A5}" destId="{A1F53F9A-3D51-4034-9CC9-BA60300CAE52}" srcOrd="0" destOrd="0" presId="urn:microsoft.com/office/officeart/2005/8/layout/vProcess5"/>
    <dgm:cxn modelId="{629E7B93-F6E1-4A5F-A913-9F176F5B147A}" type="presOf" srcId="{6F2E2120-A507-4A95-BEAD-416E1B5E59A3}" destId="{F9268430-F28F-45F2-943E-3EB9F144BB6C}" srcOrd="1" destOrd="0" presId="urn:microsoft.com/office/officeart/2005/8/layout/vProcess5"/>
    <dgm:cxn modelId="{09E5BCA8-8815-4029-AEA5-A4C75E987A30}" type="presOf" srcId="{8770D8E6-70C0-476D-9F7D-B32EC74BF357}" destId="{B68EE8A4-C307-43CB-A34C-33E0A9733FAF}" srcOrd="1" destOrd="0" presId="urn:microsoft.com/office/officeart/2005/8/layout/vProcess5"/>
    <dgm:cxn modelId="{315C9DB0-6C6E-4AD0-BF8F-A0B90700D3B9}" type="presOf" srcId="{8770D8E6-70C0-476D-9F7D-B32EC74BF357}" destId="{7534DB00-E563-428E-A78E-A11634723F34}" srcOrd="0" destOrd="0" presId="urn:microsoft.com/office/officeart/2005/8/layout/vProcess5"/>
    <dgm:cxn modelId="{D82D2ABC-46DE-4552-8E94-629BF8850001}" srcId="{FB32960F-F122-4A1F-9F98-B2C5F9E0884F}" destId="{8770D8E6-70C0-476D-9F7D-B32EC74BF357}" srcOrd="1" destOrd="0" parTransId="{01D45455-B691-4071-AB5B-C7FC3DBCB4AF}" sibTransId="{177B6484-F120-47B7-9CEE-A62351AA44C5}"/>
    <dgm:cxn modelId="{77B620C1-F9FC-47E8-A5D5-E135E4E3E0B4}" srcId="{FB32960F-F122-4A1F-9F98-B2C5F9E0884F}" destId="{8F4A5E20-CF3A-46F6-BDA9-C574FFADCC1B}" srcOrd="2" destOrd="0" parTransId="{07F39B7E-BD24-4B8A-A850-EEDC55C2BAC4}" sibTransId="{15257B6E-0B84-4B87-85CC-82F1396D718F}"/>
    <dgm:cxn modelId="{743458D3-DFCD-4FAF-A0F3-39941E8D0DDF}" type="presOf" srcId="{B4311841-0F8A-40ED-A533-63B243171481}" destId="{3345641B-D19B-4E88-8323-53AE3880A7EC}" srcOrd="0" destOrd="0" presId="urn:microsoft.com/office/officeart/2005/8/layout/vProcess5"/>
    <dgm:cxn modelId="{72D39FE3-2515-47B3-BF1B-66815E61E94D}" type="presOf" srcId="{7CEF893D-CA50-43F3-9109-8F491CACB3D6}" destId="{77AC9AF3-285C-450B-AFF7-E2A3C31C9691}" srcOrd="0" destOrd="0" presId="urn:microsoft.com/office/officeart/2005/8/layout/vProcess5"/>
    <dgm:cxn modelId="{FFBD59F1-98E6-4E9E-9062-165E0E6CE495}" type="presOf" srcId="{6F2E2120-A507-4A95-BEAD-416E1B5E59A3}" destId="{74AE97B0-A5C2-46D1-9F31-8562C50AA3E4}" srcOrd="0" destOrd="0" presId="urn:microsoft.com/office/officeart/2005/8/layout/vProcess5"/>
    <dgm:cxn modelId="{99EB8AFA-3664-48A5-9FBC-4CAC8E9527C1}" type="presOf" srcId="{FB32960F-F122-4A1F-9F98-B2C5F9E0884F}" destId="{9A40F0C7-54FB-4F47-A139-251BC6219CF3}" srcOrd="0" destOrd="0" presId="urn:microsoft.com/office/officeart/2005/8/layout/vProcess5"/>
    <dgm:cxn modelId="{DFBC506D-F06B-4F86-93E3-85951395DAB6}" type="presParOf" srcId="{9A40F0C7-54FB-4F47-A139-251BC6219CF3}" destId="{52473C0D-03C1-4B88-A5A1-DB3E5EC48FAD}" srcOrd="0" destOrd="0" presId="urn:microsoft.com/office/officeart/2005/8/layout/vProcess5"/>
    <dgm:cxn modelId="{C0394BCF-80D6-47A5-8C98-6484AB9DAA4E}" type="presParOf" srcId="{9A40F0C7-54FB-4F47-A139-251BC6219CF3}" destId="{932860E5-1750-45F7-9B03-E2F8CD7A31E7}" srcOrd="1" destOrd="0" presId="urn:microsoft.com/office/officeart/2005/8/layout/vProcess5"/>
    <dgm:cxn modelId="{749DBEBD-9929-484D-AFCB-9FF8CB7F3CA6}" type="presParOf" srcId="{9A40F0C7-54FB-4F47-A139-251BC6219CF3}" destId="{7534DB00-E563-428E-A78E-A11634723F34}" srcOrd="2" destOrd="0" presId="urn:microsoft.com/office/officeart/2005/8/layout/vProcess5"/>
    <dgm:cxn modelId="{03E6BEB6-D8D4-4CC0-B58A-7D1EB8358CCF}" type="presParOf" srcId="{9A40F0C7-54FB-4F47-A139-251BC6219CF3}" destId="{93375046-D5A2-4683-8E8A-5747B02C85B8}" srcOrd="3" destOrd="0" presId="urn:microsoft.com/office/officeart/2005/8/layout/vProcess5"/>
    <dgm:cxn modelId="{122C6A10-B201-4919-97B5-B4951B515AC9}" type="presParOf" srcId="{9A40F0C7-54FB-4F47-A139-251BC6219CF3}" destId="{74AE97B0-A5C2-46D1-9F31-8562C50AA3E4}" srcOrd="4" destOrd="0" presId="urn:microsoft.com/office/officeart/2005/8/layout/vProcess5"/>
    <dgm:cxn modelId="{3D38CBEA-0DF8-4349-AFB0-096BAE58A178}" type="presParOf" srcId="{9A40F0C7-54FB-4F47-A139-251BC6219CF3}" destId="{A1F53F9A-3D51-4034-9CC9-BA60300CAE52}" srcOrd="5" destOrd="0" presId="urn:microsoft.com/office/officeart/2005/8/layout/vProcess5"/>
    <dgm:cxn modelId="{486AC019-C099-4D45-B29A-9C4B076F1848}" type="presParOf" srcId="{9A40F0C7-54FB-4F47-A139-251BC6219CF3}" destId="{77AC9AF3-285C-450B-AFF7-E2A3C31C9691}" srcOrd="6" destOrd="0" presId="urn:microsoft.com/office/officeart/2005/8/layout/vProcess5"/>
    <dgm:cxn modelId="{2AFFE017-D617-42B5-8944-2C7B290381C2}" type="presParOf" srcId="{9A40F0C7-54FB-4F47-A139-251BC6219CF3}" destId="{B9EB3651-541D-4B7F-92E6-D72AE82A42FF}" srcOrd="7" destOrd="0" presId="urn:microsoft.com/office/officeart/2005/8/layout/vProcess5"/>
    <dgm:cxn modelId="{23962F9A-2C3B-459E-901D-A7C345C5CAB6}" type="presParOf" srcId="{9A40F0C7-54FB-4F47-A139-251BC6219CF3}" destId="{CD4DEAF5-18D8-423F-968D-A19359F77445}" srcOrd="8" destOrd="0" presId="urn:microsoft.com/office/officeart/2005/8/layout/vProcess5"/>
    <dgm:cxn modelId="{15A985F2-2586-44A5-833D-4BA9A783C678}" type="presParOf" srcId="{9A40F0C7-54FB-4F47-A139-251BC6219CF3}" destId="{3345641B-D19B-4E88-8323-53AE3880A7EC}" srcOrd="9" destOrd="0" presId="urn:microsoft.com/office/officeart/2005/8/layout/vProcess5"/>
    <dgm:cxn modelId="{13D56F7C-146D-4059-B9D5-1E3EAD056F74}" type="presParOf" srcId="{9A40F0C7-54FB-4F47-A139-251BC6219CF3}" destId="{0695682F-0400-4ABC-851C-D3091F214E81}" srcOrd="10" destOrd="0" presId="urn:microsoft.com/office/officeart/2005/8/layout/vProcess5"/>
    <dgm:cxn modelId="{97DC1FB2-5221-4494-88BC-2D75524B28B4}" type="presParOf" srcId="{9A40F0C7-54FB-4F47-A139-251BC6219CF3}" destId="{B68EE8A4-C307-43CB-A34C-33E0A9733FAF}" srcOrd="11" destOrd="0" presId="urn:microsoft.com/office/officeart/2005/8/layout/vProcess5"/>
    <dgm:cxn modelId="{58497E6D-6E09-42C1-9BCF-F5D9F8E1DFF8}" type="presParOf" srcId="{9A40F0C7-54FB-4F47-A139-251BC6219CF3}" destId="{C102A1B0-D41E-4E1B-8251-C474F3479E8F}" srcOrd="12" destOrd="0" presId="urn:microsoft.com/office/officeart/2005/8/layout/vProcess5"/>
    <dgm:cxn modelId="{2BD042A9-2861-40C4-BBF5-96EEDCDE8BB0}" type="presParOf" srcId="{9A40F0C7-54FB-4F47-A139-251BC6219CF3}" destId="{F9268430-F28F-45F2-943E-3EB9F144BB6C}" srcOrd="13" destOrd="0" presId="urn:microsoft.com/office/officeart/2005/8/layout/vProcess5"/>
    <dgm:cxn modelId="{0E0355F6-C62D-45BC-9F19-67376D75A6B5}" type="presParOf" srcId="{9A40F0C7-54FB-4F47-A139-251BC6219CF3}" destId="{13BEA1A0-6BF3-41B2-B56D-5A3E11FADDEB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6F9CDD2-3466-4CD6-9377-760EB6009CEE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E9CFD49-2D48-4656-8DF2-436CBD43ADAA}">
      <dgm:prSet/>
      <dgm:spPr/>
      <dgm:t>
        <a:bodyPr/>
        <a:lstStyle/>
        <a:p>
          <a:pPr>
            <a:defRPr cap="all"/>
          </a:pPr>
          <a:r>
            <a:rPr lang="en-US" b="0" i="0"/>
            <a:t>Spostare temporanemente processi in attivi dalla ram al disco per liberare spazio</a:t>
          </a:r>
          <a:endParaRPr lang="en-US"/>
        </a:p>
      </dgm:t>
    </dgm:pt>
    <dgm:pt modelId="{33B7AE4C-B880-4850-93A7-828A5A840B2F}" type="parTrans" cxnId="{94C54598-68BC-4B08-BE44-AF0BB20282AE}">
      <dgm:prSet/>
      <dgm:spPr/>
      <dgm:t>
        <a:bodyPr/>
        <a:lstStyle/>
        <a:p>
          <a:endParaRPr lang="en-US"/>
        </a:p>
      </dgm:t>
    </dgm:pt>
    <dgm:pt modelId="{4C907EC6-3D99-4FF3-8809-89CE2292258A}" type="sibTrans" cxnId="{94C54598-68BC-4B08-BE44-AF0BB20282AE}">
      <dgm:prSet/>
      <dgm:spPr/>
      <dgm:t>
        <a:bodyPr/>
        <a:lstStyle/>
        <a:p>
          <a:endParaRPr lang="en-US"/>
        </a:p>
      </dgm:t>
    </dgm:pt>
    <dgm:pt modelId="{B17559A4-F795-4982-8FC7-2AE3AB5E356A}">
      <dgm:prSet/>
      <dgm:spPr/>
      <dgm:t>
        <a:bodyPr/>
        <a:lstStyle/>
        <a:p>
          <a:pPr>
            <a:defRPr cap="all"/>
          </a:pPr>
          <a:r>
            <a:rPr lang="en-US" b="0" i="0"/>
            <a:t>4 fasi :</a:t>
          </a:r>
          <a:endParaRPr lang="en-US"/>
        </a:p>
      </dgm:t>
    </dgm:pt>
    <dgm:pt modelId="{8DF7EBDC-4227-4557-92E5-D5182227A4F0}" type="parTrans" cxnId="{61AFE246-2F03-4718-B500-F5947BA81F14}">
      <dgm:prSet/>
      <dgm:spPr/>
      <dgm:t>
        <a:bodyPr/>
        <a:lstStyle/>
        <a:p>
          <a:endParaRPr lang="en-US"/>
        </a:p>
      </dgm:t>
    </dgm:pt>
    <dgm:pt modelId="{4EA616AB-38D5-42F1-B7E3-62BA5EDEB6BC}" type="sibTrans" cxnId="{61AFE246-2F03-4718-B500-F5947BA81F14}">
      <dgm:prSet/>
      <dgm:spPr/>
      <dgm:t>
        <a:bodyPr/>
        <a:lstStyle/>
        <a:p>
          <a:endParaRPr lang="en-US"/>
        </a:p>
      </dgm:t>
    </dgm:pt>
    <dgm:pt modelId="{E067E419-FD81-4C98-AF0D-85092C926538}">
      <dgm:prSet/>
      <dgm:spPr/>
      <dgm:t>
        <a:bodyPr/>
        <a:lstStyle/>
        <a:p>
          <a:pPr>
            <a:defRPr cap="all"/>
          </a:pPr>
          <a:r>
            <a:rPr lang="en-US" b="1" i="0"/>
            <a:t>Identificare: </a:t>
          </a:r>
          <a:r>
            <a:rPr lang="en-US" b="0" i="0"/>
            <a:t>individuare</a:t>
          </a:r>
          <a:r>
            <a:rPr lang="en-US" b="1" i="0"/>
            <a:t> </a:t>
          </a:r>
          <a:r>
            <a:rPr lang="en-US" b="0" i="0"/>
            <a:t>il processo inattivo</a:t>
          </a:r>
          <a:endParaRPr lang="en-US"/>
        </a:p>
      </dgm:t>
    </dgm:pt>
    <dgm:pt modelId="{EA29C996-B3F6-4C3D-92C3-7B4679597983}" type="parTrans" cxnId="{676207E5-8990-42E2-8571-8C362742F01C}">
      <dgm:prSet/>
      <dgm:spPr/>
      <dgm:t>
        <a:bodyPr/>
        <a:lstStyle/>
        <a:p>
          <a:endParaRPr lang="en-US"/>
        </a:p>
      </dgm:t>
    </dgm:pt>
    <dgm:pt modelId="{56F0E6F5-1841-4E1E-8B74-72E8EAC06FA0}" type="sibTrans" cxnId="{676207E5-8990-42E2-8571-8C362742F01C}">
      <dgm:prSet/>
      <dgm:spPr/>
      <dgm:t>
        <a:bodyPr/>
        <a:lstStyle/>
        <a:p>
          <a:endParaRPr lang="en-US"/>
        </a:p>
      </dgm:t>
    </dgm:pt>
    <dgm:pt modelId="{B5818672-ECF5-491F-97CB-76F5438ED7D8}">
      <dgm:prSet/>
      <dgm:spPr/>
      <dgm:t>
        <a:bodyPr/>
        <a:lstStyle/>
        <a:p>
          <a:pPr>
            <a:defRPr cap="all"/>
          </a:pPr>
          <a:r>
            <a:rPr lang="en-US" b="1" i="0"/>
            <a:t>Salvare sulla memoria temporanea: </a:t>
          </a:r>
          <a:r>
            <a:rPr lang="en-US" b="0" i="0"/>
            <a:t>dati globali heap stack</a:t>
          </a:r>
          <a:endParaRPr lang="en-US"/>
        </a:p>
      </dgm:t>
    </dgm:pt>
    <dgm:pt modelId="{CDF3BB0B-AA91-4326-B879-DB970BE35636}" type="parTrans" cxnId="{88FC6975-2D2B-4586-B1D8-1D4FC13D90F9}">
      <dgm:prSet/>
      <dgm:spPr/>
      <dgm:t>
        <a:bodyPr/>
        <a:lstStyle/>
        <a:p>
          <a:endParaRPr lang="en-US"/>
        </a:p>
      </dgm:t>
    </dgm:pt>
    <dgm:pt modelId="{05825D01-0E5C-4956-93E1-EBF70302B6E8}" type="sibTrans" cxnId="{88FC6975-2D2B-4586-B1D8-1D4FC13D90F9}">
      <dgm:prSet/>
      <dgm:spPr/>
      <dgm:t>
        <a:bodyPr/>
        <a:lstStyle/>
        <a:p>
          <a:endParaRPr lang="en-US"/>
        </a:p>
      </dgm:t>
    </dgm:pt>
    <dgm:pt modelId="{245B51BE-E5D6-41FE-A0DF-C8F8B876BFEA}">
      <dgm:prSet/>
      <dgm:spPr/>
      <dgm:t>
        <a:bodyPr/>
        <a:lstStyle/>
        <a:p>
          <a:pPr>
            <a:defRPr cap="all"/>
          </a:pPr>
          <a:r>
            <a:rPr lang="en-US" b="1" i="0"/>
            <a:t>Scaricamento: </a:t>
          </a:r>
          <a:r>
            <a:rPr lang="en-US" b="0" i="0"/>
            <a:t>rimuoverlo dalla ram</a:t>
          </a:r>
          <a:endParaRPr lang="en-US"/>
        </a:p>
      </dgm:t>
    </dgm:pt>
    <dgm:pt modelId="{CE9B423A-C3F1-4A99-9A44-622B4FDE6B85}" type="parTrans" cxnId="{1ED12DA4-4EFC-4D69-A4AE-C4A91A8759D6}">
      <dgm:prSet/>
      <dgm:spPr/>
      <dgm:t>
        <a:bodyPr/>
        <a:lstStyle/>
        <a:p>
          <a:endParaRPr lang="en-US"/>
        </a:p>
      </dgm:t>
    </dgm:pt>
    <dgm:pt modelId="{75B01A2F-DA1A-472E-8614-099DC90CD440}" type="sibTrans" cxnId="{1ED12DA4-4EFC-4D69-A4AE-C4A91A8759D6}">
      <dgm:prSet/>
      <dgm:spPr/>
      <dgm:t>
        <a:bodyPr/>
        <a:lstStyle/>
        <a:p>
          <a:endParaRPr lang="en-US"/>
        </a:p>
      </dgm:t>
    </dgm:pt>
    <dgm:pt modelId="{D7AD3257-EF14-40BE-8CA3-B61BE36FB3CF}">
      <dgm:prSet/>
      <dgm:spPr/>
      <dgm:t>
        <a:bodyPr/>
        <a:lstStyle/>
        <a:p>
          <a:pPr>
            <a:defRPr cap="all"/>
          </a:pPr>
          <a:r>
            <a:rPr lang="en-US" b="1" i="0"/>
            <a:t>Caricamento: </a:t>
          </a:r>
          <a:r>
            <a:rPr lang="en-US" b="0" i="0"/>
            <a:t>caricare il nuovo processo</a:t>
          </a:r>
          <a:endParaRPr lang="en-US"/>
        </a:p>
      </dgm:t>
    </dgm:pt>
    <dgm:pt modelId="{F51029DD-7832-44AF-93CA-DE206F25322E}" type="parTrans" cxnId="{E078332C-E798-4AD3-BE79-C506CDB44FCA}">
      <dgm:prSet/>
      <dgm:spPr/>
      <dgm:t>
        <a:bodyPr/>
        <a:lstStyle/>
        <a:p>
          <a:endParaRPr lang="en-US"/>
        </a:p>
      </dgm:t>
    </dgm:pt>
    <dgm:pt modelId="{82B847A2-8E7B-4FA5-B456-74885CA39921}" type="sibTrans" cxnId="{E078332C-E798-4AD3-BE79-C506CDB44FCA}">
      <dgm:prSet/>
      <dgm:spPr/>
      <dgm:t>
        <a:bodyPr/>
        <a:lstStyle/>
        <a:p>
          <a:endParaRPr lang="en-US"/>
        </a:p>
      </dgm:t>
    </dgm:pt>
    <dgm:pt modelId="{C43F7A5F-E992-44A2-A968-0C143CBBC68D}" type="pres">
      <dgm:prSet presAssocID="{36F9CDD2-3466-4CD6-9377-760EB6009CEE}" presName="root" presStyleCnt="0">
        <dgm:presLayoutVars>
          <dgm:dir/>
          <dgm:resizeHandles val="exact"/>
        </dgm:presLayoutVars>
      </dgm:prSet>
      <dgm:spPr/>
    </dgm:pt>
    <dgm:pt modelId="{9DE84024-2C16-4D50-B934-948FD775CD02}" type="pres">
      <dgm:prSet presAssocID="{7E9CFD49-2D48-4656-8DF2-436CBD43ADAA}" presName="compNode" presStyleCnt="0"/>
      <dgm:spPr/>
    </dgm:pt>
    <dgm:pt modelId="{A2802AF7-92BE-44AB-A7E8-791A59EAD593}" type="pres">
      <dgm:prSet presAssocID="{7E9CFD49-2D48-4656-8DF2-436CBD43ADAA}" presName="iconBgRect" presStyleLbl="bgShp" presStyleIdx="0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2B90A3B9-6921-40AB-875F-C3B3C279CE93}" type="pres">
      <dgm:prSet presAssocID="{7E9CFD49-2D48-4656-8DF2-436CBD43ADAA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gno di spunta"/>
        </a:ext>
      </dgm:extLst>
    </dgm:pt>
    <dgm:pt modelId="{4960E384-873D-424C-A895-87621AAE55C1}" type="pres">
      <dgm:prSet presAssocID="{7E9CFD49-2D48-4656-8DF2-436CBD43ADAA}" presName="spaceRect" presStyleCnt="0"/>
      <dgm:spPr/>
    </dgm:pt>
    <dgm:pt modelId="{467A1F85-0FAF-4741-8B23-4A0995B83AAA}" type="pres">
      <dgm:prSet presAssocID="{7E9CFD49-2D48-4656-8DF2-436CBD43ADAA}" presName="textRect" presStyleLbl="revTx" presStyleIdx="0" presStyleCnt="6">
        <dgm:presLayoutVars>
          <dgm:chMax val="1"/>
          <dgm:chPref val="1"/>
        </dgm:presLayoutVars>
      </dgm:prSet>
      <dgm:spPr/>
    </dgm:pt>
    <dgm:pt modelId="{B1D66AEB-BD4A-4038-9F0F-863F0E08DD71}" type="pres">
      <dgm:prSet presAssocID="{4C907EC6-3D99-4FF3-8809-89CE2292258A}" presName="sibTrans" presStyleCnt="0"/>
      <dgm:spPr/>
    </dgm:pt>
    <dgm:pt modelId="{2BF1EDAD-119A-4220-B82D-0F17ACA327BA}" type="pres">
      <dgm:prSet presAssocID="{B17559A4-F795-4982-8FC7-2AE3AB5E356A}" presName="compNode" presStyleCnt="0"/>
      <dgm:spPr/>
    </dgm:pt>
    <dgm:pt modelId="{7B6550C6-D20F-4E7D-B97E-2B4BAFAE6FCF}" type="pres">
      <dgm:prSet presAssocID="{B17559A4-F795-4982-8FC7-2AE3AB5E356A}" presName="iconBgRect" presStyleLbl="bgShp" presStyleIdx="1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BD5A6060-EFDF-42A7-9574-A19253276487}" type="pres">
      <dgm:prSet presAssocID="{B17559A4-F795-4982-8FC7-2AE3AB5E356A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peti"/>
        </a:ext>
      </dgm:extLst>
    </dgm:pt>
    <dgm:pt modelId="{EFE94060-0F00-4682-B8A8-FD9B14652F87}" type="pres">
      <dgm:prSet presAssocID="{B17559A4-F795-4982-8FC7-2AE3AB5E356A}" presName="spaceRect" presStyleCnt="0"/>
      <dgm:spPr/>
    </dgm:pt>
    <dgm:pt modelId="{291436FF-4C87-4CE7-B232-AEA0D0074518}" type="pres">
      <dgm:prSet presAssocID="{B17559A4-F795-4982-8FC7-2AE3AB5E356A}" presName="textRect" presStyleLbl="revTx" presStyleIdx="1" presStyleCnt="6">
        <dgm:presLayoutVars>
          <dgm:chMax val="1"/>
          <dgm:chPref val="1"/>
        </dgm:presLayoutVars>
      </dgm:prSet>
      <dgm:spPr/>
    </dgm:pt>
    <dgm:pt modelId="{2D9E932C-B1CE-4A1D-9E85-482D4245E2E3}" type="pres">
      <dgm:prSet presAssocID="{4EA616AB-38D5-42F1-B7E3-62BA5EDEB6BC}" presName="sibTrans" presStyleCnt="0"/>
      <dgm:spPr/>
    </dgm:pt>
    <dgm:pt modelId="{6033F5C5-7D78-419E-8259-889E9D728EA9}" type="pres">
      <dgm:prSet presAssocID="{E067E419-FD81-4C98-AF0D-85092C926538}" presName="compNode" presStyleCnt="0"/>
      <dgm:spPr/>
    </dgm:pt>
    <dgm:pt modelId="{6BC4D216-E39A-4610-97B7-17EA30D93F8E}" type="pres">
      <dgm:prSet presAssocID="{E067E419-FD81-4C98-AF0D-85092C926538}" presName="iconBgRect" presStyleLbl="bgShp" presStyleIdx="2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31973F80-75A8-42B5-99DE-B02770D3CEEB}" type="pres">
      <dgm:prSet presAssocID="{E067E419-FD81-4C98-AF0D-85092C926538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fresh"/>
        </a:ext>
      </dgm:extLst>
    </dgm:pt>
    <dgm:pt modelId="{9AF9283E-EC61-47DE-9AD7-4524077B0CCD}" type="pres">
      <dgm:prSet presAssocID="{E067E419-FD81-4C98-AF0D-85092C926538}" presName="spaceRect" presStyleCnt="0"/>
      <dgm:spPr/>
    </dgm:pt>
    <dgm:pt modelId="{11F9F67A-1039-4F12-BA69-8CC676F50333}" type="pres">
      <dgm:prSet presAssocID="{E067E419-FD81-4C98-AF0D-85092C926538}" presName="textRect" presStyleLbl="revTx" presStyleIdx="2" presStyleCnt="6">
        <dgm:presLayoutVars>
          <dgm:chMax val="1"/>
          <dgm:chPref val="1"/>
        </dgm:presLayoutVars>
      </dgm:prSet>
      <dgm:spPr/>
    </dgm:pt>
    <dgm:pt modelId="{8BCDBCCF-3ABB-429B-827F-9FA0C4849C01}" type="pres">
      <dgm:prSet presAssocID="{56F0E6F5-1841-4E1E-8B74-72E8EAC06FA0}" presName="sibTrans" presStyleCnt="0"/>
      <dgm:spPr/>
    </dgm:pt>
    <dgm:pt modelId="{B815A61A-7DDA-42EE-B818-B39B818B303A}" type="pres">
      <dgm:prSet presAssocID="{B5818672-ECF5-491F-97CB-76F5438ED7D8}" presName="compNode" presStyleCnt="0"/>
      <dgm:spPr/>
    </dgm:pt>
    <dgm:pt modelId="{C16AB50F-C9FB-4A83-BA85-EBCCA1F6BF86}" type="pres">
      <dgm:prSet presAssocID="{B5818672-ECF5-491F-97CB-76F5438ED7D8}" presName="iconBgRect" presStyleLbl="bgShp" presStyleIdx="3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DF84B2DA-747F-432B-BA7C-FA93A59A8AB5}" type="pres">
      <dgm:prSet presAssocID="{B5818672-ECF5-491F-97CB-76F5438ED7D8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"/>
        </a:ext>
      </dgm:extLst>
    </dgm:pt>
    <dgm:pt modelId="{D2668468-9111-4E2C-A8EB-308943D943F4}" type="pres">
      <dgm:prSet presAssocID="{B5818672-ECF5-491F-97CB-76F5438ED7D8}" presName="spaceRect" presStyleCnt="0"/>
      <dgm:spPr/>
    </dgm:pt>
    <dgm:pt modelId="{9D775CF6-4969-4B2F-BA0B-38B42E7EDCA2}" type="pres">
      <dgm:prSet presAssocID="{B5818672-ECF5-491F-97CB-76F5438ED7D8}" presName="textRect" presStyleLbl="revTx" presStyleIdx="3" presStyleCnt="6">
        <dgm:presLayoutVars>
          <dgm:chMax val="1"/>
          <dgm:chPref val="1"/>
        </dgm:presLayoutVars>
      </dgm:prSet>
      <dgm:spPr/>
    </dgm:pt>
    <dgm:pt modelId="{499D5631-D5A1-4C00-BB9C-FB12F447CFED}" type="pres">
      <dgm:prSet presAssocID="{05825D01-0E5C-4956-93E1-EBF70302B6E8}" presName="sibTrans" presStyleCnt="0"/>
      <dgm:spPr/>
    </dgm:pt>
    <dgm:pt modelId="{E3EC72E3-9D3D-43BA-ABD5-9BA11E7CB200}" type="pres">
      <dgm:prSet presAssocID="{245B51BE-E5D6-41FE-A0DF-C8F8B876BFEA}" presName="compNode" presStyleCnt="0"/>
      <dgm:spPr/>
    </dgm:pt>
    <dgm:pt modelId="{20DB24C6-4BA6-4EA4-9467-78FC81D0ABDB}" type="pres">
      <dgm:prSet presAssocID="{245B51BE-E5D6-41FE-A0DF-C8F8B876BFEA}" presName="iconBgRect" presStyleLbl="bgShp" presStyleIdx="4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8EA58D13-976D-4C5D-B88F-DB650B5673C5}" type="pres">
      <dgm:prSet presAssocID="{245B51BE-E5D6-41FE-A0DF-C8F8B876BFEA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8A81ED28-2C80-4923-BBB8-50F5506B5E27}" type="pres">
      <dgm:prSet presAssocID="{245B51BE-E5D6-41FE-A0DF-C8F8B876BFEA}" presName="spaceRect" presStyleCnt="0"/>
      <dgm:spPr/>
    </dgm:pt>
    <dgm:pt modelId="{AE5514AF-CBCB-4310-809F-EF3241614E37}" type="pres">
      <dgm:prSet presAssocID="{245B51BE-E5D6-41FE-A0DF-C8F8B876BFEA}" presName="textRect" presStyleLbl="revTx" presStyleIdx="4" presStyleCnt="6">
        <dgm:presLayoutVars>
          <dgm:chMax val="1"/>
          <dgm:chPref val="1"/>
        </dgm:presLayoutVars>
      </dgm:prSet>
      <dgm:spPr/>
    </dgm:pt>
    <dgm:pt modelId="{15148D90-A160-48B0-8BCE-3D9CD375EF8F}" type="pres">
      <dgm:prSet presAssocID="{75B01A2F-DA1A-472E-8614-099DC90CD440}" presName="sibTrans" presStyleCnt="0"/>
      <dgm:spPr/>
    </dgm:pt>
    <dgm:pt modelId="{A5558B2A-3715-4EF5-8BD9-D45956B87A07}" type="pres">
      <dgm:prSet presAssocID="{D7AD3257-EF14-40BE-8CA3-B61BE36FB3CF}" presName="compNode" presStyleCnt="0"/>
      <dgm:spPr/>
    </dgm:pt>
    <dgm:pt modelId="{D5513CD3-376F-4B74-A17D-15440ECE0A95}" type="pres">
      <dgm:prSet presAssocID="{D7AD3257-EF14-40BE-8CA3-B61BE36FB3CF}" presName="iconBgRect" presStyleLbl="bgShp" presStyleIdx="5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896CC092-B6FD-4B1E-B8F0-D053FD5CD3CF}" type="pres">
      <dgm:prSet presAssocID="{D7AD3257-EF14-40BE-8CA3-B61BE36FB3CF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B1360069-0142-415E-9983-751ACEBC99AF}" type="pres">
      <dgm:prSet presAssocID="{D7AD3257-EF14-40BE-8CA3-B61BE36FB3CF}" presName="spaceRect" presStyleCnt="0"/>
      <dgm:spPr/>
    </dgm:pt>
    <dgm:pt modelId="{F54C0875-2360-4432-A85E-A3E72ACE908C}" type="pres">
      <dgm:prSet presAssocID="{D7AD3257-EF14-40BE-8CA3-B61BE36FB3CF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C3F6B513-91DA-48D0-BCAA-1A259C87280B}" type="presOf" srcId="{36F9CDD2-3466-4CD6-9377-760EB6009CEE}" destId="{C43F7A5F-E992-44A2-A968-0C143CBBC68D}" srcOrd="0" destOrd="0" presId="urn:microsoft.com/office/officeart/2018/5/layout/IconLeafLabelList"/>
    <dgm:cxn modelId="{E078332C-E798-4AD3-BE79-C506CDB44FCA}" srcId="{36F9CDD2-3466-4CD6-9377-760EB6009CEE}" destId="{D7AD3257-EF14-40BE-8CA3-B61BE36FB3CF}" srcOrd="5" destOrd="0" parTransId="{F51029DD-7832-44AF-93CA-DE206F25322E}" sibTransId="{82B847A2-8E7B-4FA5-B456-74885CA39921}"/>
    <dgm:cxn modelId="{61AFE246-2F03-4718-B500-F5947BA81F14}" srcId="{36F9CDD2-3466-4CD6-9377-760EB6009CEE}" destId="{B17559A4-F795-4982-8FC7-2AE3AB5E356A}" srcOrd="1" destOrd="0" parTransId="{8DF7EBDC-4227-4557-92E5-D5182227A4F0}" sibTransId="{4EA616AB-38D5-42F1-B7E3-62BA5EDEB6BC}"/>
    <dgm:cxn modelId="{803E284E-1CBA-4432-A0AB-9534528D9776}" type="presOf" srcId="{E067E419-FD81-4C98-AF0D-85092C926538}" destId="{11F9F67A-1039-4F12-BA69-8CC676F50333}" srcOrd="0" destOrd="0" presId="urn:microsoft.com/office/officeart/2018/5/layout/IconLeafLabelList"/>
    <dgm:cxn modelId="{A2648C4F-02E5-4535-A718-D417CC6E0755}" type="presOf" srcId="{245B51BE-E5D6-41FE-A0DF-C8F8B876BFEA}" destId="{AE5514AF-CBCB-4310-809F-EF3241614E37}" srcOrd="0" destOrd="0" presId="urn:microsoft.com/office/officeart/2018/5/layout/IconLeafLabelList"/>
    <dgm:cxn modelId="{88FC6975-2D2B-4586-B1D8-1D4FC13D90F9}" srcId="{36F9CDD2-3466-4CD6-9377-760EB6009CEE}" destId="{B5818672-ECF5-491F-97CB-76F5438ED7D8}" srcOrd="3" destOrd="0" parTransId="{CDF3BB0B-AA91-4326-B879-DB970BE35636}" sibTransId="{05825D01-0E5C-4956-93E1-EBF70302B6E8}"/>
    <dgm:cxn modelId="{0F55AD7C-53B4-4C8A-999E-0C7D62946DF0}" type="presOf" srcId="{D7AD3257-EF14-40BE-8CA3-B61BE36FB3CF}" destId="{F54C0875-2360-4432-A85E-A3E72ACE908C}" srcOrd="0" destOrd="0" presId="urn:microsoft.com/office/officeart/2018/5/layout/IconLeafLabelList"/>
    <dgm:cxn modelId="{94C54598-68BC-4B08-BE44-AF0BB20282AE}" srcId="{36F9CDD2-3466-4CD6-9377-760EB6009CEE}" destId="{7E9CFD49-2D48-4656-8DF2-436CBD43ADAA}" srcOrd="0" destOrd="0" parTransId="{33B7AE4C-B880-4850-93A7-828A5A840B2F}" sibTransId="{4C907EC6-3D99-4FF3-8809-89CE2292258A}"/>
    <dgm:cxn modelId="{1ED12DA4-4EFC-4D69-A4AE-C4A91A8759D6}" srcId="{36F9CDD2-3466-4CD6-9377-760EB6009CEE}" destId="{245B51BE-E5D6-41FE-A0DF-C8F8B876BFEA}" srcOrd="4" destOrd="0" parTransId="{CE9B423A-C3F1-4A99-9A44-622B4FDE6B85}" sibTransId="{75B01A2F-DA1A-472E-8614-099DC90CD440}"/>
    <dgm:cxn modelId="{4B429CAF-6A38-496B-AD8F-1001CB2BA3A0}" type="presOf" srcId="{7E9CFD49-2D48-4656-8DF2-436CBD43ADAA}" destId="{467A1F85-0FAF-4741-8B23-4A0995B83AAA}" srcOrd="0" destOrd="0" presId="urn:microsoft.com/office/officeart/2018/5/layout/IconLeafLabelList"/>
    <dgm:cxn modelId="{7FA9B8C0-A2AE-4E55-8896-123EACEB4D65}" type="presOf" srcId="{B5818672-ECF5-491F-97CB-76F5438ED7D8}" destId="{9D775CF6-4969-4B2F-BA0B-38B42E7EDCA2}" srcOrd="0" destOrd="0" presId="urn:microsoft.com/office/officeart/2018/5/layout/IconLeafLabelList"/>
    <dgm:cxn modelId="{EFFE89DE-1AFC-4968-92C7-31F6D0FB8300}" type="presOf" srcId="{B17559A4-F795-4982-8FC7-2AE3AB5E356A}" destId="{291436FF-4C87-4CE7-B232-AEA0D0074518}" srcOrd="0" destOrd="0" presId="urn:microsoft.com/office/officeart/2018/5/layout/IconLeafLabelList"/>
    <dgm:cxn modelId="{676207E5-8990-42E2-8571-8C362742F01C}" srcId="{36F9CDD2-3466-4CD6-9377-760EB6009CEE}" destId="{E067E419-FD81-4C98-AF0D-85092C926538}" srcOrd="2" destOrd="0" parTransId="{EA29C996-B3F6-4C3D-92C3-7B4679597983}" sibTransId="{56F0E6F5-1841-4E1E-8B74-72E8EAC06FA0}"/>
    <dgm:cxn modelId="{57890C8D-5AE8-42C5-A723-BFA2CF373860}" type="presParOf" srcId="{C43F7A5F-E992-44A2-A968-0C143CBBC68D}" destId="{9DE84024-2C16-4D50-B934-948FD775CD02}" srcOrd="0" destOrd="0" presId="urn:microsoft.com/office/officeart/2018/5/layout/IconLeafLabelList"/>
    <dgm:cxn modelId="{9D9A15E6-3C4A-4162-81D9-699D25A436F3}" type="presParOf" srcId="{9DE84024-2C16-4D50-B934-948FD775CD02}" destId="{A2802AF7-92BE-44AB-A7E8-791A59EAD593}" srcOrd="0" destOrd="0" presId="urn:microsoft.com/office/officeart/2018/5/layout/IconLeafLabelList"/>
    <dgm:cxn modelId="{929861CB-EC41-4EB4-9E30-EABAD8A832C0}" type="presParOf" srcId="{9DE84024-2C16-4D50-B934-948FD775CD02}" destId="{2B90A3B9-6921-40AB-875F-C3B3C279CE93}" srcOrd="1" destOrd="0" presId="urn:microsoft.com/office/officeart/2018/5/layout/IconLeafLabelList"/>
    <dgm:cxn modelId="{D83FAFAB-D0F2-44B3-AEC6-C57A5A7773EF}" type="presParOf" srcId="{9DE84024-2C16-4D50-B934-948FD775CD02}" destId="{4960E384-873D-424C-A895-87621AAE55C1}" srcOrd="2" destOrd="0" presId="urn:microsoft.com/office/officeart/2018/5/layout/IconLeafLabelList"/>
    <dgm:cxn modelId="{98813FDE-445E-4A10-8A88-40573A51E66C}" type="presParOf" srcId="{9DE84024-2C16-4D50-B934-948FD775CD02}" destId="{467A1F85-0FAF-4741-8B23-4A0995B83AAA}" srcOrd="3" destOrd="0" presId="urn:microsoft.com/office/officeart/2018/5/layout/IconLeafLabelList"/>
    <dgm:cxn modelId="{2FD2461A-42EB-4637-A597-F448006C66DE}" type="presParOf" srcId="{C43F7A5F-E992-44A2-A968-0C143CBBC68D}" destId="{B1D66AEB-BD4A-4038-9F0F-863F0E08DD71}" srcOrd="1" destOrd="0" presId="urn:microsoft.com/office/officeart/2018/5/layout/IconLeafLabelList"/>
    <dgm:cxn modelId="{CAF11D9B-3D77-41F1-ACD0-9E27E8351757}" type="presParOf" srcId="{C43F7A5F-E992-44A2-A968-0C143CBBC68D}" destId="{2BF1EDAD-119A-4220-B82D-0F17ACA327BA}" srcOrd="2" destOrd="0" presId="urn:microsoft.com/office/officeart/2018/5/layout/IconLeafLabelList"/>
    <dgm:cxn modelId="{C67B1225-5C4A-46B6-AA6F-E11376294E77}" type="presParOf" srcId="{2BF1EDAD-119A-4220-B82D-0F17ACA327BA}" destId="{7B6550C6-D20F-4E7D-B97E-2B4BAFAE6FCF}" srcOrd="0" destOrd="0" presId="urn:microsoft.com/office/officeart/2018/5/layout/IconLeafLabelList"/>
    <dgm:cxn modelId="{2D9AE67F-3B55-40A5-A6F5-70219DD50332}" type="presParOf" srcId="{2BF1EDAD-119A-4220-B82D-0F17ACA327BA}" destId="{BD5A6060-EFDF-42A7-9574-A19253276487}" srcOrd="1" destOrd="0" presId="urn:microsoft.com/office/officeart/2018/5/layout/IconLeafLabelList"/>
    <dgm:cxn modelId="{877117DA-9407-4CA0-A37D-C4D5CA24FF52}" type="presParOf" srcId="{2BF1EDAD-119A-4220-B82D-0F17ACA327BA}" destId="{EFE94060-0F00-4682-B8A8-FD9B14652F87}" srcOrd="2" destOrd="0" presId="urn:microsoft.com/office/officeart/2018/5/layout/IconLeafLabelList"/>
    <dgm:cxn modelId="{7331752E-2D9F-4976-8CB1-761CE39903FA}" type="presParOf" srcId="{2BF1EDAD-119A-4220-B82D-0F17ACA327BA}" destId="{291436FF-4C87-4CE7-B232-AEA0D0074518}" srcOrd="3" destOrd="0" presId="urn:microsoft.com/office/officeart/2018/5/layout/IconLeafLabelList"/>
    <dgm:cxn modelId="{E36E42C6-B563-4446-8374-7504DF0B140D}" type="presParOf" srcId="{C43F7A5F-E992-44A2-A968-0C143CBBC68D}" destId="{2D9E932C-B1CE-4A1D-9E85-482D4245E2E3}" srcOrd="3" destOrd="0" presId="urn:microsoft.com/office/officeart/2018/5/layout/IconLeafLabelList"/>
    <dgm:cxn modelId="{50E9DD80-F6E5-443F-9153-09623EE04776}" type="presParOf" srcId="{C43F7A5F-E992-44A2-A968-0C143CBBC68D}" destId="{6033F5C5-7D78-419E-8259-889E9D728EA9}" srcOrd="4" destOrd="0" presId="urn:microsoft.com/office/officeart/2018/5/layout/IconLeafLabelList"/>
    <dgm:cxn modelId="{16C1B043-BC21-4203-ADEA-2B3A1F96CAE2}" type="presParOf" srcId="{6033F5C5-7D78-419E-8259-889E9D728EA9}" destId="{6BC4D216-E39A-4610-97B7-17EA30D93F8E}" srcOrd="0" destOrd="0" presId="urn:microsoft.com/office/officeart/2018/5/layout/IconLeafLabelList"/>
    <dgm:cxn modelId="{D705952D-DBFA-4AA4-8488-47EF5CEAFD8F}" type="presParOf" srcId="{6033F5C5-7D78-419E-8259-889E9D728EA9}" destId="{31973F80-75A8-42B5-99DE-B02770D3CEEB}" srcOrd="1" destOrd="0" presId="urn:microsoft.com/office/officeart/2018/5/layout/IconLeafLabelList"/>
    <dgm:cxn modelId="{4242AC7C-AA0F-4521-AAB4-071FA8639DEE}" type="presParOf" srcId="{6033F5C5-7D78-419E-8259-889E9D728EA9}" destId="{9AF9283E-EC61-47DE-9AD7-4524077B0CCD}" srcOrd="2" destOrd="0" presId="urn:microsoft.com/office/officeart/2018/5/layout/IconLeafLabelList"/>
    <dgm:cxn modelId="{33851C4B-32D5-4291-9DF3-FECAA906B5D2}" type="presParOf" srcId="{6033F5C5-7D78-419E-8259-889E9D728EA9}" destId="{11F9F67A-1039-4F12-BA69-8CC676F50333}" srcOrd="3" destOrd="0" presId="urn:microsoft.com/office/officeart/2018/5/layout/IconLeafLabelList"/>
    <dgm:cxn modelId="{37C8C0AF-E167-48DA-80FC-4DBF47897817}" type="presParOf" srcId="{C43F7A5F-E992-44A2-A968-0C143CBBC68D}" destId="{8BCDBCCF-3ABB-429B-827F-9FA0C4849C01}" srcOrd="5" destOrd="0" presId="urn:microsoft.com/office/officeart/2018/5/layout/IconLeafLabelList"/>
    <dgm:cxn modelId="{C5A4DA2F-1243-4899-BCA5-11E846BCCE3B}" type="presParOf" srcId="{C43F7A5F-E992-44A2-A968-0C143CBBC68D}" destId="{B815A61A-7DDA-42EE-B818-B39B818B303A}" srcOrd="6" destOrd="0" presId="urn:microsoft.com/office/officeart/2018/5/layout/IconLeafLabelList"/>
    <dgm:cxn modelId="{6A8E2D90-59C6-49DE-BE50-CB04697FA702}" type="presParOf" srcId="{B815A61A-7DDA-42EE-B818-B39B818B303A}" destId="{C16AB50F-C9FB-4A83-BA85-EBCCA1F6BF86}" srcOrd="0" destOrd="0" presId="urn:microsoft.com/office/officeart/2018/5/layout/IconLeafLabelList"/>
    <dgm:cxn modelId="{ADA149D3-4A52-4A4C-ADBB-5C795B3B4E17}" type="presParOf" srcId="{B815A61A-7DDA-42EE-B818-B39B818B303A}" destId="{DF84B2DA-747F-432B-BA7C-FA93A59A8AB5}" srcOrd="1" destOrd="0" presId="urn:microsoft.com/office/officeart/2018/5/layout/IconLeafLabelList"/>
    <dgm:cxn modelId="{E378BAE8-B70A-416D-9F0E-93F4FF4A114C}" type="presParOf" srcId="{B815A61A-7DDA-42EE-B818-B39B818B303A}" destId="{D2668468-9111-4E2C-A8EB-308943D943F4}" srcOrd="2" destOrd="0" presId="urn:microsoft.com/office/officeart/2018/5/layout/IconLeafLabelList"/>
    <dgm:cxn modelId="{2BDCAF4F-F3E1-45C1-B008-C6D0178E4DAC}" type="presParOf" srcId="{B815A61A-7DDA-42EE-B818-B39B818B303A}" destId="{9D775CF6-4969-4B2F-BA0B-38B42E7EDCA2}" srcOrd="3" destOrd="0" presId="urn:microsoft.com/office/officeart/2018/5/layout/IconLeafLabelList"/>
    <dgm:cxn modelId="{27F43374-BDD2-4E83-AECC-9A0B266E6467}" type="presParOf" srcId="{C43F7A5F-E992-44A2-A968-0C143CBBC68D}" destId="{499D5631-D5A1-4C00-BB9C-FB12F447CFED}" srcOrd="7" destOrd="0" presId="urn:microsoft.com/office/officeart/2018/5/layout/IconLeafLabelList"/>
    <dgm:cxn modelId="{F72D863A-ECD3-49EF-A795-DD5A8819C88F}" type="presParOf" srcId="{C43F7A5F-E992-44A2-A968-0C143CBBC68D}" destId="{E3EC72E3-9D3D-43BA-ABD5-9BA11E7CB200}" srcOrd="8" destOrd="0" presId="urn:microsoft.com/office/officeart/2018/5/layout/IconLeafLabelList"/>
    <dgm:cxn modelId="{AF7085E2-79B3-4253-AFB8-C213144B0D47}" type="presParOf" srcId="{E3EC72E3-9D3D-43BA-ABD5-9BA11E7CB200}" destId="{20DB24C6-4BA6-4EA4-9467-78FC81D0ABDB}" srcOrd="0" destOrd="0" presId="urn:microsoft.com/office/officeart/2018/5/layout/IconLeafLabelList"/>
    <dgm:cxn modelId="{51EFECBD-9110-4D31-BC67-90CEE52CAEA3}" type="presParOf" srcId="{E3EC72E3-9D3D-43BA-ABD5-9BA11E7CB200}" destId="{8EA58D13-976D-4C5D-B88F-DB650B5673C5}" srcOrd="1" destOrd="0" presId="urn:microsoft.com/office/officeart/2018/5/layout/IconLeafLabelList"/>
    <dgm:cxn modelId="{2603DC03-79CA-4A1B-AF3C-1D714B6B14BB}" type="presParOf" srcId="{E3EC72E3-9D3D-43BA-ABD5-9BA11E7CB200}" destId="{8A81ED28-2C80-4923-BBB8-50F5506B5E27}" srcOrd="2" destOrd="0" presId="urn:microsoft.com/office/officeart/2018/5/layout/IconLeafLabelList"/>
    <dgm:cxn modelId="{4A62667D-EA13-41F8-B520-6A447F5E0629}" type="presParOf" srcId="{E3EC72E3-9D3D-43BA-ABD5-9BA11E7CB200}" destId="{AE5514AF-CBCB-4310-809F-EF3241614E37}" srcOrd="3" destOrd="0" presId="urn:microsoft.com/office/officeart/2018/5/layout/IconLeafLabelList"/>
    <dgm:cxn modelId="{638B9415-332E-43A9-B265-9460E7A0ADE7}" type="presParOf" srcId="{C43F7A5F-E992-44A2-A968-0C143CBBC68D}" destId="{15148D90-A160-48B0-8BCE-3D9CD375EF8F}" srcOrd="9" destOrd="0" presId="urn:microsoft.com/office/officeart/2018/5/layout/IconLeafLabelList"/>
    <dgm:cxn modelId="{AC03911F-3D60-4675-9E6C-2153521BCE1B}" type="presParOf" srcId="{C43F7A5F-E992-44A2-A968-0C143CBBC68D}" destId="{A5558B2A-3715-4EF5-8BD9-D45956B87A07}" srcOrd="10" destOrd="0" presId="urn:microsoft.com/office/officeart/2018/5/layout/IconLeafLabelList"/>
    <dgm:cxn modelId="{2B3A3C24-552F-4636-87EA-AE7AE1A96E59}" type="presParOf" srcId="{A5558B2A-3715-4EF5-8BD9-D45956B87A07}" destId="{D5513CD3-376F-4B74-A17D-15440ECE0A95}" srcOrd="0" destOrd="0" presId="urn:microsoft.com/office/officeart/2018/5/layout/IconLeafLabelList"/>
    <dgm:cxn modelId="{F77BDEA8-1FD1-45E7-B6DF-5515386C386A}" type="presParOf" srcId="{A5558B2A-3715-4EF5-8BD9-D45956B87A07}" destId="{896CC092-B6FD-4B1E-B8F0-D053FD5CD3CF}" srcOrd="1" destOrd="0" presId="urn:microsoft.com/office/officeart/2018/5/layout/IconLeafLabelList"/>
    <dgm:cxn modelId="{18BD3C83-4A70-49CE-8AFB-D4EA903DBC54}" type="presParOf" srcId="{A5558B2A-3715-4EF5-8BD9-D45956B87A07}" destId="{B1360069-0142-415E-9983-751ACEBC99AF}" srcOrd="2" destOrd="0" presId="urn:microsoft.com/office/officeart/2018/5/layout/IconLeafLabelList"/>
    <dgm:cxn modelId="{A9D4CB82-E35E-4618-B2D9-110A67672670}" type="presParOf" srcId="{A5558B2A-3715-4EF5-8BD9-D45956B87A07}" destId="{F54C0875-2360-4432-A85E-A3E72ACE908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C5B0F0-EBFF-49F2-BC24-1248D1F4F5AF}">
      <dsp:nvSpPr>
        <dsp:cNvPr id="0" name=""/>
        <dsp:cNvSpPr/>
      </dsp:nvSpPr>
      <dsp:spPr>
        <a:xfrm>
          <a:off x="278699" y="2019"/>
          <a:ext cx="2092872" cy="125572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kern="1200"/>
            <a:t>Memory manager </a:t>
          </a:r>
          <a:endParaRPr lang="en-US" sz="1000" kern="1200"/>
        </a:p>
      </dsp:txBody>
      <dsp:txXfrm>
        <a:off x="278699" y="2019"/>
        <a:ext cx="2092872" cy="1255723"/>
      </dsp:txXfrm>
    </dsp:sp>
    <dsp:sp modelId="{F8FBA707-3D7E-47BC-8059-8423BE2DD509}">
      <dsp:nvSpPr>
        <dsp:cNvPr id="0" name=""/>
        <dsp:cNvSpPr/>
      </dsp:nvSpPr>
      <dsp:spPr>
        <a:xfrm>
          <a:off x="2580859" y="2019"/>
          <a:ext cx="2092872" cy="1255723"/>
        </a:xfrm>
        <a:prstGeom prst="rect">
          <a:avLst/>
        </a:prstGeom>
        <a:solidFill>
          <a:schemeClr val="accent5">
            <a:hueOff val="623724"/>
            <a:satOff val="-401"/>
            <a:lumOff val="27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kern="1200"/>
            <a:t>Compilazione</a:t>
          </a:r>
          <a:endParaRPr lang="en-US" sz="1000" kern="1200"/>
        </a:p>
      </dsp:txBody>
      <dsp:txXfrm>
        <a:off x="2580859" y="2019"/>
        <a:ext cx="2092872" cy="1255723"/>
      </dsp:txXfrm>
    </dsp:sp>
    <dsp:sp modelId="{25CFB153-D7BD-4989-B0D8-722035330844}">
      <dsp:nvSpPr>
        <dsp:cNvPr id="0" name=""/>
        <dsp:cNvSpPr/>
      </dsp:nvSpPr>
      <dsp:spPr>
        <a:xfrm>
          <a:off x="4883019" y="2019"/>
          <a:ext cx="2092872" cy="1255723"/>
        </a:xfrm>
        <a:prstGeom prst="rect">
          <a:avLst/>
        </a:prstGeom>
        <a:solidFill>
          <a:schemeClr val="accent5">
            <a:hueOff val="1247448"/>
            <a:satOff val="-803"/>
            <a:lumOff val="54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kern="1200"/>
            <a:t>Programma a Processo</a:t>
          </a:r>
          <a:endParaRPr lang="en-US" sz="1000" kern="1200"/>
        </a:p>
      </dsp:txBody>
      <dsp:txXfrm>
        <a:off x="4883019" y="2019"/>
        <a:ext cx="2092872" cy="1255723"/>
      </dsp:txXfrm>
    </dsp:sp>
    <dsp:sp modelId="{455C0FB0-FD0E-4543-B95C-FD76B4D16416}">
      <dsp:nvSpPr>
        <dsp:cNvPr id="0" name=""/>
        <dsp:cNvSpPr/>
      </dsp:nvSpPr>
      <dsp:spPr>
        <a:xfrm>
          <a:off x="7185179" y="2019"/>
          <a:ext cx="2092872" cy="1255723"/>
        </a:xfrm>
        <a:prstGeom prst="rect">
          <a:avLst/>
        </a:prstGeom>
        <a:solidFill>
          <a:schemeClr val="accent5">
            <a:hueOff val="1871171"/>
            <a:satOff val="-1204"/>
            <a:lumOff val="82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kern="1200"/>
            <a:t>Binding / Allocazione</a:t>
          </a:r>
          <a:endParaRPr lang="en-US" sz="1000" kern="1200"/>
        </a:p>
      </dsp:txBody>
      <dsp:txXfrm>
        <a:off x="7185179" y="2019"/>
        <a:ext cx="2092872" cy="1255723"/>
      </dsp:txXfrm>
    </dsp:sp>
    <dsp:sp modelId="{2C2F34E5-7D77-4BC0-B7AE-9A7E81F86F5A}">
      <dsp:nvSpPr>
        <dsp:cNvPr id="0" name=""/>
        <dsp:cNvSpPr/>
      </dsp:nvSpPr>
      <dsp:spPr>
        <a:xfrm>
          <a:off x="278699" y="1467030"/>
          <a:ext cx="2092872" cy="1255723"/>
        </a:xfrm>
        <a:prstGeom prst="rect">
          <a:avLst/>
        </a:prstGeom>
        <a:solidFill>
          <a:schemeClr val="accent5">
            <a:hueOff val="2494895"/>
            <a:satOff val="-1605"/>
            <a:lumOff val="109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kern="1200">
              <a:latin typeface="Century Gothic" panose="020B0502020202020204"/>
            </a:rPr>
            <a:t>Rilocazione</a:t>
          </a:r>
          <a:r>
            <a:rPr lang="it-IT" sz="1000" kern="1200"/>
            <a:t> STATICA</a:t>
          </a:r>
          <a:endParaRPr lang="en-US" sz="1000" kern="1200"/>
        </a:p>
      </dsp:txBody>
      <dsp:txXfrm>
        <a:off x="278699" y="1467030"/>
        <a:ext cx="2092872" cy="1255723"/>
      </dsp:txXfrm>
    </dsp:sp>
    <dsp:sp modelId="{4C63DF3E-C543-47C8-80AD-C585EA11E793}">
      <dsp:nvSpPr>
        <dsp:cNvPr id="0" name=""/>
        <dsp:cNvSpPr/>
      </dsp:nvSpPr>
      <dsp:spPr>
        <a:xfrm>
          <a:off x="2580859" y="1467030"/>
          <a:ext cx="2092872" cy="1255723"/>
        </a:xfrm>
        <a:prstGeom prst="rect">
          <a:avLst/>
        </a:prstGeom>
        <a:solidFill>
          <a:schemeClr val="accent5">
            <a:hueOff val="3118619"/>
            <a:satOff val="-2006"/>
            <a:lumOff val="137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kern="1200">
              <a:latin typeface="Century Gothic" panose="020B0502020202020204"/>
            </a:rPr>
            <a:t>Rilocazione</a:t>
          </a:r>
          <a:r>
            <a:rPr lang="it-IT" sz="1000" kern="1200"/>
            <a:t> dinamica</a:t>
          </a:r>
          <a:endParaRPr lang="en-US" sz="1000" kern="1200"/>
        </a:p>
      </dsp:txBody>
      <dsp:txXfrm>
        <a:off x="2580859" y="1467030"/>
        <a:ext cx="2092872" cy="1255723"/>
      </dsp:txXfrm>
    </dsp:sp>
    <dsp:sp modelId="{FB7F65B5-445A-449B-A5C9-46E5AF070437}">
      <dsp:nvSpPr>
        <dsp:cNvPr id="0" name=""/>
        <dsp:cNvSpPr/>
      </dsp:nvSpPr>
      <dsp:spPr>
        <a:xfrm>
          <a:off x="4883019" y="1467030"/>
          <a:ext cx="2092872" cy="1255723"/>
        </a:xfrm>
        <a:prstGeom prst="rect">
          <a:avLst/>
        </a:prstGeom>
        <a:solidFill>
          <a:schemeClr val="accent5">
            <a:hueOff val="3742343"/>
            <a:satOff val="-2408"/>
            <a:lumOff val="1646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err="1">
              <a:solidFill>
                <a:srgbClr val="EBEBEB"/>
              </a:solidFill>
              <a:latin typeface="Century Gothic" panose="020B0502020202020204"/>
            </a:rPr>
            <a:t>Tecniche</a:t>
          </a:r>
          <a:r>
            <a:rPr lang="en-US" sz="1000" kern="1200">
              <a:solidFill>
                <a:srgbClr val="EBEBEB"/>
              </a:solidFill>
              <a:latin typeface="Century Gothic" panose="020B0502020202020204"/>
            </a:rPr>
            <a:t> per </a:t>
          </a:r>
          <a:r>
            <a:rPr lang="en-US" sz="1000" kern="1200" err="1">
              <a:solidFill>
                <a:srgbClr val="EBEBEB"/>
              </a:solidFill>
              <a:latin typeface="Century Gothic" panose="020B0502020202020204"/>
            </a:rPr>
            <a:t>ottimizzare</a:t>
          </a:r>
          <a:r>
            <a:rPr lang="en-US" sz="1000" kern="1200">
              <a:solidFill>
                <a:srgbClr val="EBEBEB"/>
              </a:solidFill>
              <a:latin typeface="Century Gothic" panose="020B0502020202020204"/>
            </a:rPr>
            <a:t> </a:t>
          </a:r>
          <a:r>
            <a:rPr lang="en-US" sz="1000" kern="1200" err="1">
              <a:solidFill>
                <a:srgbClr val="EBEBEB"/>
              </a:solidFill>
              <a:latin typeface="Century Gothic" panose="020B0502020202020204"/>
            </a:rPr>
            <a:t>l'utilizzo</a:t>
          </a:r>
          <a:r>
            <a:rPr lang="en-US" sz="1000" kern="1200">
              <a:solidFill>
                <a:srgbClr val="EBEBEB"/>
              </a:solidFill>
              <a:latin typeface="Century Gothic" panose="020B0502020202020204"/>
            </a:rPr>
            <a:t> della memoria</a:t>
          </a:r>
          <a:endParaRPr lang="it-IT" sz="1000" kern="1200">
            <a:latin typeface="Century Gothic" panose="020B0502020202020204"/>
          </a:endParaRPr>
        </a:p>
      </dsp:txBody>
      <dsp:txXfrm>
        <a:off x="4883019" y="1467030"/>
        <a:ext cx="2092872" cy="1255723"/>
      </dsp:txXfrm>
    </dsp:sp>
    <dsp:sp modelId="{E7AF3EA2-9B97-4861-BCEE-B6C4C653A2C3}">
      <dsp:nvSpPr>
        <dsp:cNvPr id="0" name=""/>
        <dsp:cNvSpPr/>
      </dsp:nvSpPr>
      <dsp:spPr>
        <a:xfrm>
          <a:off x="7185179" y="1467030"/>
          <a:ext cx="2092872" cy="1255723"/>
        </a:xfrm>
        <a:prstGeom prst="rect">
          <a:avLst/>
        </a:prstGeom>
        <a:solidFill>
          <a:schemeClr val="accent5">
            <a:hueOff val="4366067"/>
            <a:satOff val="-2809"/>
            <a:lumOff val="192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kern="1200">
              <a:latin typeface="Century Gothic" panose="020B0502020202020204"/>
            </a:rPr>
            <a:t>Swapping</a:t>
          </a:r>
        </a:p>
      </dsp:txBody>
      <dsp:txXfrm>
        <a:off x="7185179" y="1467030"/>
        <a:ext cx="2092872" cy="1255723"/>
      </dsp:txXfrm>
    </dsp:sp>
    <dsp:sp modelId="{7C9E1E63-E1B5-4BC4-A78A-29565C25298D}">
      <dsp:nvSpPr>
        <dsp:cNvPr id="0" name=""/>
        <dsp:cNvSpPr/>
      </dsp:nvSpPr>
      <dsp:spPr>
        <a:xfrm>
          <a:off x="1429779" y="2932041"/>
          <a:ext cx="2092872" cy="1255723"/>
        </a:xfrm>
        <a:prstGeom prst="rect">
          <a:avLst/>
        </a:prstGeom>
        <a:solidFill>
          <a:schemeClr val="accent5">
            <a:hueOff val="4989790"/>
            <a:satOff val="-3210"/>
            <a:lumOff val="219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kern="1200">
              <a:latin typeface="Century Gothic" panose="020B0502020202020204"/>
            </a:rPr>
            <a:t>Caricamento dinamico</a:t>
          </a:r>
        </a:p>
      </dsp:txBody>
      <dsp:txXfrm>
        <a:off x="1429779" y="2932041"/>
        <a:ext cx="2092872" cy="1255723"/>
      </dsp:txXfrm>
    </dsp:sp>
    <dsp:sp modelId="{F635719A-0CDE-486D-84F5-87B5C2DD3090}">
      <dsp:nvSpPr>
        <dsp:cNvPr id="0" name=""/>
        <dsp:cNvSpPr/>
      </dsp:nvSpPr>
      <dsp:spPr>
        <a:xfrm>
          <a:off x="3731939" y="2932041"/>
          <a:ext cx="2092872" cy="1255723"/>
        </a:xfrm>
        <a:prstGeom prst="rect">
          <a:avLst/>
        </a:prstGeom>
        <a:solidFill>
          <a:schemeClr val="accent5">
            <a:hueOff val="5613514"/>
            <a:satOff val="-3612"/>
            <a:lumOff val="247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kern="1200">
              <a:latin typeface="Century Gothic" panose="020B0502020202020204"/>
            </a:rPr>
            <a:t>Overlay</a:t>
          </a:r>
        </a:p>
      </dsp:txBody>
      <dsp:txXfrm>
        <a:off x="3731939" y="2932041"/>
        <a:ext cx="2092872" cy="1255723"/>
      </dsp:txXfrm>
    </dsp:sp>
    <dsp:sp modelId="{78D2D70B-3BA8-463C-985F-A1B701239C15}">
      <dsp:nvSpPr>
        <dsp:cNvPr id="0" name=""/>
        <dsp:cNvSpPr/>
      </dsp:nvSpPr>
      <dsp:spPr>
        <a:xfrm>
          <a:off x="6034099" y="2932041"/>
          <a:ext cx="2092872" cy="1255723"/>
        </a:xfrm>
        <a:prstGeom prst="rect">
          <a:avLst/>
        </a:prstGeom>
        <a:solidFill>
          <a:schemeClr val="accent5">
            <a:hueOff val="6237238"/>
            <a:satOff val="-4013"/>
            <a:lumOff val="274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kern="1200">
              <a:latin typeface="Century Gothic" panose="020B0502020202020204"/>
            </a:rPr>
            <a:t>Partizionamento</a:t>
          </a:r>
        </a:p>
      </dsp:txBody>
      <dsp:txXfrm>
        <a:off x="6034099" y="2932041"/>
        <a:ext cx="2092872" cy="12557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8E8D9A-5744-4777-8407-A768E939C752}">
      <dsp:nvSpPr>
        <dsp:cNvPr id="0" name=""/>
        <dsp:cNvSpPr/>
      </dsp:nvSpPr>
      <dsp:spPr>
        <a:xfrm>
          <a:off x="0" y="3571"/>
          <a:ext cx="6496050" cy="7608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4D3978-B4F0-46F5-9E12-6F150F4A0B0D}">
      <dsp:nvSpPr>
        <dsp:cNvPr id="0" name=""/>
        <dsp:cNvSpPr/>
      </dsp:nvSpPr>
      <dsp:spPr>
        <a:xfrm>
          <a:off x="230144" y="174753"/>
          <a:ext cx="418445" cy="4184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3771D8-7D27-414D-B0FD-BB9AB38D23B4}">
      <dsp:nvSpPr>
        <dsp:cNvPr id="0" name=""/>
        <dsp:cNvSpPr/>
      </dsp:nvSpPr>
      <dsp:spPr>
        <a:xfrm>
          <a:off x="878734" y="3571"/>
          <a:ext cx="5617315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0" i="0" kern="1200"/>
            <a:t>Il </a:t>
          </a:r>
          <a:r>
            <a:rPr lang="it-IT" sz="1900" b="1" i="0" kern="1200"/>
            <a:t>sistema operativo</a:t>
          </a:r>
          <a:r>
            <a:rPr lang="it-IT" sz="1900" b="0" i="0" kern="1200"/>
            <a:t> usa il </a:t>
          </a:r>
          <a:r>
            <a:rPr lang="it-IT" sz="1900" b="1" i="0" kern="1200"/>
            <a:t>memory manager</a:t>
          </a:r>
          <a:r>
            <a:rPr lang="it-IT" sz="1900" b="0" i="0" kern="1200"/>
            <a:t> per gestire la RAM</a:t>
          </a:r>
          <a:endParaRPr lang="en-US" sz="1900" kern="1200"/>
        </a:p>
      </dsp:txBody>
      <dsp:txXfrm>
        <a:off x="878734" y="3571"/>
        <a:ext cx="5617315" cy="760809"/>
      </dsp:txXfrm>
    </dsp:sp>
    <dsp:sp modelId="{99FCD538-8FAB-433D-871E-FB4FD1CBDFC8}">
      <dsp:nvSpPr>
        <dsp:cNvPr id="0" name=""/>
        <dsp:cNvSpPr/>
      </dsp:nvSpPr>
      <dsp:spPr>
        <a:xfrm>
          <a:off x="0" y="954583"/>
          <a:ext cx="6496050" cy="7608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72A280-6295-456C-9BB5-3E3C785381FA}">
      <dsp:nvSpPr>
        <dsp:cNvPr id="0" name=""/>
        <dsp:cNvSpPr/>
      </dsp:nvSpPr>
      <dsp:spPr>
        <a:xfrm>
          <a:off x="230144" y="1125765"/>
          <a:ext cx="418445" cy="4184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C1DACA-E576-4E44-96E6-2EF24D7DE342}">
      <dsp:nvSpPr>
        <dsp:cNvPr id="0" name=""/>
        <dsp:cNvSpPr/>
      </dsp:nvSpPr>
      <dsp:spPr>
        <a:xfrm>
          <a:off x="878734" y="954583"/>
          <a:ext cx="5617315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0" i="0" kern="1200"/>
            <a:t>I suoi compiti :</a:t>
          </a:r>
          <a:endParaRPr lang="en-US" sz="1900" kern="1200"/>
        </a:p>
      </dsp:txBody>
      <dsp:txXfrm>
        <a:off x="878734" y="954583"/>
        <a:ext cx="5617315" cy="760809"/>
      </dsp:txXfrm>
    </dsp:sp>
    <dsp:sp modelId="{38897680-741C-42F3-8B7A-24A91D3F3114}">
      <dsp:nvSpPr>
        <dsp:cNvPr id="0" name=""/>
        <dsp:cNvSpPr/>
      </dsp:nvSpPr>
      <dsp:spPr>
        <a:xfrm>
          <a:off x="0" y="1905595"/>
          <a:ext cx="6496050" cy="7608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3D3053-4DBD-4D41-A8CC-0D32374DF11B}">
      <dsp:nvSpPr>
        <dsp:cNvPr id="0" name=""/>
        <dsp:cNvSpPr/>
      </dsp:nvSpPr>
      <dsp:spPr>
        <a:xfrm>
          <a:off x="230144" y="2076777"/>
          <a:ext cx="418445" cy="4184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93904B-832D-4F86-9198-8EB330AE9B26}">
      <dsp:nvSpPr>
        <dsp:cNvPr id="0" name=""/>
        <dsp:cNvSpPr/>
      </dsp:nvSpPr>
      <dsp:spPr>
        <a:xfrm>
          <a:off x="878734" y="1905595"/>
          <a:ext cx="5617315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0" i="0" kern="1200"/>
            <a:t>Sapere quali aree della RAM sono </a:t>
          </a:r>
          <a:r>
            <a:rPr lang="it-IT" sz="1900" b="1" i="0" kern="1200"/>
            <a:t>libere o occupate.</a:t>
          </a:r>
          <a:endParaRPr lang="en-US" sz="1900" kern="1200"/>
        </a:p>
      </dsp:txBody>
      <dsp:txXfrm>
        <a:off x="878734" y="1905595"/>
        <a:ext cx="5617315" cy="760809"/>
      </dsp:txXfrm>
    </dsp:sp>
    <dsp:sp modelId="{A9FCEB85-7D27-41D2-BAAF-F0C51E172996}">
      <dsp:nvSpPr>
        <dsp:cNvPr id="0" name=""/>
        <dsp:cNvSpPr/>
      </dsp:nvSpPr>
      <dsp:spPr>
        <a:xfrm>
          <a:off x="0" y="2856607"/>
          <a:ext cx="6496050" cy="7608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0C5463-0FC3-4872-999D-6C6AEB62FA0B}">
      <dsp:nvSpPr>
        <dsp:cNvPr id="0" name=""/>
        <dsp:cNvSpPr/>
      </dsp:nvSpPr>
      <dsp:spPr>
        <a:xfrm>
          <a:off x="230144" y="3027789"/>
          <a:ext cx="418445" cy="41844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084E69-0A10-4E9A-A694-44BECFA4C3CC}">
      <dsp:nvSpPr>
        <dsp:cNvPr id="0" name=""/>
        <dsp:cNvSpPr/>
      </dsp:nvSpPr>
      <dsp:spPr>
        <a:xfrm>
          <a:off x="878734" y="2856607"/>
          <a:ext cx="5617315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0" i="0" kern="1200"/>
            <a:t>Gestisce lo </a:t>
          </a:r>
          <a:r>
            <a:rPr lang="it-IT" sz="1900" b="1" i="0" kern="1200"/>
            <a:t>swapping</a:t>
          </a:r>
          <a:r>
            <a:rPr lang="it-IT" sz="1900" b="0" i="0" kern="1200"/>
            <a:t> tra RAM e disco quando la memoria RAM è piena.</a:t>
          </a:r>
          <a:endParaRPr lang="en-US" sz="1900" kern="1200"/>
        </a:p>
      </dsp:txBody>
      <dsp:txXfrm>
        <a:off x="878734" y="2856607"/>
        <a:ext cx="5617315" cy="760809"/>
      </dsp:txXfrm>
    </dsp:sp>
    <dsp:sp modelId="{F0E77A55-899E-46CC-B105-A19E5DAC153B}">
      <dsp:nvSpPr>
        <dsp:cNvPr id="0" name=""/>
        <dsp:cNvSpPr/>
      </dsp:nvSpPr>
      <dsp:spPr>
        <a:xfrm>
          <a:off x="0" y="3807618"/>
          <a:ext cx="6496050" cy="7608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75BDAD-0576-4C31-B0FB-2F73360BE6B8}">
      <dsp:nvSpPr>
        <dsp:cNvPr id="0" name=""/>
        <dsp:cNvSpPr/>
      </dsp:nvSpPr>
      <dsp:spPr>
        <a:xfrm>
          <a:off x="230144" y="3978800"/>
          <a:ext cx="418445" cy="41844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82FAB6-6422-4F52-B9DE-E6F1381003EC}">
      <dsp:nvSpPr>
        <dsp:cNvPr id="0" name=""/>
        <dsp:cNvSpPr/>
      </dsp:nvSpPr>
      <dsp:spPr>
        <a:xfrm>
          <a:off x="878734" y="3807618"/>
          <a:ext cx="5617315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0" i="0" kern="1200"/>
            <a:t>Decide quali processi </a:t>
          </a:r>
          <a:r>
            <a:rPr lang="it-IT" sz="1900" b="1" i="0" kern="1200"/>
            <a:t>allocare o disallocare.</a:t>
          </a:r>
          <a:endParaRPr lang="en-US" sz="1900" kern="1200"/>
        </a:p>
      </dsp:txBody>
      <dsp:txXfrm>
        <a:off x="878734" y="3807618"/>
        <a:ext cx="5617315" cy="76080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114F85-E6B0-43FC-9AF7-70B916F54F71}">
      <dsp:nvSpPr>
        <dsp:cNvPr id="0" name=""/>
        <dsp:cNvSpPr/>
      </dsp:nvSpPr>
      <dsp:spPr>
        <a:xfrm>
          <a:off x="9576" y="843489"/>
          <a:ext cx="2862162" cy="171729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kern="1200"/>
            <a:t>Quando viene eseguito entra nella </a:t>
          </a:r>
          <a:r>
            <a:rPr lang="it-IT" sz="2100" b="1" kern="1200"/>
            <a:t>coda di ingresso </a:t>
          </a:r>
          <a:endParaRPr lang="en-US" sz="2100" kern="1200"/>
        </a:p>
      </dsp:txBody>
      <dsp:txXfrm>
        <a:off x="59874" y="893787"/>
        <a:ext cx="2761566" cy="1616701"/>
      </dsp:txXfrm>
    </dsp:sp>
    <dsp:sp modelId="{55961092-D13C-4C3D-A615-D7D635F58519}">
      <dsp:nvSpPr>
        <dsp:cNvPr id="0" name=""/>
        <dsp:cNvSpPr/>
      </dsp:nvSpPr>
      <dsp:spPr>
        <a:xfrm>
          <a:off x="3123608" y="1347230"/>
          <a:ext cx="606778" cy="7098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3123608" y="1489193"/>
        <a:ext cx="424745" cy="425890"/>
      </dsp:txXfrm>
    </dsp:sp>
    <dsp:sp modelId="{07063E66-D86F-44FB-9F8A-7E91329139F7}">
      <dsp:nvSpPr>
        <dsp:cNvPr id="0" name=""/>
        <dsp:cNvSpPr/>
      </dsp:nvSpPr>
      <dsp:spPr>
        <a:xfrm>
          <a:off x="4016603" y="843489"/>
          <a:ext cx="2862162" cy="171729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kern="1200"/>
            <a:t>Il </a:t>
          </a:r>
          <a:r>
            <a:rPr lang="it-IT" sz="2100" b="1" kern="1200"/>
            <a:t>loader</a:t>
          </a:r>
          <a:r>
            <a:rPr lang="it-IT" sz="2100" kern="1200"/>
            <a:t> lo carica in RAM.</a:t>
          </a:r>
          <a:endParaRPr lang="en-US" sz="2100" kern="1200"/>
        </a:p>
      </dsp:txBody>
      <dsp:txXfrm>
        <a:off x="4066901" y="893787"/>
        <a:ext cx="2761566" cy="1616701"/>
      </dsp:txXfrm>
    </dsp:sp>
    <dsp:sp modelId="{271D0510-C9C7-4CC3-95A4-53A5CB80123F}">
      <dsp:nvSpPr>
        <dsp:cNvPr id="0" name=""/>
        <dsp:cNvSpPr/>
      </dsp:nvSpPr>
      <dsp:spPr>
        <a:xfrm>
          <a:off x="7130636" y="1347230"/>
          <a:ext cx="606778" cy="7098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7130636" y="1489193"/>
        <a:ext cx="424745" cy="425890"/>
      </dsp:txXfrm>
    </dsp:sp>
    <dsp:sp modelId="{AEA16904-02D5-4DA9-8EA4-9E9CD45C72A4}">
      <dsp:nvSpPr>
        <dsp:cNvPr id="0" name=""/>
        <dsp:cNvSpPr/>
      </dsp:nvSpPr>
      <dsp:spPr>
        <a:xfrm>
          <a:off x="8023631" y="843489"/>
          <a:ext cx="2862162" cy="171729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kern="1200"/>
            <a:t>Il programma diventa </a:t>
          </a:r>
          <a:r>
            <a:rPr lang="it-IT" sz="2100" b="1" kern="1200"/>
            <a:t>processo</a:t>
          </a:r>
          <a:r>
            <a:rPr lang="it-IT" sz="2100" kern="1200"/>
            <a:t> e entra nella </a:t>
          </a:r>
          <a:r>
            <a:rPr lang="it-IT" sz="2100" b="1" kern="1200"/>
            <a:t>Ready List</a:t>
          </a:r>
          <a:r>
            <a:rPr lang="it-IT" sz="2100" kern="1200"/>
            <a:t>, pronto per la CPU.</a:t>
          </a:r>
          <a:endParaRPr lang="en-US" sz="2100" kern="1200"/>
        </a:p>
      </dsp:txBody>
      <dsp:txXfrm>
        <a:off x="8073929" y="893787"/>
        <a:ext cx="2761566" cy="161670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2860E5-1750-45F7-9B03-E2F8CD7A31E7}">
      <dsp:nvSpPr>
        <dsp:cNvPr id="0" name=""/>
        <dsp:cNvSpPr/>
      </dsp:nvSpPr>
      <dsp:spPr>
        <a:xfrm>
          <a:off x="0" y="0"/>
          <a:ext cx="7241351" cy="73015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0" i="0" kern="1200"/>
            <a:t>Il </a:t>
          </a:r>
          <a:r>
            <a:rPr lang="it-IT" sz="1900" b="1" i="0" kern="1200"/>
            <a:t>binding</a:t>
          </a:r>
          <a:r>
            <a:rPr lang="it-IT" sz="1900" b="0" i="0" kern="1200"/>
            <a:t> trasforma </a:t>
          </a:r>
          <a:r>
            <a:rPr lang="it-IT" sz="1900" b="1" i="0" kern="1200"/>
            <a:t>indirizzi logici → indirizzi fisici</a:t>
          </a:r>
          <a:r>
            <a:rPr lang="it-IT" sz="1900" b="0" i="0" kern="1200"/>
            <a:t>.</a:t>
          </a:r>
          <a:endParaRPr lang="en-US" sz="1900" kern="1200"/>
        </a:p>
      </dsp:txBody>
      <dsp:txXfrm>
        <a:off x="21386" y="21386"/>
        <a:ext cx="6368024" cy="687386"/>
      </dsp:txXfrm>
    </dsp:sp>
    <dsp:sp modelId="{7534DB00-E563-428E-A78E-A11634723F34}">
      <dsp:nvSpPr>
        <dsp:cNvPr id="0" name=""/>
        <dsp:cNvSpPr/>
      </dsp:nvSpPr>
      <dsp:spPr>
        <a:xfrm>
          <a:off x="540750" y="831568"/>
          <a:ext cx="7241351" cy="730158"/>
        </a:xfrm>
        <a:prstGeom prst="roundRect">
          <a:avLst>
            <a:gd name="adj" fmla="val 10000"/>
          </a:avLst>
        </a:prstGeom>
        <a:solidFill>
          <a:schemeClr val="accent2">
            <a:hueOff val="338703"/>
            <a:satOff val="-1658"/>
            <a:lumOff val="93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0" i="0" kern="1200"/>
            <a:t>Può avvenire in tre momenti:</a:t>
          </a:r>
          <a:endParaRPr lang="en-US" sz="1900" kern="1200"/>
        </a:p>
      </dsp:txBody>
      <dsp:txXfrm>
        <a:off x="562136" y="852954"/>
        <a:ext cx="6183226" cy="687386"/>
      </dsp:txXfrm>
    </dsp:sp>
    <dsp:sp modelId="{93375046-D5A2-4683-8E8A-5747B02C85B8}">
      <dsp:nvSpPr>
        <dsp:cNvPr id="0" name=""/>
        <dsp:cNvSpPr/>
      </dsp:nvSpPr>
      <dsp:spPr>
        <a:xfrm>
          <a:off x="1081500" y="1663137"/>
          <a:ext cx="7241351" cy="730158"/>
        </a:xfrm>
        <a:prstGeom prst="roundRect">
          <a:avLst>
            <a:gd name="adj" fmla="val 10000"/>
          </a:avLst>
        </a:prstGeom>
        <a:solidFill>
          <a:schemeClr val="accent2">
            <a:hueOff val="677407"/>
            <a:satOff val="-3316"/>
            <a:lumOff val="186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1" i="0" kern="1200"/>
            <a:t>Compile time</a:t>
          </a:r>
          <a:r>
            <a:rPr lang="it-IT" sz="1900" b="0" i="0" kern="1200"/>
            <a:t> →Solo se il compilatore conosce già dove saranno memorizzati i dati e le istruzioni.</a:t>
          </a:r>
          <a:endParaRPr lang="en-US" sz="1900" kern="1200"/>
        </a:p>
      </dsp:txBody>
      <dsp:txXfrm>
        <a:off x="1102886" y="1684523"/>
        <a:ext cx="6183226" cy="687386"/>
      </dsp:txXfrm>
    </dsp:sp>
    <dsp:sp modelId="{74AE97B0-A5C2-46D1-9F31-8562C50AA3E4}">
      <dsp:nvSpPr>
        <dsp:cNvPr id="0" name=""/>
        <dsp:cNvSpPr/>
      </dsp:nvSpPr>
      <dsp:spPr>
        <a:xfrm>
          <a:off x="1622250" y="2494706"/>
          <a:ext cx="7241351" cy="730158"/>
        </a:xfrm>
        <a:prstGeom prst="roundRect">
          <a:avLst>
            <a:gd name="adj" fmla="val 10000"/>
          </a:avLst>
        </a:prstGeom>
        <a:solidFill>
          <a:schemeClr val="accent2">
            <a:hueOff val="1016110"/>
            <a:satOff val="-4974"/>
            <a:lumOff val="279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1" i="0" kern="1200"/>
            <a:t>Load time</a:t>
          </a:r>
          <a:r>
            <a:rPr lang="it-IT" sz="1900" b="0" i="0" kern="1200"/>
            <a:t> → </a:t>
          </a:r>
          <a:r>
            <a:rPr lang="it-IT" sz="1900" b="1" i="0" kern="1200"/>
            <a:t>rilocazione statica</a:t>
          </a:r>
          <a:endParaRPr lang="en-US" sz="1900" kern="1200"/>
        </a:p>
      </dsp:txBody>
      <dsp:txXfrm>
        <a:off x="1643636" y="2516092"/>
        <a:ext cx="6183226" cy="687386"/>
      </dsp:txXfrm>
    </dsp:sp>
    <dsp:sp modelId="{A1F53F9A-3D51-4034-9CC9-BA60300CAE52}">
      <dsp:nvSpPr>
        <dsp:cNvPr id="0" name=""/>
        <dsp:cNvSpPr/>
      </dsp:nvSpPr>
      <dsp:spPr>
        <a:xfrm>
          <a:off x="2163000" y="3326275"/>
          <a:ext cx="7241351" cy="730158"/>
        </a:xfrm>
        <a:prstGeom prst="roundRect">
          <a:avLst>
            <a:gd name="adj" fmla="val 10000"/>
          </a:avLst>
        </a:prstGeom>
        <a:solidFill>
          <a:schemeClr val="accent2">
            <a:hueOff val="1354814"/>
            <a:satOff val="-6632"/>
            <a:lumOff val="372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1" i="0" kern="1200"/>
            <a:t>Execution time</a:t>
          </a:r>
          <a:r>
            <a:rPr lang="it-IT" sz="1900" b="0" i="0" kern="1200"/>
            <a:t> → </a:t>
          </a:r>
          <a:r>
            <a:rPr lang="it-IT" sz="1900" b="1" i="0" kern="1200"/>
            <a:t>rilocazione dinamica</a:t>
          </a:r>
          <a:endParaRPr lang="en-US" sz="1900" kern="1200"/>
        </a:p>
      </dsp:txBody>
      <dsp:txXfrm>
        <a:off x="2184386" y="3347661"/>
        <a:ext cx="6183226" cy="687386"/>
      </dsp:txXfrm>
    </dsp:sp>
    <dsp:sp modelId="{77AC9AF3-285C-450B-AFF7-E2A3C31C9691}">
      <dsp:nvSpPr>
        <dsp:cNvPr id="0" name=""/>
        <dsp:cNvSpPr/>
      </dsp:nvSpPr>
      <dsp:spPr>
        <a:xfrm>
          <a:off x="6766748" y="533421"/>
          <a:ext cx="474602" cy="47460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873533" y="533421"/>
        <a:ext cx="261032" cy="357138"/>
      </dsp:txXfrm>
    </dsp:sp>
    <dsp:sp modelId="{B9EB3651-541D-4B7F-92E6-D72AE82A42FF}">
      <dsp:nvSpPr>
        <dsp:cNvPr id="0" name=""/>
        <dsp:cNvSpPr/>
      </dsp:nvSpPr>
      <dsp:spPr>
        <a:xfrm>
          <a:off x="7307498" y="1364990"/>
          <a:ext cx="474602" cy="47460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43256"/>
            <a:satOff val="-1571"/>
            <a:lumOff val="-33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543256"/>
              <a:satOff val="-1571"/>
              <a:lumOff val="-3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7414283" y="1364990"/>
        <a:ext cx="261032" cy="357138"/>
      </dsp:txXfrm>
    </dsp:sp>
    <dsp:sp modelId="{CD4DEAF5-18D8-423F-968D-A19359F77445}">
      <dsp:nvSpPr>
        <dsp:cNvPr id="0" name=""/>
        <dsp:cNvSpPr/>
      </dsp:nvSpPr>
      <dsp:spPr>
        <a:xfrm>
          <a:off x="7848248" y="2184389"/>
          <a:ext cx="474602" cy="47460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086513"/>
            <a:satOff val="-3142"/>
            <a:lumOff val="-67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1086513"/>
              <a:satOff val="-3142"/>
              <a:lumOff val="-6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7955033" y="2184389"/>
        <a:ext cx="261032" cy="357138"/>
      </dsp:txXfrm>
    </dsp:sp>
    <dsp:sp modelId="{3345641B-D19B-4E88-8323-53AE3880A7EC}">
      <dsp:nvSpPr>
        <dsp:cNvPr id="0" name=""/>
        <dsp:cNvSpPr/>
      </dsp:nvSpPr>
      <dsp:spPr>
        <a:xfrm>
          <a:off x="8388998" y="3024071"/>
          <a:ext cx="474602" cy="47460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629769"/>
            <a:satOff val="-4713"/>
            <a:lumOff val="-10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1629769"/>
              <a:satOff val="-4713"/>
              <a:lumOff val="-10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8495783" y="3024071"/>
        <a:ext cx="261032" cy="35713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802AF7-92BE-44AB-A7E8-791A59EAD593}">
      <dsp:nvSpPr>
        <dsp:cNvPr id="0" name=""/>
        <dsp:cNvSpPr/>
      </dsp:nvSpPr>
      <dsp:spPr>
        <a:xfrm>
          <a:off x="312248" y="732067"/>
          <a:ext cx="966111" cy="966111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90A3B9-6921-40AB-875F-C3B3C279CE93}">
      <dsp:nvSpPr>
        <dsp:cNvPr id="0" name=""/>
        <dsp:cNvSpPr/>
      </dsp:nvSpPr>
      <dsp:spPr>
        <a:xfrm>
          <a:off x="518141" y="937960"/>
          <a:ext cx="554326" cy="554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7A1F85-0FAF-4741-8B23-4A0995B83AAA}">
      <dsp:nvSpPr>
        <dsp:cNvPr id="0" name=""/>
        <dsp:cNvSpPr/>
      </dsp:nvSpPr>
      <dsp:spPr>
        <a:xfrm>
          <a:off x="3410" y="1999098"/>
          <a:ext cx="1583789" cy="673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Spostare temporanemente processi in attivi dalla ram al disco per liberare spazio</a:t>
          </a:r>
          <a:endParaRPr lang="en-US" sz="1100" kern="1200"/>
        </a:p>
      </dsp:txBody>
      <dsp:txXfrm>
        <a:off x="3410" y="1999098"/>
        <a:ext cx="1583789" cy="673110"/>
      </dsp:txXfrm>
    </dsp:sp>
    <dsp:sp modelId="{7B6550C6-D20F-4E7D-B97E-2B4BAFAE6FCF}">
      <dsp:nvSpPr>
        <dsp:cNvPr id="0" name=""/>
        <dsp:cNvSpPr/>
      </dsp:nvSpPr>
      <dsp:spPr>
        <a:xfrm>
          <a:off x="2173201" y="732067"/>
          <a:ext cx="966111" cy="966111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5A6060-EFDF-42A7-9574-A19253276487}">
      <dsp:nvSpPr>
        <dsp:cNvPr id="0" name=""/>
        <dsp:cNvSpPr/>
      </dsp:nvSpPr>
      <dsp:spPr>
        <a:xfrm>
          <a:off x="2379093" y="937960"/>
          <a:ext cx="554326" cy="554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1436FF-4C87-4CE7-B232-AEA0D0074518}">
      <dsp:nvSpPr>
        <dsp:cNvPr id="0" name=""/>
        <dsp:cNvSpPr/>
      </dsp:nvSpPr>
      <dsp:spPr>
        <a:xfrm>
          <a:off x="1864362" y="1999098"/>
          <a:ext cx="1583789" cy="673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4 fasi :</a:t>
          </a:r>
          <a:endParaRPr lang="en-US" sz="1100" kern="1200"/>
        </a:p>
      </dsp:txBody>
      <dsp:txXfrm>
        <a:off x="1864362" y="1999098"/>
        <a:ext cx="1583789" cy="673110"/>
      </dsp:txXfrm>
    </dsp:sp>
    <dsp:sp modelId="{6BC4D216-E39A-4610-97B7-17EA30D93F8E}">
      <dsp:nvSpPr>
        <dsp:cNvPr id="0" name=""/>
        <dsp:cNvSpPr/>
      </dsp:nvSpPr>
      <dsp:spPr>
        <a:xfrm>
          <a:off x="4034153" y="732067"/>
          <a:ext cx="966111" cy="966111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973F80-75A8-42B5-99DE-B02770D3CEEB}">
      <dsp:nvSpPr>
        <dsp:cNvPr id="0" name=""/>
        <dsp:cNvSpPr/>
      </dsp:nvSpPr>
      <dsp:spPr>
        <a:xfrm>
          <a:off x="4240045" y="937960"/>
          <a:ext cx="554326" cy="554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F9F67A-1039-4F12-BA69-8CC676F50333}">
      <dsp:nvSpPr>
        <dsp:cNvPr id="0" name=""/>
        <dsp:cNvSpPr/>
      </dsp:nvSpPr>
      <dsp:spPr>
        <a:xfrm>
          <a:off x="3725314" y="1999098"/>
          <a:ext cx="1583789" cy="673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i="0" kern="1200"/>
            <a:t>Identificare: </a:t>
          </a:r>
          <a:r>
            <a:rPr lang="en-US" sz="1100" b="0" i="0" kern="1200"/>
            <a:t>individuare</a:t>
          </a:r>
          <a:r>
            <a:rPr lang="en-US" sz="1100" b="1" i="0" kern="1200"/>
            <a:t> </a:t>
          </a:r>
          <a:r>
            <a:rPr lang="en-US" sz="1100" b="0" i="0" kern="1200"/>
            <a:t>il processo inattivo</a:t>
          </a:r>
          <a:endParaRPr lang="en-US" sz="1100" kern="1200"/>
        </a:p>
      </dsp:txBody>
      <dsp:txXfrm>
        <a:off x="3725314" y="1999098"/>
        <a:ext cx="1583789" cy="673110"/>
      </dsp:txXfrm>
    </dsp:sp>
    <dsp:sp modelId="{C16AB50F-C9FB-4A83-BA85-EBCCA1F6BF86}">
      <dsp:nvSpPr>
        <dsp:cNvPr id="0" name=""/>
        <dsp:cNvSpPr/>
      </dsp:nvSpPr>
      <dsp:spPr>
        <a:xfrm>
          <a:off x="5895105" y="732067"/>
          <a:ext cx="966111" cy="966111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84B2DA-747F-432B-BA7C-FA93A59A8AB5}">
      <dsp:nvSpPr>
        <dsp:cNvPr id="0" name=""/>
        <dsp:cNvSpPr/>
      </dsp:nvSpPr>
      <dsp:spPr>
        <a:xfrm>
          <a:off x="6100997" y="937960"/>
          <a:ext cx="554326" cy="554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775CF6-4969-4B2F-BA0B-38B42E7EDCA2}">
      <dsp:nvSpPr>
        <dsp:cNvPr id="0" name=""/>
        <dsp:cNvSpPr/>
      </dsp:nvSpPr>
      <dsp:spPr>
        <a:xfrm>
          <a:off x="5586266" y="1999098"/>
          <a:ext cx="1583789" cy="673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i="0" kern="1200"/>
            <a:t>Salvare sulla memoria temporanea: </a:t>
          </a:r>
          <a:r>
            <a:rPr lang="en-US" sz="1100" b="0" i="0" kern="1200"/>
            <a:t>dati globali heap stack</a:t>
          </a:r>
          <a:endParaRPr lang="en-US" sz="1100" kern="1200"/>
        </a:p>
      </dsp:txBody>
      <dsp:txXfrm>
        <a:off x="5586266" y="1999098"/>
        <a:ext cx="1583789" cy="673110"/>
      </dsp:txXfrm>
    </dsp:sp>
    <dsp:sp modelId="{20DB24C6-4BA6-4EA4-9467-78FC81D0ABDB}">
      <dsp:nvSpPr>
        <dsp:cNvPr id="0" name=""/>
        <dsp:cNvSpPr/>
      </dsp:nvSpPr>
      <dsp:spPr>
        <a:xfrm>
          <a:off x="7756057" y="732067"/>
          <a:ext cx="966111" cy="966111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A58D13-976D-4C5D-B88F-DB650B5673C5}">
      <dsp:nvSpPr>
        <dsp:cNvPr id="0" name=""/>
        <dsp:cNvSpPr/>
      </dsp:nvSpPr>
      <dsp:spPr>
        <a:xfrm>
          <a:off x="7961950" y="937960"/>
          <a:ext cx="554326" cy="55432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5514AF-CBCB-4310-809F-EF3241614E37}">
      <dsp:nvSpPr>
        <dsp:cNvPr id="0" name=""/>
        <dsp:cNvSpPr/>
      </dsp:nvSpPr>
      <dsp:spPr>
        <a:xfrm>
          <a:off x="7447218" y="1999098"/>
          <a:ext cx="1583789" cy="673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i="0" kern="1200"/>
            <a:t>Scaricamento: </a:t>
          </a:r>
          <a:r>
            <a:rPr lang="en-US" sz="1100" b="0" i="0" kern="1200"/>
            <a:t>rimuoverlo dalla ram</a:t>
          </a:r>
          <a:endParaRPr lang="en-US" sz="1100" kern="1200"/>
        </a:p>
      </dsp:txBody>
      <dsp:txXfrm>
        <a:off x="7447218" y="1999098"/>
        <a:ext cx="1583789" cy="673110"/>
      </dsp:txXfrm>
    </dsp:sp>
    <dsp:sp modelId="{D5513CD3-376F-4B74-A17D-15440ECE0A95}">
      <dsp:nvSpPr>
        <dsp:cNvPr id="0" name=""/>
        <dsp:cNvSpPr/>
      </dsp:nvSpPr>
      <dsp:spPr>
        <a:xfrm>
          <a:off x="9617009" y="732067"/>
          <a:ext cx="966111" cy="966111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6CC092-B6FD-4B1E-B8F0-D053FD5CD3CF}">
      <dsp:nvSpPr>
        <dsp:cNvPr id="0" name=""/>
        <dsp:cNvSpPr/>
      </dsp:nvSpPr>
      <dsp:spPr>
        <a:xfrm>
          <a:off x="9822902" y="937960"/>
          <a:ext cx="554326" cy="55432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4C0875-2360-4432-A85E-A3E72ACE908C}">
      <dsp:nvSpPr>
        <dsp:cNvPr id="0" name=""/>
        <dsp:cNvSpPr/>
      </dsp:nvSpPr>
      <dsp:spPr>
        <a:xfrm>
          <a:off x="9308170" y="1999098"/>
          <a:ext cx="1583789" cy="673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i="0" kern="1200"/>
            <a:t>Caricamento: </a:t>
          </a:r>
          <a:r>
            <a:rPr lang="en-US" sz="1100" b="0" i="0" kern="1200"/>
            <a:t>caricare il nuovo processo</a:t>
          </a:r>
          <a:endParaRPr lang="en-US" sz="1100" kern="1200"/>
        </a:p>
      </dsp:txBody>
      <dsp:txXfrm>
        <a:off x="9308170" y="1999098"/>
        <a:ext cx="1583789" cy="6731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C9C5-9A92-489D-8C3B-66E20D177F4E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2BAD-C2E4-47C5-BB85-6DD0639E1D3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100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C9C5-9A92-489D-8C3B-66E20D177F4E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2BAD-C2E4-47C5-BB85-6DD0639E1D3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9829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C9C5-9A92-489D-8C3B-66E20D177F4E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2BAD-C2E4-47C5-BB85-6DD0639E1D3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39903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C9C5-9A92-489D-8C3B-66E20D177F4E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2BAD-C2E4-47C5-BB85-6DD0639E1D3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9174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C9C5-9A92-489D-8C3B-66E20D177F4E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2BAD-C2E4-47C5-BB85-6DD0639E1D3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1373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C9C5-9A92-489D-8C3B-66E20D177F4E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2BAD-C2E4-47C5-BB85-6DD0639E1D3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7432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C9C5-9A92-489D-8C3B-66E20D177F4E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2BAD-C2E4-47C5-BB85-6DD0639E1D3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46574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C9C5-9A92-489D-8C3B-66E20D177F4E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2BAD-C2E4-47C5-BB85-6DD0639E1D3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93237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C9C5-9A92-489D-8C3B-66E20D177F4E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2BAD-C2E4-47C5-BB85-6DD0639E1D3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2394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C9C5-9A92-489D-8C3B-66E20D177F4E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2BAD-C2E4-47C5-BB85-6DD0639E1D3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4747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C9C5-9A92-489D-8C3B-66E20D177F4E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2BAD-C2E4-47C5-BB85-6DD0639E1D3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238451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C9C5-9A92-489D-8C3B-66E20D177F4E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2BAD-C2E4-47C5-BB85-6DD0639E1D3B}" type="slidenum">
              <a:rPr lang="it-IT" smtClean="0"/>
              <a:t>‹#›</a:t>
            </a:fld>
            <a:endParaRPr lang="it-IT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43002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C9C5-9A92-489D-8C3B-66E20D177F4E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2BAD-C2E4-47C5-BB85-6DD0639E1D3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20341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C9C5-9A92-489D-8C3B-66E20D177F4E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2BAD-C2E4-47C5-BB85-6DD0639E1D3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44394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C9C5-9A92-489D-8C3B-66E20D177F4E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2BAD-C2E4-47C5-BB85-6DD0639E1D3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924189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C9C5-9A92-489D-8C3B-66E20D177F4E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2BAD-C2E4-47C5-BB85-6DD0639E1D3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53443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C9C5-9A92-489D-8C3B-66E20D177F4E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2BAD-C2E4-47C5-BB85-6DD0639E1D3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778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11AC9C5-9A92-489D-8C3B-66E20D177F4E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B2BAD-C2E4-47C5-BB85-6DD0639E1D3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5980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8D0172-F2E0-4763-9C35-F02266495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6">
            <a:extLst>
              <a:ext uri="{FF2B5EF4-FFF2-40B4-BE49-F238E27FC236}">
                <a16:creationId xmlns:a16="http://schemas.microsoft.com/office/drawing/2014/main" id="{9F2851FB-E841-4509-8A6D-A416376EA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F6FB2B2-CE21-407F-B22E-302DADC2C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CA19E70-EF3A-9662-5F51-9396D31AA1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505" y="623571"/>
            <a:ext cx="10260990" cy="3523885"/>
          </a:xfrm>
        </p:spPr>
        <p:txBody>
          <a:bodyPr>
            <a:normAutofit/>
          </a:bodyPr>
          <a:lstStyle/>
          <a:p>
            <a:pPr algn="ctr"/>
            <a:r>
              <a:rPr lang="it-IT" sz="8000" b="1"/>
              <a:t>GESTIONE DELLA MEMORIA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30C00E4-3C4A-F489-B208-45B4608029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505" y="4777380"/>
            <a:ext cx="10260990" cy="1209763"/>
          </a:xfrm>
        </p:spPr>
        <p:txBody>
          <a:bodyPr>
            <a:normAutofit/>
          </a:bodyPr>
          <a:lstStyle/>
          <a:p>
            <a:pPr algn="ctr"/>
            <a:r>
              <a:rPr lang="it-IT" sz="2400">
                <a:solidFill>
                  <a:schemeClr val="bg2"/>
                </a:solidFill>
              </a:rPr>
              <a:t>FEDERICO FIORENZO 3I</a:t>
            </a:r>
          </a:p>
        </p:txBody>
      </p:sp>
    </p:spTree>
    <p:extLst>
      <p:ext uri="{BB962C8B-B14F-4D97-AF65-F5344CB8AC3E}">
        <p14:creationId xmlns:p14="http://schemas.microsoft.com/office/powerpoint/2010/main" val="2001447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8E6FFF-5C6C-E6EF-022A-661926C64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>
            <a:normAutofit/>
          </a:bodyPr>
          <a:lstStyle/>
          <a:p>
            <a:r>
              <a:rPr lang="it-IT" b="1"/>
              <a:t>INDICE 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D0B077B4-C5C9-A41B-0B01-81AEA52E91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4062066"/>
              </p:ext>
            </p:extLst>
          </p:nvPr>
        </p:nvGraphicFramePr>
        <p:xfrm>
          <a:off x="493711" y="2006735"/>
          <a:ext cx="9556752" cy="41897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52391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74B52D3-FA37-6B04-DF1C-24843FFD6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anchor="ctr">
            <a:normAutofit/>
          </a:bodyPr>
          <a:lstStyle/>
          <a:p>
            <a:r>
              <a:rPr lang="it-IT" sz="3200" b="1">
                <a:solidFill>
                  <a:srgbClr val="F2F2F2"/>
                </a:solidFill>
              </a:rPr>
              <a:t>MEMORY MANAGER 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DB19A0D3-360A-5AE2-3493-4EBFC5E831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9663431"/>
              </p:ext>
            </p:extLst>
          </p:nvPr>
        </p:nvGraphicFramePr>
        <p:xfrm>
          <a:off x="5048250" y="1447800"/>
          <a:ext cx="6496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67710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9690641-9966-5A7A-FFE5-72E75B907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it-IT" b="1">
                <a:solidFill>
                  <a:srgbClr val="EBEBEB"/>
                </a:solidFill>
              </a:rPr>
              <a:t>COMPILAZIONE</a:t>
            </a: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CEB2CD3-1BA8-2FEF-05F8-6ACB6BBA8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548281"/>
            <a:ext cx="5122606" cy="3658689"/>
          </a:xfrm>
        </p:spPr>
        <p:txBody>
          <a:bodyPr>
            <a:normAutofit/>
          </a:bodyPr>
          <a:lstStyle/>
          <a:p>
            <a:r>
              <a:rPr lang="it-IT"/>
              <a:t>Il </a:t>
            </a:r>
            <a:r>
              <a:rPr lang="it-IT" b="1"/>
              <a:t>compilatore</a:t>
            </a:r>
            <a:r>
              <a:rPr lang="it-IT"/>
              <a:t> traduce il programma in </a:t>
            </a:r>
            <a:r>
              <a:rPr lang="it-IT" b="1"/>
              <a:t>linguaggio macchina</a:t>
            </a:r>
            <a:r>
              <a:rPr lang="it-IT"/>
              <a:t>.</a:t>
            </a:r>
          </a:p>
          <a:p>
            <a:r>
              <a:rPr lang="it-IT"/>
              <a:t>Non conosce ancora gli </a:t>
            </a:r>
            <a:r>
              <a:rPr lang="it-IT" b="1"/>
              <a:t>indirizzi fisici della RAM</a:t>
            </a:r>
          </a:p>
          <a:p>
            <a:r>
              <a:rPr lang="it-IT"/>
              <a:t>Assegna </a:t>
            </a:r>
            <a:r>
              <a:rPr lang="it-IT" b="1"/>
              <a:t>indirizzi logici (0 → max)</a:t>
            </a:r>
            <a:r>
              <a:rPr lang="it-IT"/>
              <a:t> a dati e istruzioni.</a:t>
            </a:r>
          </a:p>
        </p:txBody>
      </p:sp>
      <p:pic>
        <p:nvPicPr>
          <p:cNvPr id="7" name="Graphic 6" descr="Computer">
            <a:extLst>
              <a:ext uri="{FF2B5EF4-FFF2-40B4-BE49-F238E27FC236}">
                <a16:creationId xmlns:a16="http://schemas.microsoft.com/office/drawing/2014/main" id="{2F3BCC2D-3C81-B7AB-7941-4FC01B1F45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6720" y="2548281"/>
            <a:ext cx="3662018" cy="366201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6639632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1DEF3FF-637B-C4E7-0289-FA25D8116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EBEBEB"/>
                </a:solidFill>
              </a:rPr>
              <a:t>PROGRAMMA A PROCESSO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CF9422DC-B469-CDC8-D780-98F70977D2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7907858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68630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084F46-7972-6307-3F63-F7BBABE8C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>
            <a:normAutofit/>
          </a:bodyPr>
          <a:lstStyle/>
          <a:p>
            <a:r>
              <a:rPr lang="it-IT" b="1"/>
              <a:t>Binding / Allocazione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3736AC9F-4DBC-C79D-6EEA-BDAAD1674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3732323"/>
              </p:ext>
            </p:extLst>
          </p:nvPr>
        </p:nvGraphicFramePr>
        <p:xfrm>
          <a:off x="646111" y="2140085"/>
          <a:ext cx="9404352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76318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0546E6C-31EE-424F-0E29-BB83909E3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b="1"/>
              <a:t>RILOCAZIONE STATICA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6ECB034-D9F1-BD1C-B5BC-F9F4E64B4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Avviene </a:t>
            </a:r>
            <a:r>
              <a:rPr lang="it-IT" b="1"/>
              <a:t>prima dell’esecuzione</a:t>
            </a:r>
            <a:r>
              <a:rPr lang="it-IT"/>
              <a:t>.</a:t>
            </a:r>
          </a:p>
          <a:p>
            <a:pPr>
              <a:buClr>
                <a:srgbClr val="8AD0D6"/>
              </a:buClr>
            </a:pPr>
            <a:r>
              <a:rPr lang="it-IT">
                <a:ea typeface="+mj-lt"/>
                <a:cs typeface="+mj-lt"/>
              </a:rPr>
              <a:t>Somma l'indirizzo base a tutti gli indirizzi logici (offset).</a:t>
            </a:r>
            <a:endParaRPr lang="it-IT"/>
          </a:p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C2DC4DDB-9A3D-8484-22FB-BEC8B916907E}"/>
              </a:ext>
            </a:extLst>
          </p:cNvPr>
          <p:cNvSpPr/>
          <p:nvPr/>
        </p:nvSpPr>
        <p:spPr>
          <a:xfrm>
            <a:off x="3912974" y="3870413"/>
            <a:ext cx="2636108" cy="4201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a=5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45B93903-BC36-550C-C68C-560B79D49DBA}"/>
              </a:ext>
            </a:extLst>
          </p:cNvPr>
          <p:cNvSpPr/>
          <p:nvPr/>
        </p:nvSpPr>
        <p:spPr>
          <a:xfrm>
            <a:off x="3912974" y="4492759"/>
            <a:ext cx="2636108" cy="4201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b=7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840E5492-33BD-C41C-6ECF-2DBD1A03E44A}"/>
              </a:ext>
            </a:extLst>
          </p:cNvPr>
          <p:cNvSpPr/>
          <p:nvPr/>
        </p:nvSpPr>
        <p:spPr>
          <a:xfrm>
            <a:off x="3912974" y="5102848"/>
            <a:ext cx="2636108" cy="477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err="1"/>
              <a:t>moltipl</a:t>
            </a:r>
            <a:r>
              <a:rPr lang="it-IT"/>
              <a:t>=a*b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CF038F3C-E58F-6310-C557-20781D8B43B0}"/>
              </a:ext>
            </a:extLst>
          </p:cNvPr>
          <p:cNvSpPr/>
          <p:nvPr/>
        </p:nvSpPr>
        <p:spPr>
          <a:xfrm>
            <a:off x="3912974" y="5780313"/>
            <a:ext cx="2636108" cy="3624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somma=</a:t>
            </a:r>
            <a:r>
              <a:rPr lang="it-IT" err="1"/>
              <a:t>a+b</a:t>
            </a:r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DD1FC49-D591-512E-725E-D00FE1739365}"/>
              </a:ext>
            </a:extLst>
          </p:cNvPr>
          <p:cNvSpPr txBox="1"/>
          <p:nvPr/>
        </p:nvSpPr>
        <p:spPr>
          <a:xfrm>
            <a:off x="3120570" y="3870507"/>
            <a:ext cx="797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#100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31164E47-946F-484D-AF69-D6C60A731443}"/>
              </a:ext>
            </a:extLst>
          </p:cNvPr>
          <p:cNvSpPr txBox="1"/>
          <p:nvPr/>
        </p:nvSpPr>
        <p:spPr>
          <a:xfrm>
            <a:off x="3120570" y="448900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#101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B8ADB71A-C376-AB55-CD0F-47F4B87BD859}"/>
              </a:ext>
            </a:extLst>
          </p:cNvPr>
          <p:cNvSpPr txBox="1"/>
          <p:nvPr/>
        </p:nvSpPr>
        <p:spPr>
          <a:xfrm>
            <a:off x="3139177" y="516646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#102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B7D70CB-AF39-6A3B-5F51-9622AFAFD3FD}"/>
              </a:ext>
            </a:extLst>
          </p:cNvPr>
          <p:cNvSpPr txBox="1"/>
          <p:nvPr/>
        </p:nvSpPr>
        <p:spPr>
          <a:xfrm>
            <a:off x="8135102" y="387041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0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E2527952-3DB3-E7F5-98DF-5CDD1BC804F4}"/>
              </a:ext>
            </a:extLst>
          </p:cNvPr>
          <p:cNvSpPr txBox="1"/>
          <p:nvPr/>
        </p:nvSpPr>
        <p:spPr>
          <a:xfrm>
            <a:off x="8135102" y="448848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1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13F25DB-D01A-596C-CBAD-AC949EB9041D}"/>
              </a:ext>
            </a:extLst>
          </p:cNvPr>
          <p:cNvSpPr txBox="1"/>
          <p:nvPr/>
        </p:nvSpPr>
        <p:spPr>
          <a:xfrm>
            <a:off x="8138425" y="511573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2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E4D32F50-6E6E-C04C-3ADB-E2E3F707742E}"/>
              </a:ext>
            </a:extLst>
          </p:cNvPr>
          <p:cNvSpPr txBox="1"/>
          <p:nvPr/>
        </p:nvSpPr>
        <p:spPr>
          <a:xfrm>
            <a:off x="8138425" y="573974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3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BDCCDA0A-1760-5163-D6C6-B2595D12E28F}"/>
              </a:ext>
            </a:extLst>
          </p:cNvPr>
          <p:cNvSpPr txBox="1"/>
          <p:nvPr/>
        </p:nvSpPr>
        <p:spPr>
          <a:xfrm>
            <a:off x="3138103" y="573915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#103</a:t>
            </a:r>
          </a:p>
        </p:txBody>
      </p:sp>
    </p:spTree>
    <p:extLst>
      <p:ext uri="{BB962C8B-B14F-4D97-AF65-F5344CB8AC3E}">
        <p14:creationId xmlns:p14="http://schemas.microsoft.com/office/powerpoint/2010/main" val="1409448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79946E-4221-6113-A45D-85C7A2311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b="1"/>
              <a:t>    RILOCAZIONE DINAMICA</a:t>
            </a:r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6633601-C8BE-CCB3-C59B-6A40FE015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269" y="2005424"/>
            <a:ext cx="8946541" cy="4195481"/>
          </a:xfrm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it-IT" altLang="it-IT">
                <a:latin typeface="Arial" panose="020B0604020202020204" pitchFamily="34" charset="0"/>
              </a:rPr>
              <a:t>Avviene durante l’esecuzione.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it-IT" altLang="it-IT">
                <a:latin typeface="Arial" panose="020B0604020202020204" pitchFamily="34" charset="0"/>
              </a:rPr>
              <a:t>L’indirizzo base fisico viene memorizzato nel </a:t>
            </a:r>
            <a:r>
              <a:rPr lang="it-IT" altLang="it-IT" b="1">
                <a:latin typeface="Arial" panose="020B0604020202020204" pitchFamily="34" charset="0"/>
              </a:rPr>
              <a:t>registro base (RL)</a:t>
            </a:r>
            <a:r>
              <a:rPr lang="it-IT" altLang="it-IT">
                <a:latin typeface="Arial" panose="020B0604020202020204" pitchFamily="34" charset="0"/>
              </a:rPr>
              <a:t>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it-IT" altLang="it-IT">
                <a:latin typeface="Arial" panose="020B0604020202020204" pitchFamily="34" charset="0"/>
              </a:rPr>
              <a:t>La </a:t>
            </a:r>
            <a:r>
              <a:rPr lang="it-IT" altLang="it-IT" b="1">
                <a:latin typeface="Arial" panose="020B0604020202020204" pitchFamily="34" charset="0"/>
              </a:rPr>
              <a:t>MMU</a:t>
            </a:r>
            <a:r>
              <a:rPr lang="it-IT" altLang="it-IT">
                <a:latin typeface="Arial" panose="020B0604020202020204" pitchFamily="34" charset="0"/>
              </a:rPr>
              <a:t> calcola gli indirizzi fisici ogni volta che il processo accede alla memoria:</a:t>
            </a:r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7E7F5DC4-A1A1-CE0D-01B2-8211B6508C5D}"/>
              </a:ext>
            </a:extLst>
          </p:cNvPr>
          <p:cNvSpPr/>
          <p:nvPr/>
        </p:nvSpPr>
        <p:spPr>
          <a:xfrm>
            <a:off x="3912974" y="3870413"/>
            <a:ext cx="2636108" cy="4201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a=5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5B05FD3F-6D40-CD50-05CE-55AEF98E1C73}"/>
              </a:ext>
            </a:extLst>
          </p:cNvPr>
          <p:cNvSpPr/>
          <p:nvPr/>
        </p:nvSpPr>
        <p:spPr>
          <a:xfrm>
            <a:off x="3912974" y="4492759"/>
            <a:ext cx="2636108" cy="4201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b=7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9F434E8C-6C70-640E-327D-48F6090FE5CF}"/>
              </a:ext>
            </a:extLst>
          </p:cNvPr>
          <p:cNvSpPr/>
          <p:nvPr/>
        </p:nvSpPr>
        <p:spPr>
          <a:xfrm>
            <a:off x="3912974" y="5102848"/>
            <a:ext cx="2636108" cy="477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err="1"/>
              <a:t>moltipl</a:t>
            </a:r>
            <a:r>
              <a:rPr lang="it-IT"/>
              <a:t>=a*b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503F1717-3E6C-34DB-A780-6554F907EB76}"/>
              </a:ext>
            </a:extLst>
          </p:cNvPr>
          <p:cNvSpPr/>
          <p:nvPr/>
        </p:nvSpPr>
        <p:spPr>
          <a:xfrm>
            <a:off x="3912974" y="5780313"/>
            <a:ext cx="2636108" cy="3624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somma=</a:t>
            </a:r>
            <a:r>
              <a:rPr lang="it-IT" err="1"/>
              <a:t>a+b</a:t>
            </a:r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66A5895-A74E-42FA-42F3-4DE52A8710DF}"/>
              </a:ext>
            </a:extLst>
          </p:cNvPr>
          <p:cNvSpPr txBox="1"/>
          <p:nvPr/>
        </p:nvSpPr>
        <p:spPr>
          <a:xfrm>
            <a:off x="3139177" y="3870507"/>
            <a:ext cx="797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#235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5E9FCDE-6947-B969-1111-B9F3C33D0CBE}"/>
              </a:ext>
            </a:extLst>
          </p:cNvPr>
          <p:cNvSpPr txBox="1"/>
          <p:nvPr/>
        </p:nvSpPr>
        <p:spPr>
          <a:xfrm>
            <a:off x="3139177" y="448900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#236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371C330-E11F-A2A2-B511-75DEA84680B6}"/>
              </a:ext>
            </a:extLst>
          </p:cNvPr>
          <p:cNvSpPr txBox="1"/>
          <p:nvPr/>
        </p:nvSpPr>
        <p:spPr>
          <a:xfrm>
            <a:off x="3139177" y="516646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#237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F80B9A7-0D6C-AB86-11B7-63A2056E7750}"/>
              </a:ext>
            </a:extLst>
          </p:cNvPr>
          <p:cNvSpPr txBox="1"/>
          <p:nvPr/>
        </p:nvSpPr>
        <p:spPr>
          <a:xfrm>
            <a:off x="3139177" y="583157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#238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0E1428D-B0D6-2EF4-AACC-0AD99E25B6DB}"/>
              </a:ext>
            </a:extLst>
          </p:cNvPr>
          <p:cNvSpPr txBox="1"/>
          <p:nvPr/>
        </p:nvSpPr>
        <p:spPr>
          <a:xfrm>
            <a:off x="8184292" y="396599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0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4396249-CFD9-F055-7057-2CAFE346EC6E}"/>
              </a:ext>
            </a:extLst>
          </p:cNvPr>
          <p:cNvSpPr txBox="1"/>
          <p:nvPr/>
        </p:nvSpPr>
        <p:spPr>
          <a:xfrm>
            <a:off x="8184292" y="455747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1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E302CAC8-407C-CBF7-2018-1935A1613929}"/>
              </a:ext>
            </a:extLst>
          </p:cNvPr>
          <p:cNvSpPr txBox="1"/>
          <p:nvPr/>
        </p:nvSpPr>
        <p:spPr>
          <a:xfrm>
            <a:off x="8184292" y="5211311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2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4B87A1C2-1E4C-2375-8BDF-53064DFA0972}"/>
              </a:ext>
            </a:extLst>
          </p:cNvPr>
          <p:cNvSpPr txBox="1"/>
          <p:nvPr/>
        </p:nvSpPr>
        <p:spPr>
          <a:xfrm>
            <a:off x="8184292" y="583532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3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00CE5256-E94C-F868-A12C-3604DFB98673}"/>
              </a:ext>
            </a:extLst>
          </p:cNvPr>
          <p:cNvSpPr/>
          <p:nvPr/>
        </p:nvSpPr>
        <p:spPr>
          <a:xfrm>
            <a:off x="3912974" y="3262184"/>
            <a:ext cx="2636108" cy="4182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D512E697-45AD-9122-8EDE-C16CF6E2FB91}"/>
              </a:ext>
            </a:extLst>
          </p:cNvPr>
          <p:cNvSpPr/>
          <p:nvPr/>
        </p:nvSpPr>
        <p:spPr>
          <a:xfrm>
            <a:off x="3937129" y="6310184"/>
            <a:ext cx="2611953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54E5FFD4-F174-9AB8-5A9E-AED4FC49768C}"/>
              </a:ext>
            </a:extLst>
          </p:cNvPr>
          <p:cNvSpPr txBox="1"/>
          <p:nvPr/>
        </p:nvSpPr>
        <p:spPr>
          <a:xfrm>
            <a:off x="3080953" y="329886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#234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2BC765A5-0BCB-DCAD-C8F8-34577EC1979C}"/>
              </a:ext>
            </a:extLst>
          </p:cNvPr>
          <p:cNvSpPr txBox="1"/>
          <p:nvPr/>
        </p:nvSpPr>
        <p:spPr>
          <a:xfrm>
            <a:off x="3180366" y="6353081"/>
            <a:ext cx="832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#239</a:t>
            </a:r>
          </a:p>
        </p:txBody>
      </p:sp>
    </p:spTree>
    <p:extLst>
      <p:ext uri="{BB962C8B-B14F-4D97-AF65-F5344CB8AC3E}">
        <p14:creationId xmlns:p14="http://schemas.microsoft.com/office/powerpoint/2010/main" val="207888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DAF339-55C2-02CA-CEE2-03457D1A4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Tecniche per ottimizzare l'utilizzo della memoria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B5145-AB63-7211-29FA-94A797D5D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763520"/>
            <a:ext cx="8946541" cy="348487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Swapping</a:t>
            </a:r>
          </a:p>
          <a:p>
            <a:pPr>
              <a:buClr>
                <a:srgbClr val="8AD0D6"/>
              </a:buClr>
            </a:pPr>
            <a:r>
              <a:rPr lang="en-US" err="1"/>
              <a:t>Caricamento</a:t>
            </a:r>
            <a:r>
              <a:rPr lang="en-US"/>
              <a:t> </a:t>
            </a:r>
            <a:r>
              <a:rPr lang="en-US" err="1"/>
              <a:t>dinamico</a:t>
            </a:r>
            <a:r>
              <a:rPr lang="en-US"/>
              <a:t> </a:t>
            </a:r>
          </a:p>
          <a:p>
            <a:pPr>
              <a:buClr>
                <a:srgbClr val="8AD0D6"/>
              </a:buClr>
            </a:pPr>
            <a:r>
              <a:rPr lang="en-US"/>
              <a:t>Overlay</a:t>
            </a:r>
          </a:p>
          <a:p>
            <a:pPr>
              <a:buClr>
                <a:srgbClr val="8AD0D6"/>
              </a:buClr>
            </a:pPr>
            <a:r>
              <a:rPr lang="en-US" err="1"/>
              <a:t>Partizionamento</a:t>
            </a:r>
          </a:p>
          <a:p>
            <a:pPr>
              <a:buClr>
                <a:srgbClr val="8AD0D6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444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7AEA421-5F29-4BA7-9360-2501B5987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9348F0CB-4904-4DEF-BDD4-ADEC2DCC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951D4B-EB4C-CE92-AD0A-6D13C2497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Swapping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83E1B8-79B3-49BB-8704-58E4AB1AF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BB34D5F-2B87-438E-8236-69C6068D4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C63542-53AA-BA45-6D87-107B97B6FE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6975171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87066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2FBCFE-48E6-B652-1D71-2636A4525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Caricamento dinamico </a:t>
            </a: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C19C8-6452-FD76-53B1-E8B3E8D2B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548281"/>
            <a:ext cx="5122606" cy="365868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Carica in memoria </a:t>
            </a:r>
            <a:r>
              <a:rPr lang="en-US" b="1"/>
              <a:t>solo le parti </a:t>
            </a:r>
            <a:r>
              <a:rPr lang="en-US" b="1" err="1"/>
              <a:t>necessarie</a:t>
            </a:r>
            <a:r>
              <a:rPr lang="en-US" b="1"/>
              <a:t> del </a:t>
            </a:r>
            <a:r>
              <a:rPr lang="en-US" b="1" err="1"/>
              <a:t>programma</a:t>
            </a:r>
          </a:p>
          <a:p>
            <a:pPr>
              <a:buClr>
                <a:srgbClr val="8AD0D6"/>
              </a:buClr>
            </a:pPr>
            <a:r>
              <a:rPr lang="en-US"/>
              <a:t>Le </a:t>
            </a:r>
            <a:r>
              <a:rPr lang="en-US" err="1"/>
              <a:t>altre</a:t>
            </a:r>
            <a:r>
              <a:rPr lang="en-US"/>
              <a:t> </a:t>
            </a:r>
            <a:r>
              <a:rPr lang="en-US" err="1"/>
              <a:t>restano</a:t>
            </a:r>
            <a:r>
              <a:rPr lang="en-US"/>
              <a:t> </a:t>
            </a:r>
            <a:r>
              <a:rPr lang="en-US" err="1"/>
              <a:t>nel</a:t>
            </a:r>
            <a:r>
              <a:rPr lang="en-US"/>
              <a:t> disco e </a:t>
            </a:r>
            <a:r>
              <a:rPr lang="en-US" err="1"/>
              <a:t>vengono</a:t>
            </a:r>
            <a:r>
              <a:rPr lang="en-US"/>
              <a:t> </a:t>
            </a:r>
            <a:r>
              <a:rPr lang="en-US" b="1" err="1"/>
              <a:t>caricate</a:t>
            </a:r>
            <a:r>
              <a:rPr lang="en-US" b="1"/>
              <a:t> solo </a:t>
            </a:r>
            <a:r>
              <a:rPr lang="en-US" b="1" err="1"/>
              <a:t>quando</a:t>
            </a:r>
            <a:r>
              <a:rPr lang="en-US" b="1"/>
              <a:t> </a:t>
            </a:r>
            <a:r>
              <a:rPr lang="en-US" b="1" err="1"/>
              <a:t>servono</a:t>
            </a:r>
            <a:endParaRPr lang="en-US" b="1"/>
          </a:p>
        </p:txBody>
      </p:sp>
      <p:pic>
        <p:nvPicPr>
          <p:cNvPr id="7" name="Graphic 6" descr="Disco">
            <a:extLst>
              <a:ext uri="{FF2B5EF4-FFF2-40B4-BE49-F238E27FC236}">
                <a16:creationId xmlns:a16="http://schemas.microsoft.com/office/drawing/2014/main" id="{CD48E3CA-D012-4497-3E76-A5D150919A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6720" y="2548281"/>
            <a:ext cx="3662018" cy="366201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004584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5FC6A4-9D72-9A18-8818-6542A539C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Overlay</a:t>
            </a: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B1327-5A4E-F930-197F-6A43C0AAD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548281"/>
            <a:ext cx="5122606" cy="365868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Si </a:t>
            </a:r>
            <a:r>
              <a:rPr lang="en-US" err="1"/>
              <a:t>usa</a:t>
            </a:r>
            <a:r>
              <a:rPr lang="en-US" dirty="0"/>
              <a:t> </a:t>
            </a:r>
            <a:r>
              <a:rPr lang="en-US" err="1"/>
              <a:t>quando</a:t>
            </a:r>
            <a:r>
              <a:rPr lang="en-US" dirty="0"/>
              <a:t> </a:t>
            </a:r>
            <a:r>
              <a:rPr lang="en-US" b="1" dirty="0"/>
              <a:t>il </a:t>
            </a:r>
            <a:r>
              <a:rPr lang="en-US" b="1" err="1"/>
              <a:t>programma</a:t>
            </a:r>
            <a:r>
              <a:rPr lang="en-US" b="1"/>
              <a:t> è piu grande della memoria RAM</a:t>
            </a:r>
          </a:p>
          <a:p>
            <a:pPr>
              <a:buClr>
                <a:srgbClr val="8AD0D6"/>
              </a:buClr>
            </a:pPr>
            <a:r>
              <a:rPr lang="en-US" b="1" dirty="0" err="1"/>
              <a:t>Frazionamento</a:t>
            </a:r>
            <a:r>
              <a:rPr lang="en-US" b="1" dirty="0"/>
              <a:t> del  in parti </a:t>
            </a:r>
            <a:r>
              <a:rPr lang="en-US" b="1"/>
              <a:t>alternative</a:t>
            </a:r>
          </a:p>
          <a:p>
            <a:pPr>
              <a:buClr>
                <a:srgbClr val="8AD0D6"/>
              </a:buClr>
            </a:pPr>
            <a:r>
              <a:rPr lang="en-US" dirty="0"/>
              <a:t>Una </a:t>
            </a:r>
            <a:r>
              <a:rPr lang="en-US" err="1"/>
              <a:t>parte</a:t>
            </a:r>
            <a:r>
              <a:rPr lang="en-US" dirty="0"/>
              <a:t> alla volta </a:t>
            </a:r>
            <a:r>
              <a:rPr lang="en-US" err="1"/>
              <a:t>nella</a:t>
            </a:r>
            <a:r>
              <a:rPr lang="en-US" dirty="0"/>
              <a:t> </a:t>
            </a:r>
            <a:r>
              <a:rPr lang="en-US"/>
              <a:t>stessa zona di memoria</a:t>
            </a:r>
            <a:endParaRPr lang="en-US" dirty="0"/>
          </a:p>
        </p:txBody>
      </p:sp>
      <p:pic>
        <p:nvPicPr>
          <p:cNvPr id="7" name="Graphic 6" descr="Processore">
            <a:extLst>
              <a:ext uri="{FF2B5EF4-FFF2-40B4-BE49-F238E27FC236}">
                <a16:creationId xmlns:a16="http://schemas.microsoft.com/office/drawing/2014/main" id="{6580468F-6975-7C81-FE55-EEFCB41999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6720" y="2548281"/>
            <a:ext cx="3662018" cy="366201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164997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91EB8D-48CA-37CC-125F-852016481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Partizionamento</a:t>
            </a:r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6B015-FB28-0AA0-FE12-E26E9CE82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548281"/>
            <a:ext cx="5122606" cy="365868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Serve a </a:t>
            </a:r>
            <a:r>
              <a:rPr lang="en-US" err="1"/>
              <a:t>riservare</a:t>
            </a:r>
            <a:r>
              <a:rPr lang="en-US"/>
              <a:t> a ogni </a:t>
            </a:r>
            <a:r>
              <a:rPr lang="en-US" err="1"/>
              <a:t>processo</a:t>
            </a:r>
            <a:r>
              <a:rPr lang="en-US"/>
              <a:t> </a:t>
            </a:r>
            <a:r>
              <a:rPr lang="en-US" err="1"/>
              <a:t>una</a:t>
            </a:r>
            <a:r>
              <a:rPr lang="en-US"/>
              <a:t> </a:t>
            </a:r>
            <a:r>
              <a:rPr lang="en-US" err="1"/>
              <a:t>dimensione</a:t>
            </a:r>
            <a:r>
              <a:rPr lang="en-US"/>
              <a:t> di memoria </a:t>
            </a:r>
            <a:r>
              <a:rPr lang="en-US" err="1"/>
              <a:t>fissa</a:t>
            </a:r>
            <a:r>
              <a:rPr lang="en-US"/>
              <a:t> per </a:t>
            </a:r>
            <a:r>
              <a:rPr lang="en-US" err="1"/>
              <a:t>semplificare</a:t>
            </a:r>
            <a:r>
              <a:rPr lang="en-US"/>
              <a:t> le </a:t>
            </a:r>
            <a:r>
              <a:rPr lang="en-US" err="1"/>
              <a:t>operazioni</a:t>
            </a:r>
            <a:r>
              <a:rPr lang="en-US"/>
              <a:t> di swapping </a:t>
            </a:r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90034836-A413-1B23-EA32-D67AA8819A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6720" y="2548281"/>
            <a:ext cx="3662018" cy="366201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590366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28D0172-F2E0-4763-9C35-F02266495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9F2851FB-E841-4509-8A6D-A416376EA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F6FB2B2-CE21-407F-B22E-302DADC2C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A7EC7C5-05F7-284A-C8C3-37764C8E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505" y="623571"/>
            <a:ext cx="10260990" cy="352388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80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GRAZIE PER L’ATTENZIONE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DF49F48-70CD-42DC-EBAF-FFE3D80D27FB}"/>
              </a:ext>
            </a:extLst>
          </p:cNvPr>
          <p:cNvSpPr txBox="1"/>
          <p:nvPr/>
        </p:nvSpPr>
        <p:spPr>
          <a:xfrm>
            <a:off x="965505" y="4777380"/>
            <a:ext cx="10260990" cy="12097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2400" b="0" i="0" kern="1200" cap="all">
                <a:solidFill>
                  <a:schemeClr val="bg2"/>
                </a:solidFill>
                <a:latin typeface="+mj-lt"/>
                <a:ea typeface="+mj-ea"/>
                <a:cs typeface="+mj-cs"/>
              </a:rPr>
              <a:t>Federico Fiorenzo 3i</a:t>
            </a:r>
          </a:p>
        </p:txBody>
      </p:sp>
    </p:spTree>
    <p:extLst>
      <p:ext uri="{BB962C8B-B14F-4D97-AF65-F5344CB8AC3E}">
        <p14:creationId xmlns:p14="http://schemas.microsoft.com/office/powerpoint/2010/main" val="25170185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e">
  <a:themeElements>
    <a:clrScheme name="Ione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e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e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1352EFF-3E7B-465D-B7A5-0C574328D151}">
  <we:reference id="wa200005566" version="3.0.0.3" store="it-IT" storeType="OMEX"/>
  <we:alternateReferences>
    <we:reference id="WA200005566" version="3.0.0.3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Ione</vt:lpstr>
      <vt:lpstr>GESTIONE DELLA MEMORIA</vt:lpstr>
      <vt:lpstr>INDICE </vt:lpstr>
      <vt:lpstr>MEMORY MANAGER </vt:lpstr>
      <vt:lpstr>COMPILAZIONE</vt:lpstr>
      <vt:lpstr>PROGRAMMA A PROCESSO </vt:lpstr>
      <vt:lpstr>Binding / Allocazione</vt:lpstr>
      <vt:lpstr>RILOCAZIONE STATICA</vt:lpstr>
      <vt:lpstr>    RILOCAZIONE DINAMICA</vt:lpstr>
      <vt:lpstr>Tecniche per ottimizzare l'utilizzo della memoria</vt:lpstr>
      <vt:lpstr>Swapping</vt:lpstr>
      <vt:lpstr>Caricamento dinamico </vt:lpstr>
      <vt:lpstr>Overlay</vt:lpstr>
      <vt:lpstr>Partizionamento</vt:lpstr>
      <vt:lpstr>GRAZIE PER L’ATTENZIONE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Federico Fiorenzo</dc:creator>
  <cp:revision>21</cp:revision>
  <dcterms:created xsi:type="dcterms:W3CDTF">2026-02-15T17:14:19Z</dcterms:created>
  <dcterms:modified xsi:type="dcterms:W3CDTF">2026-02-18T21:36:31Z</dcterms:modified>
</cp:coreProperties>
</file>