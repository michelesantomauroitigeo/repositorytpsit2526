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93" d="100"/>
          <a:sy n="93" d="100"/>
        </p:scale>
        <p:origin x="21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00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9829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9903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9174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373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7432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6574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3237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2394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4747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38451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30028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20341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4439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24189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3443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778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11AC9C5-9A92-489D-8C3B-66E20D177F4E}" type="datetimeFigureOut">
              <a:rPr lang="it-IT" smtClean="0"/>
              <a:t>15/02/2026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B2BAD-C2E4-47C5-BB85-6DD0639E1D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5980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A19E70-EF3A-9662-5F51-9396D31AA1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b="1" dirty="0"/>
              <a:t>GESTIONE DELLA MEMORIA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30C00E4-3C4A-F489-B208-45B4608029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FEDERICO FIORENZO 3I</a:t>
            </a:r>
          </a:p>
        </p:txBody>
      </p:sp>
    </p:spTree>
    <p:extLst>
      <p:ext uri="{BB962C8B-B14F-4D97-AF65-F5344CB8AC3E}">
        <p14:creationId xmlns:p14="http://schemas.microsoft.com/office/powerpoint/2010/main" val="2001447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8E6FFF-5C6C-E6EF-022A-661926C64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INDICE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C767E5-C932-57A1-B965-DAAE2AF5A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Memory manager </a:t>
            </a:r>
          </a:p>
          <a:p>
            <a:r>
              <a:rPr lang="it-IT" dirty="0"/>
              <a:t>COMPILAZIONE</a:t>
            </a:r>
          </a:p>
          <a:p>
            <a:r>
              <a:rPr lang="it-IT"/>
              <a:t>PROGRAMMA A PROCESSO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2391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4B52D3-FA37-6B04-DF1C-24843FFD6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MEMORY MANAGER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B43EDC-4617-5946-9D74-289339D0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</a:t>
            </a:r>
            <a:r>
              <a:rPr lang="it-IT" b="1" dirty="0"/>
              <a:t>sistema operativo</a:t>
            </a:r>
            <a:r>
              <a:rPr lang="it-IT" dirty="0"/>
              <a:t> usa il </a:t>
            </a:r>
            <a:r>
              <a:rPr lang="it-IT" b="1" dirty="0" err="1"/>
              <a:t>memory</a:t>
            </a:r>
            <a:r>
              <a:rPr lang="it-IT" b="1" dirty="0"/>
              <a:t> manager</a:t>
            </a:r>
            <a:r>
              <a:rPr lang="it-IT" dirty="0"/>
              <a:t> per gestire la RAM</a:t>
            </a:r>
          </a:p>
          <a:p>
            <a:r>
              <a:rPr lang="it-IT" dirty="0"/>
              <a:t>I suoi compiti :</a:t>
            </a:r>
          </a:p>
          <a:p>
            <a:r>
              <a:rPr lang="it-IT" dirty="0"/>
              <a:t>Sapere quali aree della RAM sono </a:t>
            </a:r>
            <a:r>
              <a:rPr lang="it-IT" b="1" dirty="0"/>
              <a:t>libere o occupate.</a:t>
            </a:r>
          </a:p>
          <a:p>
            <a:r>
              <a:rPr lang="it-IT" dirty="0"/>
              <a:t>Gestisce lo </a:t>
            </a:r>
            <a:r>
              <a:rPr lang="it-IT" b="1" dirty="0"/>
              <a:t>swapping</a:t>
            </a:r>
            <a:r>
              <a:rPr lang="it-IT" dirty="0"/>
              <a:t> tra RAM e disco quando la memoria RAM è piena.</a:t>
            </a:r>
          </a:p>
          <a:p>
            <a:r>
              <a:rPr lang="it-IT" dirty="0"/>
              <a:t>Decide quali processi </a:t>
            </a:r>
            <a:r>
              <a:rPr lang="it-IT" b="1" dirty="0"/>
              <a:t>allocare o </a:t>
            </a:r>
            <a:r>
              <a:rPr lang="it-IT" b="1" dirty="0" err="1"/>
              <a:t>disallocare</a:t>
            </a:r>
            <a:r>
              <a:rPr lang="it-IT" b="1" dirty="0"/>
              <a:t>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1677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690641-9966-5A7A-FFE5-72E75B907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COMPILAZIONE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EB2CD3-1BA8-2FEF-05F8-6ACB6BBA8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7409" y="2209801"/>
            <a:ext cx="8946541" cy="4195481"/>
          </a:xfrm>
        </p:spPr>
        <p:txBody>
          <a:bodyPr/>
          <a:lstStyle/>
          <a:p>
            <a:r>
              <a:rPr lang="it-IT" dirty="0"/>
              <a:t>Il </a:t>
            </a:r>
            <a:r>
              <a:rPr lang="it-IT" b="1" dirty="0"/>
              <a:t>compilatore</a:t>
            </a:r>
            <a:r>
              <a:rPr lang="it-IT" dirty="0"/>
              <a:t> traduce il programma in </a:t>
            </a:r>
            <a:r>
              <a:rPr lang="it-IT" b="1" dirty="0"/>
              <a:t>linguaggio macchina</a:t>
            </a:r>
            <a:r>
              <a:rPr lang="it-IT" dirty="0"/>
              <a:t>.</a:t>
            </a:r>
          </a:p>
          <a:p>
            <a:r>
              <a:rPr lang="it-IT" dirty="0"/>
              <a:t>Non conosce ancora gli </a:t>
            </a:r>
            <a:r>
              <a:rPr lang="it-IT" b="1" dirty="0"/>
              <a:t>indirizzi fisici della RAM</a:t>
            </a:r>
          </a:p>
          <a:p>
            <a:r>
              <a:rPr lang="it-IT" dirty="0"/>
              <a:t>Assegna </a:t>
            </a:r>
            <a:r>
              <a:rPr lang="it-IT" b="1" dirty="0"/>
              <a:t>indirizzi logici (0 → max)</a:t>
            </a:r>
            <a:r>
              <a:rPr lang="it-IT" dirty="0"/>
              <a:t> a dati e istruzioni.</a:t>
            </a:r>
          </a:p>
        </p:txBody>
      </p:sp>
    </p:spTree>
    <p:extLst>
      <p:ext uri="{BB962C8B-B14F-4D97-AF65-F5344CB8AC3E}">
        <p14:creationId xmlns:p14="http://schemas.microsoft.com/office/powerpoint/2010/main" val="1663963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DEF3FF-637B-C4E7-0289-FA25D811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PROGRAMMA A PROCESSO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2B2AB0-088E-92C7-0665-26F6DEA26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Quando viene eseguito entra nella </a:t>
            </a:r>
            <a:r>
              <a:rPr lang="it-IT" b="1" dirty="0"/>
              <a:t>coda di ingresso </a:t>
            </a:r>
          </a:p>
          <a:p>
            <a:r>
              <a:rPr lang="it-IT" dirty="0"/>
              <a:t>Il </a:t>
            </a:r>
            <a:r>
              <a:rPr lang="it-IT" b="1" dirty="0"/>
              <a:t>loader</a:t>
            </a:r>
            <a:r>
              <a:rPr lang="it-IT" dirty="0"/>
              <a:t> lo carica in RAM.</a:t>
            </a:r>
          </a:p>
          <a:p>
            <a:r>
              <a:rPr lang="it-IT" dirty="0"/>
              <a:t>Il programma diventa </a:t>
            </a:r>
            <a:r>
              <a:rPr lang="it-IT" b="1" dirty="0"/>
              <a:t>processo</a:t>
            </a:r>
            <a:r>
              <a:rPr lang="it-IT" dirty="0"/>
              <a:t> e entra nella </a:t>
            </a:r>
            <a:r>
              <a:rPr lang="it-IT" b="1" dirty="0"/>
              <a:t>Ready List</a:t>
            </a:r>
            <a:r>
              <a:rPr lang="it-IT" dirty="0"/>
              <a:t>, pronto per la CPU.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76863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084F46-7972-6307-3F63-F7BBABE8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Binding / Allocazione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4D4AFF-3485-FB01-92D5-9BDA16873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</a:t>
            </a:r>
            <a:r>
              <a:rPr lang="it-IT" b="1" dirty="0" err="1"/>
              <a:t>binding</a:t>
            </a:r>
            <a:r>
              <a:rPr lang="it-IT" dirty="0"/>
              <a:t> trasforma </a:t>
            </a:r>
            <a:r>
              <a:rPr lang="it-IT" b="1" dirty="0"/>
              <a:t>indirizzi logici → indirizzi fisici</a:t>
            </a:r>
            <a:r>
              <a:rPr lang="it-IT" dirty="0"/>
              <a:t>.</a:t>
            </a:r>
          </a:p>
          <a:p>
            <a:r>
              <a:rPr lang="it-IT" dirty="0"/>
              <a:t>Può avvenire in tre momenti:</a:t>
            </a:r>
          </a:p>
          <a:p>
            <a:r>
              <a:rPr lang="it-IT" b="1" dirty="0"/>
              <a:t>Compile time</a:t>
            </a:r>
            <a:r>
              <a:rPr lang="it-IT" dirty="0"/>
              <a:t> →Solo se il compilatore conosce già dove saranno memorizzati i dati e le istruzioni.</a:t>
            </a:r>
          </a:p>
          <a:p>
            <a:r>
              <a:rPr lang="it-IT" b="1" dirty="0"/>
              <a:t>Load time</a:t>
            </a:r>
            <a:r>
              <a:rPr lang="it-IT" dirty="0"/>
              <a:t> → </a:t>
            </a:r>
            <a:r>
              <a:rPr lang="it-IT" b="1" dirty="0"/>
              <a:t>rilocazione statica</a:t>
            </a:r>
          </a:p>
          <a:p>
            <a:r>
              <a:rPr lang="it-IT" b="1" dirty="0" err="1"/>
              <a:t>Execution</a:t>
            </a:r>
            <a:r>
              <a:rPr lang="it-IT" b="1" dirty="0"/>
              <a:t> time</a:t>
            </a:r>
            <a:r>
              <a:rPr lang="it-IT" dirty="0"/>
              <a:t> → </a:t>
            </a:r>
            <a:r>
              <a:rPr lang="it-IT" b="1" dirty="0"/>
              <a:t>rilocazione dinamica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76318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546E6C-31EE-424F-0E29-BB83909E3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RIALOCAZIONE STATICA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6ECB034-D9F1-BD1C-B5BC-F9F4E64B4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Avviene </a:t>
            </a:r>
            <a:r>
              <a:rPr lang="it-IT" b="1" dirty="0"/>
              <a:t>prima dell’esecuzione</a:t>
            </a:r>
            <a:r>
              <a:rPr lang="it-IT" dirty="0"/>
              <a:t>.</a:t>
            </a:r>
          </a:p>
          <a:p>
            <a:endParaRPr lang="it-IT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2DC4DDB-9A3D-8484-22FB-BEC8B916907E}"/>
              </a:ext>
            </a:extLst>
          </p:cNvPr>
          <p:cNvSpPr/>
          <p:nvPr/>
        </p:nvSpPr>
        <p:spPr>
          <a:xfrm>
            <a:off x="3912974" y="3870413"/>
            <a:ext cx="2636108" cy="420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a=5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5B93903-BC36-550C-C68C-560B79D49DBA}"/>
              </a:ext>
            </a:extLst>
          </p:cNvPr>
          <p:cNvSpPr/>
          <p:nvPr/>
        </p:nvSpPr>
        <p:spPr>
          <a:xfrm>
            <a:off x="3912974" y="4492759"/>
            <a:ext cx="2636108" cy="420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b=7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840E5492-33BD-C41C-6ECF-2DBD1A03E44A}"/>
              </a:ext>
            </a:extLst>
          </p:cNvPr>
          <p:cNvSpPr/>
          <p:nvPr/>
        </p:nvSpPr>
        <p:spPr>
          <a:xfrm>
            <a:off x="3912974" y="5102848"/>
            <a:ext cx="2636108" cy="4777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moltipl</a:t>
            </a:r>
            <a:r>
              <a:rPr lang="it-IT" dirty="0"/>
              <a:t>=a*b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CF038F3C-E58F-6310-C557-20781D8B43B0}"/>
              </a:ext>
            </a:extLst>
          </p:cNvPr>
          <p:cNvSpPr/>
          <p:nvPr/>
        </p:nvSpPr>
        <p:spPr>
          <a:xfrm>
            <a:off x="3912974" y="5780313"/>
            <a:ext cx="2636108" cy="3624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somma=</a:t>
            </a:r>
            <a:r>
              <a:rPr lang="it-IT" dirty="0" err="1"/>
              <a:t>a+b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DD1FC49-D591-512E-725E-D00FE1739365}"/>
              </a:ext>
            </a:extLst>
          </p:cNvPr>
          <p:cNvSpPr txBox="1"/>
          <p:nvPr/>
        </p:nvSpPr>
        <p:spPr>
          <a:xfrm>
            <a:off x="3139177" y="3870507"/>
            <a:ext cx="797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#100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1164E47-946F-484D-AF69-D6C60A731443}"/>
              </a:ext>
            </a:extLst>
          </p:cNvPr>
          <p:cNvSpPr txBox="1"/>
          <p:nvPr/>
        </p:nvSpPr>
        <p:spPr>
          <a:xfrm>
            <a:off x="3139177" y="448900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#101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8ADB71A-C376-AB55-CD0F-47F4B87BD859}"/>
              </a:ext>
            </a:extLst>
          </p:cNvPr>
          <p:cNvSpPr txBox="1"/>
          <p:nvPr/>
        </p:nvSpPr>
        <p:spPr>
          <a:xfrm>
            <a:off x="3139177" y="516646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#102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B7D70CB-AF39-6A3B-5F51-9622AFAFD3FD}"/>
              </a:ext>
            </a:extLst>
          </p:cNvPr>
          <p:cNvSpPr txBox="1"/>
          <p:nvPr/>
        </p:nvSpPr>
        <p:spPr>
          <a:xfrm>
            <a:off x="8138425" y="3870413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0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2527952-3DB3-E7F5-98DF-5CDD1BC804F4}"/>
              </a:ext>
            </a:extLst>
          </p:cNvPr>
          <p:cNvSpPr txBox="1"/>
          <p:nvPr/>
        </p:nvSpPr>
        <p:spPr>
          <a:xfrm>
            <a:off x="8138425" y="446189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13F25DB-D01A-596C-CBAD-AC949EB9041D}"/>
              </a:ext>
            </a:extLst>
          </p:cNvPr>
          <p:cNvSpPr txBox="1"/>
          <p:nvPr/>
        </p:nvSpPr>
        <p:spPr>
          <a:xfrm>
            <a:off x="8138425" y="5115732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4D32F50-6E6E-C04C-3ADB-E2E3F707742E}"/>
              </a:ext>
            </a:extLst>
          </p:cNvPr>
          <p:cNvSpPr txBox="1"/>
          <p:nvPr/>
        </p:nvSpPr>
        <p:spPr>
          <a:xfrm>
            <a:off x="8138425" y="573974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DCCDA0A-1760-5163-D6C6-B2595D12E28F}"/>
              </a:ext>
            </a:extLst>
          </p:cNvPr>
          <p:cNvSpPr txBox="1"/>
          <p:nvPr/>
        </p:nvSpPr>
        <p:spPr>
          <a:xfrm>
            <a:off x="3080953" y="584393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#103</a:t>
            </a:r>
          </a:p>
        </p:txBody>
      </p:sp>
    </p:spTree>
    <p:extLst>
      <p:ext uri="{BB962C8B-B14F-4D97-AF65-F5344CB8AC3E}">
        <p14:creationId xmlns:p14="http://schemas.microsoft.com/office/powerpoint/2010/main" val="1409448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79946E-4221-6113-A45D-85C7A2311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    RILOCAZIONE DINAMICA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633601-C8BE-CCB3-C59B-6A40FE015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269" y="2005424"/>
            <a:ext cx="8946541" cy="4195481"/>
          </a:xfrm>
        </p:spPr>
        <p:txBody>
          <a:bodyPr/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 dirty="0">
                <a:latin typeface="Arial" panose="020B0604020202020204" pitchFamily="34" charset="0"/>
              </a:rPr>
              <a:t>Avviene durante l’esecuzione.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 dirty="0">
                <a:latin typeface="Arial" panose="020B0604020202020204" pitchFamily="34" charset="0"/>
              </a:rPr>
              <a:t>L’indirizzo base fisico viene memorizzato nel </a:t>
            </a:r>
            <a:r>
              <a:rPr lang="it-IT" altLang="it-IT" b="1" dirty="0">
                <a:latin typeface="Arial" panose="020B0604020202020204" pitchFamily="34" charset="0"/>
              </a:rPr>
              <a:t>registro base (RL)</a:t>
            </a:r>
            <a:r>
              <a:rPr lang="it-IT" altLang="it-IT" dirty="0"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 dirty="0">
                <a:latin typeface="Arial" panose="020B0604020202020204" pitchFamily="34" charset="0"/>
              </a:rPr>
              <a:t>La </a:t>
            </a:r>
            <a:r>
              <a:rPr lang="it-IT" altLang="it-IT" b="1" dirty="0">
                <a:latin typeface="Arial" panose="020B0604020202020204" pitchFamily="34" charset="0"/>
              </a:rPr>
              <a:t>MMU</a:t>
            </a:r>
            <a:r>
              <a:rPr lang="it-IT" altLang="it-IT" dirty="0">
                <a:latin typeface="Arial" panose="020B0604020202020204" pitchFamily="34" charset="0"/>
              </a:rPr>
              <a:t> calcola gli indirizzi fisici ogni volta che il processo accede alla memoria:</a:t>
            </a:r>
            <a:endParaRPr lang="it-IT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7E7F5DC4-A1A1-CE0D-01B2-8211B6508C5D}"/>
              </a:ext>
            </a:extLst>
          </p:cNvPr>
          <p:cNvSpPr/>
          <p:nvPr/>
        </p:nvSpPr>
        <p:spPr>
          <a:xfrm>
            <a:off x="3912974" y="3870413"/>
            <a:ext cx="2636108" cy="420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a=5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B05FD3F-6D40-CD50-05CE-55AEF98E1C73}"/>
              </a:ext>
            </a:extLst>
          </p:cNvPr>
          <p:cNvSpPr/>
          <p:nvPr/>
        </p:nvSpPr>
        <p:spPr>
          <a:xfrm>
            <a:off x="3912974" y="4492759"/>
            <a:ext cx="2636108" cy="420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b=7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F434E8C-6C70-640E-327D-48F6090FE5CF}"/>
              </a:ext>
            </a:extLst>
          </p:cNvPr>
          <p:cNvSpPr/>
          <p:nvPr/>
        </p:nvSpPr>
        <p:spPr>
          <a:xfrm>
            <a:off x="3912974" y="5102848"/>
            <a:ext cx="2636108" cy="4777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moltipl</a:t>
            </a:r>
            <a:r>
              <a:rPr lang="it-IT" dirty="0"/>
              <a:t>=a*b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03F1717-3E6C-34DB-A780-6554F907EB76}"/>
              </a:ext>
            </a:extLst>
          </p:cNvPr>
          <p:cNvSpPr/>
          <p:nvPr/>
        </p:nvSpPr>
        <p:spPr>
          <a:xfrm>
            <a:off x="3912974" y="5780313"/>
            <a:ext cx="2636108" cy="3624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somma=</a:t>
            </a:r>
            <a:r>
              <a:rPr lang="it-IT" dirty="0" err="1"/>
              <a:t>a+b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66A5895-A74E-42FA-42F3-4DE52A8710DF}"/>
              </a:ext>
            </a:extLst>
          </p:cNvPr>
          <p:cNvSpPr txBox="1"/>
          <p:nvPr/>
        </p:nvSpPr>
        <p:spPr>
          <a:xfrm>
            <a:off x="3139177" y="3870507"/>
            <a:ext cx="797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#235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5E9FCDE-6947-B969-1111-B9F3C33D0CBE}"/>
              </a:ext>
            </a:extLst>
          </p:cNvPr>
          <p:cNvSpPr txBox="1"/>
          <p:nvPr/>
        </p:nvSpPr>
        <p:spPr>
          <a:xfrm>
            <a:off x="3139177" y="448900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#236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371C330-E11F-A2A2-B511-75DEA84680B6}"/>
              </a:ext>
            </a:extLst>
          </p:cNvPr>
          <p:cNvSpPr txBox="1"/>
          <p:nvPr/>
        </p:nvSpPr>
        <p:spPr>
          <a:xfrm>
            <a:off x="3139177" y="516646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#237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F80B9A7-0D6C-AB86-11B7-63A2056E7750}"/>
              </a:ext>
            </a:extLst>
          </p:cNvPr>
          <p:cNvSpPr txBox="1"/>
          <p:nvPr/>
        </p:nvSpPr>
        <p:spPr>
          <a:xfrm>
            <a:off x="3139177" y="5831573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#238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0E1428D-B0D6-2EF4-AACC-0AD99E25B6DB}"/>
              </a:ext>
            </a:extLst>
          </p:cNvPr>
          <p:cNvSpPr txBox="1"/>
          <p:nvPr/>
        </p:nvSpPr>
        <p:spPr>
          <a:xfrm>
            <a:off x="8184292" y="3965992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0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396249-CFD9-F055-7057-2CAFE346EC6E}"/>
              </a:ext>
            </a:extLst>
          </p:cNvPr>
          <p:cNvSpPr txBox="1"/>
          <p:nvPr/>
        </p:nvSpPr>
        <p:spPr>
          <a:xfrm>
            <a:off x="8184292" y="455747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302CAC8-407C-CBF7-2018-1935A1613929}"/>
              </a:ext>
            </a:extLst>
          </p:cNvPr>
          <p:cNvSpPr txBox="1"/>
          <p:nvPr/>
        </p:nvSpPr>
        <p:spPr>
          <a:xfrm>
            <a:off x="8184292" y="521131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B87A1C2-1E4C-2375-8BDF-53064DFA0972}"/>
              </a:ext>
            </a:extLst>
          </p:cNvPr>
          <p:cNvSpPr txBox="1"/>
          <p:nvPr/>
        </p:nvSpPr>
        <p:spPr>
          <a:xfrm>
            <a:off x="8184292" y="583532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00CE5256-E94C-F868-A12C-3604DFB98673}"/>
              </a:ext>
            </a:extLst>
          </p:cNvPr>
          <p:cNvSpPr/>
          <p:nvPr/>
        </p:nvSpPr>
        <p:spPr>
          <a:xfrm>
            <a:off x="3912974" y="3262184"/>
            <a:ext cx="2636108" cy="418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D512E697-45AD-9122-8EDE-C16CF6E2FB91}"/>
              </a:ext>
            </a:extLst>
          </p:cNvPr>
          <p:cNvSpPr/>
          <p:nvPr/>
        </p:nvSpPr>
        <p:spPr>
          <a:xfrm>
            <a:off x="3937129" y="6310184"/>
            <a:ext cx="261195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4E5FFD4-F174-9AB8-5A9E-AED4FC49768C}"/>
              </a:ext>
            </a:extLst>
          </p:cNvPr>
          <p:cNvSpPr txBox="1"/>
          <p:nvPr/>
        </p:nvSpPr>
        <p:spPr>
          <a:xfrm>
            <a:off x="3080953" y="329886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#234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BC765A5-0BCB-DCAD-C8F8-34577EC1979C}"/>
              </a:ext>
            </a:extLst>
          </p:cNvPr>
          <p:cNvSpPr txBox="1"/>
          <p:nvPr/>
        </p:nvSpPr>
        <p:spPr>
          <a:xfrm>
            <a:off x="3180366" y="6353081"/>
            <a:ext cx="8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#239</a:t>
            </a:r>
          </a:p>
        </p:txBody>
      </p:sp>
    </p:spTree>
    <p:extLst>
      <p:ext uri="{BB962C8B-B14F-4D97-AF65-F5344CB8AC3E}">
        <p14:creationId xmlns:p14="http://schemas.microsoft.com/office/powerpoint/2010/main" val="207888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7EC7C5-05F7-284A-C8C3-37764C8E9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638" y="2728735"/>
            <a:ext cx="9404723" cy="1400530"/>
          </a:xfrm>
        </p:spPr>
        <p:txBody>
          <a:bodyPr/>
          <a:lstStyle/>
          <a:p>
            <a:pPr algn="ctr"/>
            <a:r>
              <a:rPr lang="it-IT" dirty="0"/>
              <a:t>GRAZIE PER L’ATTENZIONE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DF49F48-70CD-42DC-EBAF-FFE3D80D27FB}"/>
              </a:ext>
            </a:extLst>
          </p:cNvPr>
          <p:cNvSpPr txBox="1"/>
          <p:nvPr/>
        </p:nvSpPr>
        <p:spPr>
          <a:xfrm>
            <a:off x="1367481" y="5296930"/>
            <a:ext cx="2306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Federico Fiorenzo 3i</a:t>
            </a:r>
          </a:p>
        </p:txBody>
      </p:sp>
    </p:spTree>
    <p:extLst>
      <p:ext uri="{BB962C8B-B14F-4D97-AF65-F5344CB8AC3E}">
        <p14:creationId xmlns:p14="http://schemas.microsoft.com/office/powerpoint/2010/main" val="251701851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1352EFF-3E7B-465D-B7A5-0C574328D151}">
  <we:reference id="wa200005566" version="3.0.0.3" store="it-IT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52</TotalTime>
  <Words>276</Words>
  <Application>Microsoft Office PowerPoint</Application>
  <PresentationFormat>Widescreen</PresentationFormat>
  <Paragraphs>60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Ione</vt:lpstr>
      <vt:lpstr>GESTIONE DELLA MEMORIA</vt:lpstr>
      <vt:lpstr>INDICE </vt:lpstr>
      <vt:lpstr>MEMORY MANAGER </vt:lpstr>
      <vt:lpstr>COMPILAZIONE</vt:lpstr>
      <vt:lpstr>PROGRAMMA A PROCESSO </vt:lpstr>
      <vt:lpstr>Binding / Allocazione</vt:lpstr>
      <vt:lpstr>RIALOCAZIONE STATICA</vt:lpstr>
      <vt:lpstr>    RILOCAZIONE DINAMICA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Federico Fiorenzo</dc:creator>
  <cp:lastModifiedBy>Federico Fiorenzo</cp:lastModifiedBy>
  <cp:revision>2</cp:revision>
  <dcterms:created xsi:type="dcterms:W3CDTF">2026-02-15T17:14:19Z</dcterms:created>
  <dcterms:modified xsi:type="dcterms:W3CDTF">2026-02-15T18:28:30Z</dcterms:modified>
</cp:coreProperties>
</file>