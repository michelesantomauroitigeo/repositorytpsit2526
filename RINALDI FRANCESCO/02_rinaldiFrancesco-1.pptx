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62A228-1049-4F78-B2FF-598F9669CE70}" v="216" dt="2026-02-18T21:36:52.0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Rinaldi" userId="S::rinaldi.francesco@pzis022008.onmicrosoft.com::a162f529-b26a-420f-8d79-da207e45c10a" providerId="AD" clId="Web-{1EA0B932-4289-43F3-8258-26C78CBE1634}"/>
    <pc:docChg chg="addSld delSld modSld addMainMaster delMainMaster">
      <pc:chgData name="Francesco Rinaldi" userId="S::rinaldi.francesco@pzis022008.onmicrosoft.com::a162f529-b26a-420f-8d79-da207e45c10a" providerId="AD" clId="Web-{1EA0B932-4289-43F3-8258-26C78CBE1634}" dt="2026-02-15T21:15:55.997" v="1008"/>
      <pc:docMkLst>
        <pc:docMk/>
      </pc:docMkLst>
      <pc:sldChg chg="addSp delSp modSp mod modTransition setBg modClrScheme setClrOvrMap chgLayout">
        <pc:chgData name="Francesco Rinaldi" userId="S::rinaldi.francesco@pzis022008.onmicrosoft.com::a162f529-b26a-420f-8d79-da207e45c10a" providerId="AD" clId="Web-{1EA0B932-4289-43F3-8258-26C78CBE1634}" dt="2026-02-15T21:13:04.509" v="995"/>
        <pc:sldMkLst>
          <pc:docMk/>
          <pc:sldMk cId="3962583941" sldId="256"/>
        </pc:sldMkLst>
        <pc:spChg chg="mod">
          <ac:chgData name="Francesco Rinaldi" userId="S::rinaldi.francesco@pzis022008.onmicrosoft.com::a162f529-b26a-420f-8d79-da207e45c10a" providerId="AD" clId="Web-{1EA0B932-4289-43F3-8258-26C78CBE1634}" dt="2026-02-15T20:38:00.272" v="304" actId="20577"/>
          <ac:spMkLst>
            <pc:docMk/>
            <pc:sldMk cId="3962583941" sldId="256"/>
            <ac:spMk id="2" creationId="{00000000-0000-0000-0000-000000000000}"/>
          </ac:spMkLst>
        </pc:spChg>
        <pc:spChg chg="mod">
          <ac:chgData name="Francesco Rinaldi" userId="S::rinaldi.francesco@pzis022008.onmicrosoft.com::a162f529-b26a-420f-8d79-da207e45c10a" providerId="AD" clId="Web-{1EA0B932-4289-43F3-8258-26C78CBE1634}" dt="2026-02-15T19:59:37.917" v="50"/>
          <ac:spMkLst>
            <pc:docMk/>
            <pc:sldMk cId="3962583941" sldId="256"/>
            <ac:spMk id="3" creationId="{00000000-0000-0000-0000-000000000000}"/>
          </ac:spMkLst>
        </pc:spChg>
        <pc:spChg chg="add del">
          <ac:chgData name="Francesco Rinaldi" userId="S::rinaldi.francesco@pzis022008.onmicrosoft.com::a162f529-b26a-420f-8d79-da207e45c10a" providerId="AD" clId="Web-{1EA0B932-4289-43F3-8258-26C78CBE1634}" dt="2026-02-15T19:59:37.917" v="50"/>
          <ac:spMkLst>
            <pc:docMk/>
            <pc:sldMk cId="3962583941" sldId="256"/>
            <ac:spMk id="13" creationId="{7DA3C418-758E-4180-A5D0-8655D6804587}"/>
          </ac:spMkLst>
        </pc:spChg>
        <pc:spChg chg="add del">
          <ac:chgData name="Francesco Rinaldi" userId="S::rinaldi.francesco@pzis022008.onmicrosoft.com::a162f529-b26a-420f-8d79-da207e45c10a" providerId="AD" clId="Web-{1EA0B932-4289-43F3-8258-26C78CBE1634}" dt="2026-02-15T19:59:37.917" v="50"/>
          <ac:spMkLst>
            <pc:docMk/>
            <pc:sldMk cId="3962583941" sldId="256"/>
            <ac:spMk id="14" creationId="{28C8EF06-5EC3-4883-AFAF-D74FF46550FB}"/>
          </ac:spMkLst>
        </pc:spChg>
        <pc:picChg chg="add mod ord">
          <ac:chgData name="Francesco Rinaldi" userId="S::rinaldi.francesco@pzis022008.onmicrosoft.com::a162f529-b26a-420f-8d79-da207e45c10a" providerId="AD" clId="Web-{1EA0B932-4289-43F3-8258-26C78CBE1634}" dt="2026-02-15T19:59:37.917" v="50"/>
          <ac:picMkLst>
            <pc:docMk/>
            <pc:sldMk cId="3962583941" sldId="256"/>
            <ac:picMk id="4" creationId="{3F499C7D-7D6A-208B-7C4B-C34DABC572A7}"/>
          </ac:picMkLst>
        </pc:picChg>
      </pc:sldChg>
      <pc:sldChg chg="addSp delSp modSp new mod modTransition setBg">
        <pc:chgData name="Francesco Rinaldi" userId="S::rinaldi.francesco@pzis022008.onmicrosoft.com::a162f529-b26a-420f-8d79-da207e45c10a" providerId="AD" clId="Web-{1EA0B932-4289-43F3-8258-26C78CBE1634}" dt="2026-02-15T21:13:42.760" v="1000"/>
        <pc:sldMkLst>
          <pc:docMk/>
          <pc:sldMk cId="1397652645" sldId="257"/>
        </pc:sldMkLst>
        <pc:spChg chg="mod">
          <ac:chgData name="Francesco Rinaldi" userId="S::rinaldi.francesco@pzis022008.onmicrosoft.com::a162f529-b26a-420f-8d79-da207e45c10a" providerId="AD" clId="Web-{1EA0B932-4289-43F3-8258-26C78CBE1634}" dt="2026-02-15T20:38:06.975" v="305" actId="20577"/>
          <ac:spMkLst>
            <pc:docMk/>
            <pc:sldMk cId="1397652645" sldId="257"/>
            <ac:spMk id="2" creationId="{71B298EC-BD08-6B82-4025-0485036B0BF5}"/>
          </ac:spMkLst>
        </pc:spChg>
        <pc:spChg chg="mod">
          <ac:chgData name="Francesco Rinaldi" userId="S::rinaldi.francesco@pzis022008.onmicrosoft.com::a162f529-b26a-420f-8d79-da207e45c10a" providerId="AD" clId="Web-{1EA0B932-4289-43F3-8258-26C78CBE1634}" dt="2026-02-15T21:03:51.840" v="842" actId="20577"/>
          <ac:spMkLst>
            <pc:docMk/>
            <pc:sldMk cId="1397652645" sldId="257"/>
            <ac:spMk id="3" creationId="{EAA99FE2-F8CA-672C-07E2-DD9265A47EA6}"/>
          </ac:spMkLst>
        </pc:spChg>
        <pc:spChg chg="add">
          <ac:chgData name="Francesco Rinaldi" userId="S::rinaldi.francesco@pzis022008.onmicrosoft.com::a162f529-b26a-420f-8d79-da207e45c10a" providerId="AD" clId="Web-{1EA0B932-4289-43F3-8258-26C78CBE1634}" dt="2026-02-15T20:33:28.963" v="154"/>
          <ac:spMkLst>
            <pc:docMk/>
            <pc:sldMk cId="1397652645" sldId="257"/>
            <ac:spMk id="23" creationId="{7FF47CB7-972F-479F-A36D-9E72D26EC8DA}"/>
          </ac:spMkLst>
        </pc:spChg>
        <pc:spChg chg="add">
          <ac:chgData name="Francesco Rinaldi" userId="S::rinaldi.francesco@pzis022008.onmicrosoft.com::a162f529-b26a-420f-8d79-da207e45c10a" providerId="AD" clId="Web-{1EA0B932-4289-43F3-8258-26C78CBE1634}" dt="2026-02-15T20:33:28.963" v="154"/>
          <ac:spMkLst>
            <pc:docMk/>
            <pc:sldMk cId="1397652645" sldId="257"/>
            <ac:spMk id="24" creationId="{0D153B68-5844-490D-8E67-F616D6D721CA}"/>
          </ac:spMkLst>
        </pc:spChg>
        <pc:spChg chg="add">
          <ac:chgData name="Francesco Rinaldi" userId="S::rinaldi.francesco@pzis022008.onmicrosoft.com::a162f529-b26a-420f-8d79-da207e45c10a" providerId="AD" clId="Web-{1EA0B932-4289-43F3-8258-26C78CBE1634}" dt="2026-02-15T20:33:28.963" v="154"/>
          <ac:spMkLst>
            <pc:docMk/>
            <pc:sldMk cId="1397652645" sldId="257"/>
            <ac:spMk id="25" creationId="{C64E267B-3F5A-4357-9E7F-C5FBE5D3B1E0}"/>
          </ac:spMkLst>
        </pc:spChg>
        <pc:picChg chg="add mod ord">
          <ac:chgData name="Francesco Rinaldi" userId="S::rinaldi.francesco@pzis022008.onmicrosoft.com::a162f529-b26a-420f-8d79-da207e45c10a" providerId="AD" clId="Web-{1EA0B932-4289-43F3-8258-26C78CBE1634}" dt="2026-02-15T20:33:28.963" v="154"/>
          <ac:picMkLst>
            <pc:docMk/>
            <pc:sldMk cId="1397652645" sldId="257"/>
            <ac:picMk id="4" creationId="{28F13D2E-5D7C-A3BD-3E96-66B104B09903}"/>
          </ac:picMkLst>
        </pc:picChg>
      </pc:sldChg>
      <pc:sldChg chg="modSp new modTransition">
        <pc:chgData name="Francesco Rinaldi" userId="S::rinaldi.francesco@pzis022008.onmicrosoft.com::a162f529-b26a-420f-8d79-da207e45c10a" providerId="AD" clId="Web-{1EA0B932-4289-43F3-8258-26C78CBE1634}" dt="2026-02-15T21:14:04.432" v="1001"/>
        <pc:sldMkLst>
          <pc:docMk/>
          <pc:sldMk cId="1888162878" sldId="258"/>
        </pc:sldMkLst>
        <pc:spChg chg="mod">
          <ac:chgData name="Francesco Rinaldi" userId="S::rinaldi.francesco@pzis022008.onmicrosoft.com::a162f529-b26a-420f-8d79-da207e45c10a" providerId="AD" clId="Web-{1EA0B932-4289-43F3-8258-26C78CBE1634}" dt="2026-02-15T20:37:50.475" v="301" actId="20577"/>
          <ac:spMkLst>
            <pc:docMk/>
            <pc:sldMk cId="1888162878" sldId="258"/>
            <ac:spMk id="2" creationId="{33839797-16BB-2911-96EB-719A7595AF44}"/>
          </ac:spMkLst>
        </pc:spChg>
        <pc:spChg chg="mod">
          <ac:chgData name="Francesco Rinaldi" userId="S::rinaldi.francesco@pzis022008.onmicrosoft.com::a162f529-b26a-420f-8d79-da207e45c10a" providerId="AD" clId="Web-{1EA0B932-4289-43F3-8258-26C78CBE1634}" dt="2026-02-15T20:37:43.818" v="299" actId="20577"/>
          <ac:spMkLst>
            <pc:docMk/>
            <pc:sldMk cId="1888162878" sldId="258"/>
            <ac:spMk id="3" creationId="{6C6FB31B-0754-9738-E25B-98B5FAEF656B}"/>
          </ac:spMkLst>
        </pc:spChg>
      </pc:sldChg>
      <pc:sldChg chg="addSp delSp modSp new modTransition">
        <pc:chgData name="Francesco Rinaldi" userId="S::rinaldi.francesco@pzis022008.onmicrosoft.com::a162f529-b26a-420f-8d79-da207e45c10a" providerId="AD" clId="Web-{1EA0B932-4289-43F3-8258-26C78CBE1634}" dt="2026-02-15T21:14:06.151" v="1002"/>
        <pc:sldMkLst>
          <pc:docMk/>
          <pc:sldMk cId="903240681" sldId="259"/>
        </pc:sldMkLst>
        <pc:spChg chg="mod">
          <ac:chgData name="Francesco Rinaldi" userId="S::rinaldi.francesco@pzis022008.onmicrosoft.com::a162f529-b26a-420f-8d79-da207e45c10a" providerId="AD" clId="Web-{1EA0B932-4289-43F3-8258-26C78CBE1634}" dt="2026-02-15T20:38:33.101" v="327" actId="20577"/>
          <ac:spMkLst>
            <pc:docMk/>
            <pc:sldMk cId="903240681" sldId="259"/>
            <ac:spMk id="2" creationId="{C13AADCE-0360-B0B0-DBA1-34559E2E9C3C}"/>
          </ac:spMkLst>
        </pc:spChg>
        <pc:spChg chg="add del mod">
          <ac:chgData name="Francesco Rinaldi" userId="S::rinaldi.francesco@pzis022008.onmicrosoft.com::a162f529-b26a-420f-8d79-da207e45c10a" providerId="AD" clId="Web-{1EA0B932-4289-43F3-8258-26C78CBE1634}" dt="2026-02-15T20:41:11.481" v="361" actId="1076"/>
          <ac:spMkLst>
            <pc:docMk/>
            <pc:sldMk cId="903240681" sldId="259"/>
            <ac:spMk id="3" creationId="{3EEC1D03-1B90-B94E-FCAB-BC1103A0151A}"/>
          </ac:spMkLst>
        </pc:spChg>
        <pc:spChg chg="add mod">
          <ac:chgData name="Francesco Rinaldi" userId="S::rinaldi.francesco@pzis022008.onmicrosoft.com::a162f529-b26a-420f-8d79-da207e45c10a" providerId="AD" clId="Web-{1EA0B932-4289-43F3-8258-26C78CBE1634}" dt="2026-02-15T20:40:55.840" v="359" actId="20577"/>
          <ac:spMkLst>
            <pc:docMk/>
            <pc:sldMk cId="903240681" sldId="259"/>
            <ac:spMk id="6" creationId="{DD667529-D321-4BC2-42F3-E8BA2FAEF393}"/>
          </ac:spMkLst>
        </pc:spChg>
        <pc:spChg chg="add mod">
          <ac:chgData name="Francesco Rinaldi" userId="S::rinaldi.francesco@pzis022008.onmicrosoft.com::a162f529-b26a-420f-8d79-da207e45c10a" providerId="AD" clId="Web-{1EA0B932-4289-43F3-8258-26C78CBE1634}" dt="2026-02-15T20:42:09.904" v="397" actId="1076"/>
          <ac:spMkLst>
            <pc:docMk/>
            <pc:sldMk cId="903240681" sldId="259"/>
            <ac:spMk id="8" creationId="{55015424-3A17-1280-99BF-E332CD9BB7B1}"/>
          </ac:spMkLst>
        </pc:spChg>
      </pc:sldChg>
      <pc:sldChg chg="modSp add replId modTransition">
        <pc:chgData name="Francesco Rinaldi" userId="S::rinaldi.francesco@pzis022008.onmicrosoft.com::a162f529-b26a-420f-8d79-da207e45c10a" providerId="AD" clId="Web-{1EA0B932-4289-43F3-8258-26C78CBE1634}" dt="2026-02-15T20:43:11.695" v="404" actId="1076"/>
        <pc:sldMkLst>
          <pc:docMk/>
          <pc:sldMk cId="721669744" sldId="260"/>
        </pc:sldMkLst>
        <pc:spChg chg="mod">
          <ac:chgData name="Francesco Rinaldi" userId="S::rinaldi.francesco@pzis022008.onmicrosoft.com::a162f529-b26a-420f-8d79-da207e45c10a" providerId="AD" clId="Web-{1EA0B932-4289-43F3-8258-26C78CBE1634}" dt="2026-02-15T20:43:11.695" v="404" actId="1076"/>
          <ac:spMkLst>
            <pc:docMk/>
            <pc:sldMk cId="721669744" sldId="260"/>
            <ac:spMk id="8" creationId="{F4E1E4FE-230F-9B78-A788-44407888A067}"/>
          </ac:spMkLst>
        </pc:spChg>
      </pc:sldChg>
      <pc:sldChg chg="addSp delSp modSp new modTransition">
        <pc:chgData name="Francesco Rinaldi" userId="S::rinaldi.francesco@pzis022008.onmicrosoft.com::a162f529-b26a-420f-8d79-da207e45c10a" providerId="AD" clId="Web-{1EA0B932-4289-43F3-8258-26C78CBE1634}" dt="2026-02-15T20:58:14.985" v="720" actId="20577"/>
        <pc:sldMkLst>
          <pc:docMk/>
          <pc:sldMk cId="897504720" sldId="261"/>
        </pc:sldMkLst>
        <pc:spChg chg="mod">
          <ac:chgData name="Francesco Rinaldi" userId="S::rinaldi.francesco@pzis022008.onmicrosoft.com::a162f529-b26a-420f-8d79-da207e45c10a" providerId="AD" clId="Web-{1EA0B932-4289-43F3-8258-26C78CBE1634}" dt="2026-02-15T20:44:09.548" v="420" actId="20577"/>
          <ac:spMkLst>
            <pc:docMk/>
            <pc:sldMk cId="897504720" sldId="261"/>
            <ac:spMk id="2" creationId="{9FC8D715-78DE-8E38-92F5-D32ABD4BE30D}"/>
          </ac:spMkLst>
        </pc:spChg>
        <pc:spChg chg="mod">
          <ac:chgData name="Francesco Rinaldi" userId="S::rinaldi.francesco@pzis022008.onmicrosoft.com::a162f529-b26a-420f-8d79-da207e45c10a" providerId="AD" clId="Web-{1EA0B932-4289-43F3-8258-26C78CBE1634}" dt="2026-02-15T20:48:26.452" v="492" actId="1076"/>
          <ac:spMkLst>
            <pc:docMk/>
            <pc:sldMk cId="897504720" sldId="261"/>
            <ac:spMk id="3" creationId="{13BCB00E-F960-C232-5F0B-ACBD83F15428}"/>
          </ac:spMkLst>
        </pc:spChg>
        <pc:spChg chg="add mod">
          <ac:chgData name="Francesco Rinaldi" userId="S::rinaldi.francesco@pzis022008.onmicrosoft.com::a162f529-b26a-420f-8d79-da207e45c10a" providerId="AD" clId="Web-{1EA0B932-4289-43F3-8258-26C78CBE1634}" dt="2026-02-15T20:48:43.172" v="496" actId="1076"/>
          <ac:spMkLst>
            <pc:docMk/>
            <pc:sldMk cId="897504720" sldId="261"/>
            <ac:spMk id="5" creationId="{23C0DC87-EA82-1C93-4DB6-13D6D7D1BBBC}"/>
          </ac:spMkLst>
        </pc:spChg>
        <pc:spChg chg="add mod">
          <ac:chgData name="Francesco Rinaldi" userId="S::rinaldi.francesco@pzis022008.onmicrosoft.com::a162f529-b26a-420f-8d79-da207e45c10a" providerId="AD" clId="Web-{1EA0B932-4289-43F3-8258-26C78CBE1634}" dt="2026-02-15T20:48:48.266" v="497" actId="1076"/>
          <ac:spMkLst>
            <pc:docMk/>
            <pc:sldMk cId="897504720" sldId="261"/>
            <ac:spMk id="6" creationId="{31616629-CCCC-EEF0-FBAC-D37985659AE3}"/>
          </ac:spMkLst>
        </pc:spChg>
        <pc:spChg chg="add mod">
          <ac:chgData name="Francesco Rinaldi" userId="S::rinaldi.francesco@pzis022008.onmicrosoft.com::a162f529-b26a-420f-8d79-da207e45c10a" providerId="AD" clId="Web-{1EA0B932-4289-43F3-8258-26C78CBE1634}" dt="2026-02-15T20:58:14.985" v="720" actId="20577"/>
          <ac:spMkLst>
            <pc:docMk/>
            <pc:sldMk cId="897504720" sldId="261"/>
            <ac:spMk id="7" creationId="{B1917338-780A-9F71-B705-550D6B11897A}"/>
          </ac:spMkLst>
        </pc:spChg>
        <pc:spChg chg="add mod">
          <ac:chgData name="Francesco Rinaldi" userId="S::rinaldi.francesco@pzis022008.onmicrosoft.com::a162f529-b26a-420f-8d79-da207e45c10a" providerId="AD" clId="Web-{1EA0B932-4289-43F3-8258-26C78CBE1634}" dt="2026-02-15T20:49:00.720" v="499" actId="20577"/>
          <ac:spMkLst>
            <pc:docMk/>
            <pc:sldMk cId="897504720" sldId="261"/>
            <ac:spMk id="9" creationId="{18CBAF58-907C-DC31-92B9-909FFB76F570}"/>
          </ac:spMkLst>
        </pc:spChg>
        <pc:spChg chg="add mod">
          <ac:chgData name="Francesco Rinaldi" userId="S::rinaldi.francesco@pzis022008.onmicrosoft.com::a162f529-b26a-420f-8d79-da207e45c10a" providerId="AD" clId="Web-{1EA0B932-4289-43F3-8258-26C78CBE1634}" dt="2026-02-15T20:49:39.175" v="523" actId="1076"/>
          <ac:spMkLst>
            <pc:docMk/>
            <pc:sldMk cId="897504720" sldId="261"/>
            <ac:spMk id="10" creationId="{532DF0AA-DD8F-A7D9-3249-D877329124DA}"/>
          </ac:spMkLst>
        </pc:spChg>
        <pc:spChg chg="add mod">
          <ac:chgData name="Francesco Rinaldi" userId="S::rinaldi.francesco@pzis022008.onmicrosoft.com::a162f529-b26a-420f-8d79-da207e45c10a" providerId="AD" clId="Web-{1EA0B932-4289-43F3-8258-26C78CBE1634}" dt="2026-02-15T20:50:18.521" v="542" actId="1076"/>
          <ac:spMkLst>
            <pc:docMk/>
            <pc:sldMk cId="897504720" sldId="261"/>
            <ac:spMk id="11" creationId="{B54E174E-F6F3-5799-364A-315D246E62CF}"/>
          </ac:spMkLst>
        </pc:spChg>
        <pc:spChg chg="add mod">
          <ac:chgData name="Francesco Rinaldi" userId="S::rinaldi.francesco@pzis022008.onmicrosoft.com::a162f529-b26a-420f-8d79-da207e45c10a" providerId="AD" clId="Web-{1EA0B932-4289-43F3-8258-26C78CBE1634}" dt="2026-02-15T20:52:01.414" v="580" actId="1076"/>
          <ac:spMkLst>
            <pc:docMk/>
            <pc:sldMk cId="897504720" sldId="261"/>
            <ac:spMk id="12" creationId="{D2C12408-0ED9-1DC3-A901-27BE1CD40287}"/>
          </ac:spMkLst>
        </pc:spChg>
      </pc:sldChg>
      <pc:sldChg chg="modSp add replId modTransition">
        <pc:chgData name="Francesco Rinaldi" userId="S::rinaldi.francesco@pzis022008.onmicrosoft.com::a162f529-b26a-420f-8d79-da207e45c10a" providerId="AD" clId="Web-{1EA0B932-4289-43F3-8258-26C78CBE1634}" dt="2026-02-15T20:56:14.891" v="689" actId="20577"/>
        <pc:sldMkLst>
          <pc:docMk/>
          <pc:sldMk cId="3269116393" sldId="262"/>
        </pc:sldMkLst>
        <pc:spChg chg="mod">
          <ac:chgData name="Francesco Rinaldi" userId="S::rinaldi.francesco@pzis022008.onmicrosoft.com::a162f529-b26a-420f-8d79-da207e45c10a" providerId="AD" clId="Web-{1EA0B932-4289-43F3-8258-26C78CBE1634}" dt="2026-02-15T20:56:14.891" v="689" actId="20577"/>
          <ac:spMkLst>
            <pc:docMk/>
            <pc:sldMk cId="3269116393" sldId="262"/>
            <ac:spMk id="3" creationId="{4AC70CBB-2278-99DC-E4C6-0D2518CDDC57}"/>
          </ac:spMkLst>
        </pc:spChg>
        <pc:spChg chg="mod">
          <ac:chgData name="Francesco Rinaldi" userId="S::rinaldi.francesco@pzis022008.onmicrosoft.com::a162f529-b26a-420f-8d79-da207e45c10a" providerId="AD" clId="Web-{1EA0B932-4289-43F3-8258-26C78CBE1634}" dt="2026-02-15T20:52:23.074" v="584" actId="1076"/>
          <ac:spMkLst>
            <pc:docMk/>
            <pc:sldMk cId="3269116393" sldId="262"/>
            <ac:spMk id="5" creationId="{B5BA2E59-8BDC-96F0-6314-4B6EA65A9FAB}"/>
          </ac:spMkLst>
        </pc:spChg>
        <pc:spChg chg="mod">
          <ac:chgData name="Francesco Rinaldi" userId="S::rinaldi.francesco@pzis022008.onmicrosoft.com::a162f529-b26a-420f-8d79-da207e45c10a" providerId="AD" clId="Web-{1EA0B932-4289-43F3-8258-26C78CBE1634}" dt="2026-02-15T20:52:28.387" v="585" actId="1076"/>
          <ac:spMkLst>
            <pc:docMk/>
            <pc:sldMk cId="3269116393" sldId="262"/>
            <ac:spMk id="6" creationId="{3414BAEA-F606-BCB7-AB27-C91567C3B209}"/>
          </ac:spMkLst>
        </pc:spChg>
        <pc:spChg chg="mod">
          <ac:chgData name="Francesco Rinaldi" userId="S::rinaldi.francesco@pzis022008.onmicrosoft.com::a162f529-b26a-420f-8d79-da207e45c10a" providerId="AD" clId="Web-{1EA0B932-4289-43F3-8258-26C78CBE1634}" dt="2026-02-15T20:52:33.887" v="586" actId="1076"/>
          <ac:spMkLst>
            <pc:docMk/>
            <pc:sldMk cId="3269116393" sldId="262"/>
            <ac:spMk id="7" creationId="{7FBE21D1-6FE6-12F1-6791-C7B60D6B3787}"/>
          </ac:spMkLst>
        </pc:spChg>
        <pc:spChg chg="mod">
          <ac:chgData name="Francesco Rinaldi" userId="S::rinaldi.francesco@pzis022008.onmicrosoft.com::a162f529-b26a-420f-8d79-da207e45c10a" providerId="AD" clId="Web-{1EA0B932-4289-43F3-8258-26C78CBE1634}" dt="2026-02-15T20:52:47.936" v="588" actId="1076"/>
          <ac:spMkLst>
            <pc:docMk/>
            <pc:sldMk cId="3269116393" sldId="262"/>
            <ac:spMk id="9" creationId="{D6F25CBF-2F69-37E8-49EE-0543B1CA671E}"/>
          </ac:spMkLst>
        </pc:spChg>
      </pc:sldChg>
      <pc:sldChg chg="addSp delSp modSp new modTransition">
        <pc:chgData name="Francesco Rinaldi" userId="S::rinaldi.francesco@pzis022008.onmicrosoft.com::a162f529-b26a-420f-8d79-da207e45c10a" providerId="AD" clId="Web-{1EA0B932-4289-43F3-8258-26C78CBE1634}" dt="2026-02-15T21:02:03.654" v="813"/>
        <pc:sldMkLst>
          <pc:docMk/>
          <pc:sldMk cId="2368515190" sldId="263"/>
        </pc:sldMkLst>
        <pc:spChg chg="mod">
          <ac:chgData name="Francesco Rinaldi" userId="S::rinaldi.francesco@pzis022008.onmicrosoft.com::a162f529-b26a-420f-8d79-da207e45c10a" providerId="AD" clId="Web-{1EA0B932-4289-43F3-8258-26C78CBE1634}" dt="2026-02-15T20:53:40.456" v="607" actId="20577"/>
          <ac:spMkLst>
            <pc:docMk/>
            <pc:sldMk cId="2368515190" sldId="263"/>
            <ac:spMk id="2" creationId="{45EF23B7-E42C-CDAD-CE04-DF4A6A1203F7}"/>
          </ac:spMkLst>
        </pc:spChg>
        <pc:spChg chg="mod">
          <ac:chgData name="Francesco Rinaldi" userId="S::rinaldi.francesco@pzis022008.onmicrosoft.com::a162f529-b26a-420f-8d79-da207e45c10a" providerId="AD" clId="Web-{1EA0B932-4289-43F3-8258-26C78CBE1634}" dt="2026-02-15T20:54:17.303" v="627" actId="20577"/>
          <ac:spMkLst>
            <pc:docMk/>
            <pc:sldMk cId="2368515190" sldId="263"/>
            <ac:spMk id="3" creationId="{0CF10391-5D4E-3999-8FB1-17F6128BFF02}"/>
          </ac:spMkLst>
        </pc:spChg>
        <pc:spChg chg="add mod">
          <ac:chgData name="Francesco Rinaldi" userId="S::rinaldi.francesco@pzis022008.onmicrosoft.com::a162f529-b26a-420f-8d79-da207e45c10a" providerId="AD" clId="Web-{1EA0B932-4289-43F3-8258-26C78CBE1634}" dt="2026-02-15T20:54:48.869" v="649" actId="1076"/>
          <ac:spMkLst>
            <pc:docMk/>
            <pc:sldMk cId="2368515190" sldId="263"/>
            <ac:spMk id="4" creationId="{819834C2-1544-6933-DBBD-4FE2F734AB9A}"/>
          </ac:spMkLst>
        </pc:spChg>
        <pc:spChg chg="add mod">
          <ac:chgData name="Francesco Rinaldi" userId="S::rinaldi.francesco@pzis022008.onmicrosoft.com::a162f529-b26a-420f-8d79-da207e45c10a" providerId="AD" clId="Web-{1EA0B932-4289-43F3-8258-26C78CBE1634}" dt="2026-02-15T20:58:58.892" v="746" actId="20577"/>
          <ac:spMkLst>
            <pc:docMk/>
            <pc:sldMk cId="2368515190" sldId="263"/>
            <ac:spMk id="6" creationId="{C71516A5-085A-FD52-2559-0F65E747D116}"/>
          </ac:spMkLst>
        </pc:spChg>
        <pc:spChg chg="add mod">
          <ac:chgData name="Francesco Rinaldi" userId="S::rinaldi.francesco@pzis022008.onmicrosoft.com::a162f529-b26a-420f-8d79-da207e45c10a" providerId="AD" clId="Web-{1EA0B932-4289-43F3-8258-26C78CBE1634}" dt="2026-02-15T20:57:22.923" v="700" actId="1076"/>
          <ac:spMkLst>
            <pc:docMk/>
            <pc:sldMk cId="2368515190" sldId="263"/>
            <ac:spMk id="8" creationId="{1AB6722F-6812-04EB-6E81-8DD0B65136F3}"/>
          </ac:spMkLst>
        </pc:spChg>
        <pc:spChg chg="add mod">
          <ac:chgData name="Francesco Rinaldi" userId="S::rinaldi.francesco@pzis022008.onmicrosoft.com::a162f529-b26a-420f-8d79-da207e45c10a" providerId="AD" clId="Web-{1EA0B932-4289-43F3-8258-26C78CBE1634}" dt="2026-02-15T20:59:10.860" v="749" actId="1076"/>
          <ac:spMkLst>
            <pc:docMk/>
            <pc:sldMk cId="2368515190" sldId="263"/>
            <ac:spMk id="9" creationId="{B06A54C1-BEC2-376F-1F73-52CD04F9392E}"/>
          </ac:spMkLst>
        </pc:spChg>
        <pc:spChg chg="add mod">
          <ac:chgData name="Francesco Rinaldi" userId="S::rinaldi.francesco@pzis022008.onmicrosoft.com::a162f529-b26a-420f-8d79-da207e45c10a" providerId="AD" clId="Web-{1EA0B932-4289-43F3-8258-26C78CBE1634}" dt="2026-02-15T20:59:07.954" v="748" actId="1076"/>
          <ac:spMkLst>
            <pc:docMk/>
            <pc:sldMk cId="2368515190" sldId="263"/>
            <ac:spMk id="10" creationId="{439FC661-D959-4777-D17F-E1D21C713909}"/>
          </ac:spMkLst>
        </pc:spChg>
        <pc:spChg chg="add mod">
          <ac:chgData name="Francesco Rinaldi" userId="S::rinaldi.francesco@pzis022008.onmicrosoft.com::a162f529-b26a-420f-8d79-da207e45c10a" providerId="AD" clId="Web-{1EA0B932-4289-43F3-8258-26C78CBE1634}" dt="2026-02-15T20:59:03.173" v="747" actId="1076"/>
          <ac:spMkLst>
            <pc:docMk/>
            <pc:sldMk cId="2368515190" sldId="263"/>
            <ac:spMk id="11" creationId="{18B042DD-8B5A-D3E8-44B8-005942AA59C7}"/>
          </ac:spMkLst>
        </pc:spChg>
        <pc:spChg chg="add mod">
          <ac:chgData name="Francesco Rinaldi" userId="S::rinaldi.francesco@pzis022008.onmicrosoft.com::a162f529-b26a-420f-8d79-da207e45c10a" providerId="AD" clId="Web-{1EA0B932-4289-43F3-8258-26C78CBE1634}" dt="2026-02-15T21:01:11.597" v="801" actId="1076"/>
          <ac:spMkLst>
            <pc:docMk/>
            <pc:sldMk cId="2368515190" sldId="263"/>
            <ac:spMk id="13" creationId="{3215EFBD-EDBA-3E73-0FF1-F5C96A6807E9}"/>
          </ac:spMkLst>
        </pc:spChg>
        <pc:spChg chg="add mod">
          <ac:chgData name="Francesco Rinaldi" userId="S::rinaldi.francesco@pzis022008.onmicrosoft.com::a162f529-b26a-420f-8d79-da207e45c10a" providerId="AD" clId="Web-{1EA0B932-4289-43F3-8258-26C78CBE1634}" dt="2026-02-15T21:01:26.180" v="803" actId="14100"/>
          <ac:spMkLst>
            <pc:docMk/>
            <pc:sldMk cId="2368515190" sldId="263"/>
            <ac:spMk id="14" creationId="{DDD5B22D-B02C-0F18-29B9-71342CF5FDEF}"/>
          </ac:spMkLst>
        </pc:spChg>
        <pc:spChg chg="add mod">
          <ac:chgData name="Francesco Rinaldi" userId="S::rinaldi.francesco@pzis022008.onmicrosoft.com::a162f529-b26a-420f-8d79-da207e45c10a" providerId="AD" clId="Web-{1EA0B932-4289-43F3-8258-26C78CBE1634}" dt="2026-02-15T21:01:45.902" v="811" actId="1076"/>
          <ac:spMkLst>
            <pc:docMk/>
            <pc:sldMk cId="2368515190" sldId="263"/>
            <ac:spMk id="15" creationId="{E9203E21-F27E-1BC9-1A6D-77E4FEDF40A7}"/>
          </ac:spMkLst>
        </pc:spChg>
      </pc:sldChg>
      <pc:sldChg chg="modSp add replId modTransition">
        <pc:chgData name="Francesco Rinaldi" userId="S::rinaldi.francesco@pzis022008.onmicrosoft.com::a162f529-b26a-420f-8d79-da207e45c10a" providerId="AD" clId="Web-{1EA0B932-4289-43F3-8258-26C78CBE1634}" dt="2026-02-15T21:02:45.643" v="821" actId="1076"/>
        <pc:sldMkLst>
          <pc:docMk/>
          <pc:sldMk cId="1654213349" sldId="264"/>
        </pc:sldMkLst>
        <pc:spChg chg="mod">
          <ac:chgData name="Francesco Rinaldi" userId="S::rinaldi.francesco@pzis022008.onmicrosoft.com::a162f529-b26a-420f-8d79-da207e45c10a" providerId="AD" clId="Web-{1EA0B932-4289-43F3-8258-26C78CBE1634}" dt="2026-02-15T21:02:11.467" v="815" actId="1076"/>
          <ac:spMkLst>
            <pc:docMk/>
            <pc:sldMk cId="1654213349" sldId="264"/>
            <ac:spMk id="8" creationId="{A7795434-B5D5-E235-D9A4-A9AD7EC62B3F}"/>
          </ac:spMkLst>
        </pc:spChg>
        <pc:spChg chg="mod">
          <ac:chgData name="Francesco Rinaldi" userId="S::rinaldi.francesco@pzis022008.onmicrosoft.com::a162f529-b26a-420f-8d79-da207e45c10a" providerId="AD" clId="Web-{1EA0B932-4289-43F3-8258-26C78CBE1634}" dt="2026-02-15T21:02:17.781" v="816" actId="1076"/>
          <ac:spMkLst>
            <pc:docMk/>
            <pc:sldMk cId="1654213349" sldId="264"/>
            <ac:spMk id="9" creationId="{A94619BE-1D52-4B81-2184-68377BE2E95C}"/>
          </ac:spMkLst>
        </pc:spChg>
        <pc:spChg chg="mod">
          <ac:chgData name="Francesco Rinaldi" userId="S::rinaldi.francesco@pzis022008.onmicrosoft.com::a162f529-b26a-420f-8d79-da207e45c10a" providerId="AD" clId="Web-{1EA0B932-4289-43F3-8258-26C78CBE1634}" dt="2026-02-15T21:02:45.643" v="821" actId="1076"/>
          <ac:spMkLst>
            <pc:docMk/>
            <pc:sldMk cId="1654213349" sldId="264"/>
            <ac:spMk id="10" creationId="{803D233D-5DE5-6F24-4016-A44D2196675F}"/>
          </ac:spMkLst>
        </pc:spChg>
        <pc:spChg chg="mod">
          <ac:chgData name="Francesco Rinaldi" userId="S::rinaldi.francesco@pzis022008.onmicrosoft.com::a162f529-b26a-420f-8d79-da207e45c10a" providerId="AD" clId="Web-{1EA0B932-4289-43F3-8258-26C78CBE1634}" dt="2026-02-15T21:02:42.096" v="820" actId="1076"/>
          <ac:spMkLst>
            <pc:docMk/>
            <pc:sldMk cId="1654213349" sldId="264"/>
            <ac:spMk id="11" creationId="{66B16699-4251-98CB-BBB1-9B9A63A73828}"/>
          </ac:spMkLst>
        </pc:spChg>
      </pc:sldChg>
      <pc:sldChg chg="addSp delSp modSp new mod modTransition setBg">
        <pc:chgData name="Francesco Rinaldi" userId="S::rinaldi.francesco@pzis022008.onmicrosoft.com::a162f529-b26a-420f-8d79-da207e45c10a" providerId="AD" clId="Web-{1EA0B932-4289-43F3-8258-26C78CBE1634}" dt="2026-02-15T21:15:55.997" v="1008"/>
        <pc:sldMkLst>
          <pc:docMk/>
          <pc:sldMk cId="511375266" sldId="265"/>
        </pc:sldMkLst>
        <pc:spChg chg="mod">
          <ac:chgData name="Francesco Rinaldi" userId="S::rinaldi.francesco@pzis022008.onmicrosoft.com::a162f529-b26a-420f-8d79-da207e45c10a" providerId="AD" clId="Web-{1EA0B932-4289-43F3-8258-26C78CBE1634}" dt="2026-02-15T21:08:32.177" v="957"/>
          <ac:spMkLst>
            <pc:docMk/>
            <pc:sldMk cId="511375266" sldId="265"/>
            <ac:spMk id="2" creationId="{7DD3F8C7-6330-E54D-5A4B-038E8BF0C5D7}"/>
          </ac:spMkLst>
        </pc:spChg>
        <pc:spChg chg="mod ord">
          <ac:chgData name="Francesco Rinaldi" userId="S::rinaldi.francesco@pzis022008.onmicrosoft.com::a162f529-b26a-420f-8d79-da207e45c10a" providerId="AD" clId="Web-{1EA0B932-4289-43F3-8258-26C78CBE1634}" dt="2026-02-15T21:08:32.177" v="957"/>
          <ac:spMkLst>
            <pc:docMk/>
            <pc:sldMk cId="511375266" sldId="265"/>
            <ac:spMk id="3" creationId="{C6AD15C7-3469-8265-549D-554FDD0F1629}"/>
          </ac:spMkLst>
        </pc:spChg>
        <pc:spChg chg="add">
          <ac:chgData name="Francesco Rinaldi" userId="S::rinaldi.francesco@pzis022008.onmicrosoft.com::a162f529-b26a-420f-8d79-da207e45c10a" providerId="AD" clId="Web-{1EA0B932-4289-43F3-8258-26C78CBE1634}" dt="2026-02-15T21:08:32.177" v="957"/>
          <ac:spMkLst>
            <pc:docMk/>
            <pc:sldMk cId="511375266" sldId="265"/>
            <ac:spMk id="33" creationId="{5D13CC36-B950-4F02-9BAF-9A7EB267398C}"/>
          </ac:spMkLst>
        </pc:spChg>
        <pc:spChg chg="add">
          <ac:chgData name="Francesco Rinaldi" userId="S::rinaldi.francesco@pzis022008.onmicrosoft.com::a162f529-b26a-420f-8d79-da207e45c10a" providerId="AD" clId="Web-{1EA0B932-4289-43F3-8258-26C78CBE1634}" dt="2026-02-15T21:08:32.177" v="957"/>
          <ac:spMkLst>
            <pc:docMk/>
            <pc:sldMk cId="511375266" sldId="265"/>
            <ac:spMk id="34" creationId="{D1BDED99-B35B-4FEE-A274-8E8DB6FEEECF}"/>
          </ac:spMkLst>
        </pc:spChg>
        <pc:picChg chg="add mod ord">
          <ac:chgData name="Francesco Rinaldi" userId="S::rinaldi.francesco@pzis022008.onmicrosoft.com::a162f529-b26a-420f-8d79-da207e45c10a" providerId="AD" clId="Web-{1EA0B932-4289-43F3-8258-26C78CBE1634}" dt="2026-02-15T21:08:32.177" v="957"/>
          <ac:picMkLst>
            <pc:docMk/>
            <pc:sldMk cId="511375266" sldId="265"/>
            <ac:picMk id="4" creationId="{C7081C3A-DEFC-2A1A-8E74-BA004242EDB3}"/>
          </ac:picMkLst>
        </pc:picChg>
      </pc:sldChg>
      <pc:sldChg chg="addSp delSp modSp new mod modTransition setBg">
        <pc:chgData name="Francesco Rinaldi" userId="S::rinaldi.francesco@pzis022008.onmicrosoft.com::a162f529-b26a-420f-8d79-da207e45c10a" providerId="AD" clId="Web-{1EA0B932-4289-43F3-8258-26C78CBE1634}" dt="2026-02-15T21:15:45.200" v="1007"/>
        <pc:sldMkLst>
          <pc:docMk/>
          <pc:sldMk cId="1718066825" sldId="266"/>
        </pc:sldMkLst>
        <pc:spChg chg="mod ord">
          <ac:chgData name="Francesco Rinaldi" userId="S::rinaldi.francesco@pzis022008.onmicrosoft.com::a162f529-b26a-420f-8d79-da207e45c10a" providerId="AD" clId="Web-{1EA0B932-4289-43F3-8258-26C78CBE1634}" dt="2026-02-15T21:10:52.756" v="990" actId="1076"/>
          <ac:spMkLst>
            <pc:docMk/>
            <pc:sldMk cId="1718066825" sldId="266"/>
            <ac:spMk id="2" creationId="{87CB2D59-1001-AE83-1CEA-CCE462DF66C4}"/>
          </ac:spMkLst>
        </pc:spChg>
        <pc:spChg chg="add">
          <ac:chgData name="Francesco Rinaldi" userId="S::rinaldi.francesco@pzis022008.onmicrosoft.com::a162f529-b26a-420f-8d79-da207e45c10a" providerId="AD" clId="Web-{1EA0B932-4289-43F3-8258-26C78CBE1634}" dt="2026-02-15T21:10:15.037" v="983"/>
          <ac:spMkLst>
            <pc:docMk/>
            <pc:sldMk cId="1718066825" sldId="266"/>
            <ac:spMk id="13" creationId="{0E91F5CA-B392-444C-88E3-BF5BAAEBDEB0}"/>
          </ac:spMkLst>
        </pc:spChg>
        <pc:spChg chg="add">
          <ac:chgData name="Francesco Rinaldi" userId="S::rinaldi.francesco@pzis022008.onmicrosoft.com::a162f529-b26a-420f-8d79-da207e45c10a" providerId="AD" clId="Web-{1EA0B932-4289-43F3-8258-26C78CBE1634}" dt="2026-02-15T21:10:15.037" v="983"/>
          <ac:spMkLst>
            <pc:docMk/>
            <pc:sldMk cId="1718066825" sldId="266"/>
            <ac:spMk id="15" creationId="{63F3677B-A97D-4CAD-A971-B22755F563EC}"/>
          </ac:spMkLst>
        </pc:spChg>
        <pc:picChg chg="add del mod ord">
          <ac:chgData name="Francesco Rinaldi" userId="S::rinaldi.francesco@pzis022008.onmicrosoft.com::a162f529-b26a-420f-8d79-da207e45c10a" providerId="AD" clId="Web-{1EA0B932-4289-43F3-8258-26C78CBE1634}" dt="2026-02-15T21:10:15.037" v="983"/>
          <ac:picMkLst>
            <pc:docMk/>
            <pc:sldMk cId="1718066825" sldId="266"/>
            <ac:picMk id="4" creationId="{8881DAEA-0F01-9332-0D7C-D48351105EC4}"/>
          </ac:picMkLst>
        </pc:picChg>
        <pc:picChg chg="add">
          <ac:chgData name="Francesco Rinaldi" userId="S::rinaldi.francesco@pzis022008.onmicrosoft.com::a162f529-b26a-420f-8d79-da207e45c10a" providerId="AD" clId="Web-{1EA0B932-4289-43F3-8258-26C78CBE1634}" dt="2026-02-15T21:10:15.037" v="983"/>
          <ac:picMkLst>
            <pc:docMk/>
            <pc:sldMk cId="1718066825" sldId="266"/>
            <ac:picMk id="9" creationId="{DEB2E8C4-C3E7-4048-A43D-9859510CFA98}"/>
          </ac:picMkLst>
        </pc:picChg>
        <pc:inkChg chg="add">
          <ac:chgData name="Francesco Rinaldi" userId="S::rinaldi.francesco@pzis022008.onmicrosoft.com::a162f529-b26a-420f-8d79-da207e45c10a" providerId="AD" clId="Web-{1EA0B932-4289-43F3-8258-26C78CBE1634}" dt="2026-02-15T21:10:15.037" v="983"/>
          <ac:inkMkLst>
            <pc:docMk/>
            <pc:sldMk cId="1718066825" sldId="266"/>
            <ac:inkMk id="11" creationId="{24D29CCB-7956-4E3E-8880-304085F04BF4}"/>
          </ac:inkMkLst>
        </pc:inkChg>
      </pc:sldChg>
      <pc:sldMasterChg chg="add del addSldLayout delSldLayout">
        <pc:chgData name="Francesco Rinaldi" userId="S::rinaldi.francesco@pzis022008.onmicrosoft.com::a162f529-b26a-420f-8d79-da207e45c10a" providerId="AD" clId="Web-{1EA0B932-4289-43F3-8258-26C78CBE1634}" dt="2026-02-15T19:59:37.917" v="50"/>
        <pc:sldMasterMkLst>
          <pc:docMk/>
          <pc:sldMasterMk cId="1871010848" sldId="2147483725"/>
        </pc:sldMasterMkLst>
        <pc:sldLayoutChg chg="add del">
          <pc:chgData name="Francesco Rinaldi" userId="S::rinaldi.francesco@pzis022008.onmicrosoft.com::a162f529-b26a-420f-8d79-da207e45c10a" providerId="AD" clId="Web-{1EA0B932-4289-43F3-8258-26C78CBE1634}" dt="2026-02-15T19:59:37.917" v="50"/>
          <pc:sldLayoutMkLst>
            <pc:docMk/>
            <pc:sldMasterMk cId="1871010848" sldId="2147483725"/>
            <pc:sldLayoutMk cId="3467122685" sldId="2147483714"/>
          </pc:sldLayoutMkLst>
        </pc:sldLayoutChg>
        <pc:sldLayoutChg chg="add del">
          <pc:chgData name="Francesco Rinaldi" userId="S::rinaldi.francesco@pzis022008.onmicrosoft.com::a162f529-b26a-420f-8d79-da207e45c10a" providerId="AD" clId="Web-{1EA0B932-4289-43F3-8258-26C78CBE1634}" dt="2026-02-15T19:59:37.917" v="50"/>
          <pc:sldLayoutMkLst>
            <pc:docMk/>
            <pc:sldMasterMk cId="1871010848" sldId="2147483725"/>
            <pc:sldLayoutMk cId="738428425" sldId="2147483715"/>
          </pc:sldLayoutMkLst>
        </pc:sldLayoutChg>
        <pc:sldLayoutChg chg="add del">
          <pc:chgData name="Francesco Rinaldi" userId="S::rinaldi.francesco@pzis022008.onmicrosoft.com::a162f529-b26a-420f-8d79-da207e45c10a" providerId="AD" clId="Web-{1EA0B932-4289-43F3-8258-26C78CBE1634}" dt="2026-02-15T19:59:37.917" v="50"/>
          <pc:sldLayoutMkLst>
            <pc:docMk/>
            <pc:sldMasterMk cId="1871010848" sldId="2147483725"/>
            <pc:sldLayoutMk cId="2297601597" sldId="2147483716"/>
          </pc:sldLayoutMkLst>
        </pc:sldLayoutChg>
        <pc:sldLayoutChg chg="add del">
          <pc:chgData name="Francesco Rinaldi" userId="S::rinaldi.francesco@pzis022008.onmicrosoft.com::a162f529-b26a-420f-8d79-da207e45c10a" providerId="AD" clId="Web-{1EA0B932-4289-43F3-8258-26C78CBE1634}" dt="2026-02-15T19:59:37.917" v="50"/>
          <pc:sldLayoutMkLst>
            <pc:docMk/>
            <pc:sldMasterMk cId="1871010848" sldId="2147483725"/>
            <pc:sldLayoutMk cId="683112649" sldId="2147483717"/>
          </pc:sldLayoutMkLst>
        </pc:sldLayoutChg>
        <pc:sldLayoutChg chg="add del">
          <pc:chgData name="Francesco Rinaldi" userId="S::rinaldi.francesco@pzis022008.onmicrosoft.com::a162f529-b26a-420f-8d79-da207e45c10a" providerId="AD" clId="Web-{1EA0B932-4289-43F3-8258-26C78CBE1634}" dt="2026-02-15T19:59:37.917" v="50"/>
          <pc:sldLayoutMkLst>
            <pc:docMk/>
            <pc:sldMasterMk cId="1871010848" sldId="2147483725"/>
            <pc:sldLayoutMk cId="3835824548" sldId="2147483718"/>
          </pc:sldLayoutMkLst>
        </pc:sldLayoutChg>
        <pc:sldLayoutChg chg="add del">
          <pc:chgData name="Francesco Rinaldi" userId="S::rinaldi.francesco@pzis022008.onmicrosoft.com::a162f529-b26a-420f-8d79-da207e45c10a" providerId="AD" clId="Web-{1EA0B932-4289-43F3-8258-26C78CBE1634}" dt="2026-02-15T19:59:37.917" v="50"/>
          <pc:sldLayoutMkLst>
            <pc:docMk/>
            <pc:sldMasterMk cId="1871010848" sldId="2147483725"/>
            <pc:sldLayoutMk cId="1799181850" sldId="2147483719"/>
          </pc:sldLayoutMkLst>
        </pc:sldLayoutChg>
        <pc:sldLayoutChg chg="add del">
          <pc:chgData name="Francesco Rinaldi" userId="S::rinaldi.francesco@pzis022008.onmicrosoft.com::a162f529-b26a-420f-8d79-da207e45c10a" providerId="AD" clId="Web-{1EA0B932-4289-43F3-8258-26C78CBE1634}" dt="2026-02-15T19:59:37.917" v="50"/>
          <pc:sldLayoutMkLst>
            <pc:docMk/>
            <pc:sldMasterMk cId="1871010848" sldId="2147483725"/>
            <pc:sldLayoutMk cId="3376588564" sldId="2147483720"/>
          </pc:sldLayoutMkLst>
        </pc:sldLayoutChg>
        <pc:sldLayoutChg chg="add del">
          <pc:chgData name="Francesco Rinaldi" userId="S::rinaldi.francesco@pzis022008.onmicrosoft.com::a162f529-b26a-420f-8d79-da207e45c10a" providerId="AD" clId="Web-{1EA0B932-4289-43F3-8258-26C78CBE1634}" dt="2026-02-15T19:59:37.917" v="50"/>
          <pc:sldLayoutMkLst>
            <pc:docMk/>
            <pc:sldMasterMk cId="1871010848" sldId="2147483725"/>
            <pc:sldLayoutMk cId="484520708" sldId="2147483721"/>
          </pc:sldLayoutMkLst>
        </pc:sldLayoutChg>
        <pc:sldLayoutChg chg="add del">
          <pc:chgData name="Francesco Rinaldi" userId="S::rinaldi.francesco@pzis022008.onmicrosoft.com::a162f529-b26a-420f-8d79-da207e45c10a" providerId="AD" clId="Web-{1EA0B932-4289-43F3-8258-26C78CBE1634}" dt="2026-02-15T19:59:37.917" v="50"/>
          <pc:sldLayoutMkLst>
            <pc:docMk/>
            <pc:sldMasterMk cId="1871010848" sldId="2147483725"/>
            <pc:sldLayoutMk cId="3466145913" sldId="2147483722"/>
          </pc:sldLayoutMkLst>
        </pc:sldLayoutChg>
        <pc:sldLayoutChg chg="add del">
          <pc:chgData name="Francesco Rinaldi" userId="S::rinaldi.francesco@pzis022008.onmicrosoft.com::a162f529-b26a-420f-8d79-da207e45c10a" providerId="AD" clId="Web-{1EA0B932-4289-43F3-8258-26C78CBE1634}" dt="2026-02-15T19:59:37.917" v="50"/>
          <pc:sldLayoutMkLst>
            <pc:docMk/>
            <pc:sldMasterMk cId="1871010848" sldId="2147483725"/>
            <pc:sldLayoutMk cId="2772468418" sldId="2147483723"/>
          </pc:sldLayoutMkLst>
        </pc:sldLayoutChg>
        <pc:sldLayoutChg chg="add del">
          <pc:chgData name="Francesco Rinaldi" userId="S::rinaldi.francesco@pzis022008.onmicrosoft.com::a162f529-b26a-420f-8d79-da207e45c10a" providerId="AD" clId="Web-{1EA0B932-4289-43F3-8258-26C78CBE1634}" dt="2026-02-15T19:59:37.917" v="50"/>
          <pc:sldLayoutMkLst>
            <pc:docMk/>
            <pc:sldMasterMk cId="1871010848" sldId="2147483725"/>
            <pc:sldLayoutMk cId="514380897" sldId="2147483724"/>
          </pc:sldLayoutMkLst>
        </pc:sldLayoutChg>
      </pc:sldMasterChg>
    </pc:docChg>
  </pc:docChgLst>
  <pc:docChgLst>
    <pc:chgData name="Francesco Rinaldi" userId="S::rinaldi.francesco@pzis022008.onmicrosoft.com::a162f529-b26a-420f-8d79-da207e45c10a" providerId="AD" clId="Web-{BB62A228-1049-4F78-B2FF-598F9669CE70}"/>
    <pc:docChg chg="addSld modSld">
      <pc:chgData name="Francesco Rinaldi" userId="S::rinaldi.francesco@pzis022008.onmicrosoft.com::a162f529-b26a-420f-8d79-da207e45c10a" providerId="AD" clId="Web-{BB62A228-1049-4F78-B2FF-598F9669CE70}" dt="2026-02-18T21:36:52.090" v="218" actId="20577"/>
      <pc:docMkLst>
        <pc:docMk/>
      </pc:docMkLst>
      <pc:sldChg chg="addSp delSp modSp">
        <pc:chgData name="Francesco Rinaldi" userId="S::rinaldi.francesco@pzis022008.onmicrosoft.com::a162f529-b26a-420f-8d79-da207e45c10a" providerId="AD" clId="Web-{BB62A228-1049-4F78-B2FF-598F9669CE70}" dt="2026-02-18T21:28:05.384" v="5"/>
        <pc:sldMkLst>
          <pc:docMk/>
          <pc:sldMk cId="511375266" sldId="265"/>
        </pc:sldMkLst>
        <pc:picChg chg="add del mod">
          <ac:chgData name="Francesco Rinaldi" userId="S::rinaldi.francesco@pzis022008.onmicrosoft.com::a162f529-b26a-420f-8d79-da207e45c10a" providerId="AD" clId="Web-{BB62A228-1049-4F78-B2FF-598F9669CE70}" dt="2026-02-18T21:27:03.711" v="1"/>
          <ac:picMkLst>
            <pc:docMk/>
            <pc:sldMk cId="511375266" sldId="265"/>
            <ac:picMk id="5" creationId="{247FE67E-77FD-1298-4A14-FC10165936C9}"/>
          </ac:picMkLst>
        </pc:picChg>
        <pc:picChg chg="add del mod">
          <ac:chgData name="Francesco Rinaldi" userId="S::rinaldi.francesco@pzis022008.onmicrosoft.com::a162f529-b26a-420f-8d79-da207e45c10a" providerId="AD" clId="Web-{BB62A228-1049-4F78-B2FF-598F9669CE70}" dt="2026-02-18T21:28:05.384" v="5"/>
          <ac:picMkLst>
            <pc:docMk/>
            <pc:sldMk cId="511375266" sldId="265"/>
            <ac:picMk id="6" creationId="{1EABCA5A-6E02-D768-B22B-62D77E93B0CB}"/>
          </ac:picMkLst>
        </pc:picChg>
      </pc:sldChg>
      <pc:sldChg chg="addSp delSp modSp new mod setBg">
        <pc:chgData name="Francesco Rinaldi" userId="S::rinaldi.francesco@pzis022008.onmicrosoft.com::a162f529-b26a-420f-8d79-da207e45c10a" providerId="AD" clId="Web-{BB62A228-1049-4F78-B2FF-598F9669CE70}" dt="2026-02-18T21:29:49.082" v="25"/>
        <pc:sldMkLst>
          <pc:docMk/>
          <pc:sldMk cId="1720620276" sldId="267"/>
        </pc:sldMkLst>
        <pc:spChg chg="mod">
          <ac:chgData name="Francesco Rinaldi" userId="S::rinaldi.francesco@pzis022008.onmicrosoft.com::a162f529-b26a-420f-8d79-da207e45c10a" providerId="AD" clId="Web-{BB62A228-1049-4F78-B2FF-598F9669CE70}" dt="2026-02-18T21:29:49.082" v="25"/>
          <ac:spMkLst>
            <pc:docMk/>
            <pc:sldMk cId="1720620276" sldId="267"/>
            <ac:spMk id="2" creationId="{D72DAB8D-04CC-EC04-2BE0-A8921238BB2A}"/>
          </ac:spMkLst>
        </pc:spChg>
        <pc:spChg chg="mod ord">
          <ac:chgData name="Francesco Rinaldi" userId="S::rinaldi.francesco@pzis022008.onmicrosoft.com::a162f529-b26a-420f-8d79-da207e45c10a" providerId="AD" clId="Web-{BB62A228-1049-4F78-B2FF-598F9669CE70}" dt="2026-02-18T21:29:49.082" v="25"/>
          <ac:spMkLst>
            <pc:docMk/>
            <pc:sldMk cId="1720620276" sldId="267"/>
            <ac:spMk id="3" creationId="{83D4DC34-9C79-249E-8464-50051E7845EA}"/>
          </ac:spMkLst>
        </pc:spChg>
        <pc:spChg chg="add del">
          <ac:chgData name="Francesco Rinaldi" userId="S::rinaldi.francesco@pzis022008.onmicrosoft.com::a162f529-b26a-420f-8d79-da207e45c10a" providerId="AD" clId="Web-{BB62A228-1049-4F78-B2FF-598F9669CE70}" dt="2026-02-18T21:29:45.488" v="22"/>
          <ac:spMkLst>
            <pc:docMk/>
            <pc:sldMk cId="1720620276" sldId="267"/>
            <ac:spMk id="9" creationId="{04C21BAE-6866-4C7A-A7EC-C1B2E572D5BE}"/>
          </ac:spMkLst>
        </pc:spChg>
        <pc:spChg chg="add del">
          <ac:chgData name="Francesco Rinaldi" userId="S::rinaldi.francesco@pzis022008.onmicrosoft.com::a162f529-b26a-420f-8d79-da207e45c10a" providerId="AD" clId="Web-{BB62A228-1049-4F78-B2FF-598F9669CE70}" dt="2026-02-18T21:29:45.488" v="22"/>
          <ac:spMkLst>
            <pc:docMk/>
            <pc:sldMk cId="1720620276" sldId="267"/>
            <ac:spMk id="11" creationId="{7E7D0C94-08B4-48AE-8813-CC4D60294F42}"/>
          </ac:spMkLst>
        </pc:spChg>
        <pc:spChg chg="add del">
          <ac:chgData name="Francesco Rinaldi" userId="S::rinaldi.francesco@pzis022008.onmicrosoft.com::a162f529-b26a-420f-8d79-da207e45c10a" providerId="AD" clId="Web-{BB62A228-1049-4F78-B2FF-598F9669CE70}" dt="2026-02-18T21:29:45.488" v="22"/>
          <ac:spMkLst>
            <pc:docMk/>
            <pc:sldMk cId="1720620276" sldId="267"/>
            <ac:spMk id="13" creationId="{F0C518C2-0AA4-470C-87B9-9CBF428FBA25}"/>
          </ac:spMkLst>
        </pc:spChg>
        <pc:spChg chg="add del">
          <ac:chgData name="Francesco Rinaldi" userId="S::rinaldi.francesco@pzis022008.onmicrosoft.com::a162f529-b26a-420f-8d79-da207e45c10a" providerId="AD" clId="Web-{BB62A228-1049-4F78-B2FF-598F9669CE70}" dt="2026-02-18T21:29:49.066" v="24"/>
          <ac:spMkLst>
            <pc:docMk/>
            <pc:sldMk cId="1720620276" sldId="267"/>
            <ac:spMk id="15" creationId="{7666DE11-17E1-4DC7-B2B7-6DA2E6A9CE8B}"/>
          </ac:spMkLst>
        </pc:spChg>
        <pc:spChg chg="add del">
          <ac:chgData name="Francesco Rinaldi" userId="S::rinaldi.francesco@pzis022008.onmicrosoft.com::a162f529-b26a-420f-8d79-da207e45c10a" providerId="AD" clId="Web-{BB62A228-1049-4F78-B2FF-598F9669CE70}" dt="2026-02-18T21:29:49.066" v="24"/>
          <ac:spMkLst>
            <pc:docMk/>
            <pc:sldMk cId="1720620276" sldId="267"/>
            <ac:spMk id="16" creationId="{B52E493E-0B27-4F3C-AA01-17F0A2564112}"/>
          </ac:spMkLst>
        </pc:spChg>
        <pc:spChg chg="add">
          <ac:chgData name="Francesco Rinaldi" userId="S::rinaldi.francesco@pzis022008.onmicrosoft.com::a162f529-b26a-420f-8d79-da207e45c10a" providerId="AD" clId="Web-{BB62A228-1049-4F78-B2FF-598F9669CE70}" dt="2026-02-18T21:29:49.082" v="25"/>
          <ac:spMkLst>
            <pc:docMk/>
            <pc:sldMk cId="1720620276" sldId="267"/>
            <ac:spMk id="18" creationId="{7FF47CB7-972F-479F-A36D-9E72D26EC8DA}"/>
          </ac:spMkLst>
        </pc:spChg>
        <pc:spChg chg="add">
          <ac:chgData name="Francesco Rinaldi" userId="S::rinaldi.francesco@pzis022008.onmicrosoft.com::a162f529-b26a-420f-8d79-da207e45c10a" providerId="AD" clId="Web-{BB62A228-1049-4F78-B2FF-598F9669CE70}" dt="2026-02-18T21:29:49.082" v="25"/>
          <ac:spMkLst>
            <pc:docMk/>
            <pc:sldMk cId="1720620276" sldId="267"/>
            <ac:spMk id="19" creationId="{0D153B68-5844-490D-8E67-F616D6D721CA}"/>
          </ac:spMkLst>
        </pc:spChg>
        <pc:spChg chg="add">
          <ac:chgData name="Francesco Rinaldi" userId="S::rinaldi.francesco@pzis022008.onmicrosoft.com::a162f529-b26a-420f-8d79-da207e45c10a" providerId="AD" clId="Web-{BB62A228-1049-4F78-B2FF-598F9669CE70}" dt="2026-02-18T21:29:49.082" v="25"/>
          <ac:spMkLst>
            <pc:docMk/>
            <pc:sldMk cId="1720620276" sldId="267"/>
            <ac:spMk id="20" creationId="{C64E267B-3F5A-4357-9E7F-C5FBE5D3B1E0}"/>
          </ac:spMkLst>
        </pc:spChg>
        <pc:picChg chg="add mod ord">
          <ac:chgData name="Francesco Rinaldi" userId="S::rinaldi.francesco@pzis022008.onmicrosoft.com::a162f529-b26a-420f-8d79-da207e45c10a" providerId="AD" clId="Web-{BB62A228-1049-4F78-B2FF-598F9669CE70}" dt="2026-02-18T21:29:49.082" v="25"/>
          <ac:picMkLst>
            <pc:docMk/>
            <pc:sldMk cId="1720620276" sldId="267"/>
            <ac:picMk id="4" creationId="{5D44DD7E-C4FA-0E0C-8E2B-3CB2760FE2CF}"/>
          </ac:picMkLst>
        </pc:picChg>
      </pc:sldChg>
      <pc:sldChg chg="addSp modSp new mod setBg">
        <pc:chgData name="Francesco Rinaldi" userId="S::rinaldi.francesco@pzis022008.onmicrosoft.com::a162f529-b26a-420f-8d79-da207e45c10a" providerId="AD" clId="Web-{BB62A228-1049-4F78-B2FF-598F9669CE70}" dt="2026-02-18T21:36:52.090" v="218" actId="20577"/>
        <pc:sldMkLst>
          <pc:docMk/>
          <pc:sldMk cId="105272432" sldId="268"/>
        </pc:sldMkLst>
        <pc:spChg chg="mod">
          <ac:chgData name="Francesco Rinaldi" userId="S::rinaldi.francesco@pzis022008.onmicrosoft.com::a162f529-b26a-420f-8d79-da207e45c10a" providerId="AD" clId="Web-{BB62A228-1049-4F78-B2FF-598F9669CE70}" dt="2026-02-18T21:36:19.526" v="212"/>
          <ac:spMkLst>
            <pc:docMk/>
            <pc:sldMk cId="105272432" sldId="268"/>
            <ac:spMk id="2" creationId="{2ABA1FCE-B63B-2864-B870-4A16F1A75294}"/>
          </ac:spMkLst>
        </pc:spChg>
        <pc:spChg chg="mod">
          <ac:chgData name="Francesco Rinaldi" userId="S::rinaldi.francesco@pzis022008.onmicrosoft.com::a162f529-b26a-420f-8d79-da207e45c10a" providerId="AD" clId="Web-{BB62A228-1049-4F78-B2FF-598F9669CE70}" dt="2026-02-18T21:36:52.090" v="218" actId="20577"/>
          <ac:spMkLst>
            <pc:docMk/>
            <pc:sldMk cId="105272432" sldId="268"/>
            <ac:spMk id="3" creationId="{86DC2F8B-922E-4E37-F6AB-0405E5908CD3}"/>
          </ac:spMkLst>
        </pc:spChg>
        <pc:spChg chg="add">
          <ac:chgData name="Francesco Rinaldi" userId="S::rinaldi.francesco@pzis022008.onmicrosoft.com::a162f529-b26a-420f-8d79-da207e45c10a" providerId="AD" clId="Web-{BB62A228-1049-4F78-B2FF-598F9669CE70}" dt="2026-02-18T21:36:19.526" v="212"/>
          <ac:spMkLst>
            <pc:docMk/>
            <pc:sldMk cId="105272432" sldId="268"/>
            <ac:spMk id="9" creationId="{5D13CC36-B950-4F02-9BAF-9A7EB267398C}"/>
          </ac:spMkLst>
        </pc:spChg>
        <pc:spChg chg="add">
          <ac:chgData name="Francesco Rinaldi" userId="S::rinaldi.francesco@pzis022008.onmicrosoft.com::a162f529-b26a-420f-8d79-da207e45c10a" providerId="AD" clId="Web-{BB62A228-1049-4F78-B2FF-598F9669CE70}" dt="2026-02-18T21:36:19.526" v="212"/>
          <ac:spMkLst>
            <pc:docMk/>
            <pc:sldMk cId="105272432" sldId="268"/>
            <ac:spMk id="11" creationId="{D1BDED99-B35B-4FEE-A274-8E8DB6FEEECF}"/>
          </ac:spMkLst>
        </pc:spChg>
        <pc:picChg chg="add mod">
          <ac:chgData name="Francesco Rinaldi" userId="S::rinaldi.francesco@pzis022008.onmicrosoft.com::a162f529-b26a-420f-8d79-da207e45c10a" providerId="AD" clId="Web-{BB62A228-1049-4F78-B2FF-598F9669CE70}" dt="2026-02-18T21:36:19.526" v="212"/>
          <ac:picMkLst>
            <pc:docMk/>
            <pc:sldMk cId="105272432" sldId="268"/>
            <ac:picMk id="4" creationId="{B0ACF2E5-CEE5-F181-5046-40950452C415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9-21T21:29:1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21:10:12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56D6-F195-48D7-978E-7EE16D430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6946" y="1104900"/>
            <a:ext cx="8376514" cy="3120504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72F42-5C88-4F7D-803B-C371B570D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8039" y="4442385"/>
            <a:ext cx="6074328" cy="98402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i="0" spc="16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384F3-2D6A-49F6-8F79-F3955E90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259A-1FE3-4FF9-8A07-BDD8177164ED}" type="datetime4">
              <a:rPr lang="en-US" smtClean="0"/>
              <a:t>February 18,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63F32-CD31-4801-BAE4-09EEB126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5D34C-49ED-4ADB-8693-73B79076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122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B333-9E16-4502-96B5-3F586B7E0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0795-5EC7-4FF8-9FC7-22AFA3C55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2DA5B-9862-4A23-8FEC-5C1ABC2E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506456" y="5074920"/>
            <a:ext cx="2647667" cy="365125"/>
          </a:xfrm>
        </p:spPr>
        <p:txBody>
          <a:bodyPr/>
          <a:lstStyle/>
          <a:p>
            <a:fld id="{5D340FED-6E95-4177-A7EF-CD303B9E611D}" type="datetime4">
              <a:rPr lang="en-US" smtClean="0"/>
              <a:t>February 18,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D9A4B-0DA7-46BB-9DCE-3F26075C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51592" y="1408176"/>
            <a:ext cx="27704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7C47-81AC-431C-A7C3-2BC71AD1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8016" y="3136392"/>
            <a:ext cx="545911" cy="580029"/>
          </a:xfrm>
        </p:spPr>
        <p:txBody>
          <a:bodyPr/>
          <a:lstStyle/>
          <a:p>
            <a:fld id="{9D4AEF59-F28E-467C-9EA3-92D1CFAD475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28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2E47-4DC7-46C4-9407-FA4CF7E0A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13" y="1709738"/>
            <a:ext cx="9087774" cy="3438524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7B502-122E-4177-A408-FC436A254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2513" y="5148262"/>
            <a:ext cx="8844522" cy="113823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9696-2AEF-4765-B33E-7DA328E4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962CB-39AD-45A9-800F-54DAB53D6021}" type="datetime4">
              <a:rPr lang="en-US" smtClean="0"/>
              <a:t>February 18,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9B2E4-2F1C-4FEE-AAB2-4FCC3EEF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7D4B8-E107-480A-AA17-261CA49B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601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BAE8-3305-4F08-BECB-56AD7FD4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021AC-6D8D-4D24-8B01-8AE8F41BE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0878" y="1825624"/>
            <a:ext cx="4473622" cy="4460875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02920">
              <a:defRPr/>
            </a:lvl3pPr>
            <a:lvl4pPr marL="548640" indent="0">
              <a:buFontTx/>
              <a:buNone/>
              <a:defRPr/>
            </a:lvl4pPr>
            <a:lvl5pPr marL="7315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7F49C-3DB3-40B7-89B3-E3BC32FC1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4540" y="1825624"/>
            <a:ext cx="5016943" cy="4460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33D58-BDF5-4F1F-806B-0491CB36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F93D-55AB-4606-B9D7-742F1FC51983}" type="datetime4">
              <a:rPr lang="en-US" smtClean="0"/>
              <a:t>February 18,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BCBFD-1FE1-441A-B3AF-C3E7E7B8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CE272-E6FB-455B-BACB-2471D66D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112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3A4FB-9EF5-4D6C-A275-2DE1077A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563" y="1835219"/>
            <a:ext cx="445293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9972A-4D34-4A9F-84EB-8D64A703B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1562" y="2717801"/>
            <a:ext cx="4452938" cy="3559452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BDDE3-C8D7-4600-8259-24E1F8118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44540" y="1835219"/>
            <a:ext cx="5016943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649FFF-44C7-4256-AFE1-C5457C7AB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44540" y="2717800"/>
            <a:ext cx="5016943" cy="3559453"/>
          </a:xfrm>
        </p:spPr>
        <p:txBody>
          <a:bodyPr/>
          <a:lstStyle>
            <a:lvl2pPr marL="457200" indent="0"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EC6ACF-080E-4B7C-B0C0-77E90C16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841D-FB5C-47AB-B2FF-32E855C1EA71}" type="datetime4">
              <a:rPr lang="en-US" smtClean="0"/>
              <a:t>February 18,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68C0B-BC90-4ADA-B6E6-2B30BFF9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CE559-C82B-4E27-965B-4AC3C66F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752B99E-38EC-4745-889B-124D3475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5824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E7304-D393-47F0-ACCC-1F72EFCC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37E9-D174-424D-BEE8-AFC4CA5F9F97}" type="datetime4">
              <a:rPr lang="en-US" smtClean="0"/>
              <a:t>February 18,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451FF-032D-4787-BA4B-5EB41549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7511D-7256-4A08-BF62-3B3F821A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3FCDA27-1C47-4EA1-A160-EC91FD88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99181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DE8ADA-7BF8-433A-8770-61C690F3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44C0-F7AC-49C2-8289-1E7A86D9FB50}" type="datetime4">
              <a:rPr lang="en-US" smtClean="0"/>
              <a:t>February 18,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57B86-EC22-49C6-BBC6-639D57D1A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3764B-CF91-4C81-B4C3-5B5E5A97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380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4801-B0C7-4458-B413-24D6E68F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33" y="457200"/>
            <a:ext cx="4170355" cy="191750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A0C76-733A-488A-89FB-7D04FD64B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637" y="457200"/>
            <a:ext cx="5562601" cy="5943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5B9DE-016A-4B31-BB52-99C76E28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3633" y="2374708"/>
            <a:ext cx="4170355" cy="40260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D6CC3-66DD-4D9A-A9C7-F588BA8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B84BC-6E78-40D1-8831-40AB1F596614}" type="datetime4">
              <a:rPr lang="en-US" smtClean="0"/>
              <a:t>February 18,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59FC8-04EF-4F7D-8E43-4EE0E95D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1C964-4227-4DEE-87A1-026162DD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88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EB4E-D4BB-4C86-A820-63474E5A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038" y="457199"/>
            <a:ext cx="3913241" cy="19288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FA99A1-8FAF-415D-A399-1B2C2A0F2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57752" y="457200"/>
            <a:ext cx="6110288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15BEE-9915-4637-85A2-2AF2872C7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2038" y="2386013"/>
            <a:ext cx="3913241" cy="40147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3427C-3B67-4ED4-925D-04B9C09A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A080F-3961-4D42-BEDE-84A1FED032F1}" type="datetime4">
              <a:rPr lang="en-US" smtClean="0"/>
              <a:t>February 18,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5DAFD-22DE-4E9E-9C72-B16C1F27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8EE99-49CC-4A30-8ADA-39EFD8DA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520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171A2-02C1-4543-8B6B-FCF7E6971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50879" y="1825625"/>
            <a:ext cx="9810604" cy="451669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5027C-A386-44E4-AFE1-33AFFDA3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3C8F-D4A7-4EAD-92AD-82C91CB8BB85}" type="datetime4">
              <a:rPr lang="en-US" smtClean="0"/>
              <a:t>February 18,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BF710-0558-4457-825D-48713CAE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7F93D-5DC3-4C36-AEB0-79CDB15C3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7CFC0C8-11FE-4003-B2D6-B7B8E279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6145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B41C5-3638-439D-BA61-4DAA14222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464025"/>
            <a:ext cx="2161540" cy="580029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B91A0-A376-483C-926E-189F376E5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64023"/>
            <a:ext cx="7886700" cy="58002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134E-B7D5-4664-BB2E-6A98ED630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1D41-E33C-4BC7-8272-37E8417FD097}" type="datetime4">
              <a:rPr lang="en-US" smtClean="0"/>
              <a:t>February 18,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54E2A-B1CE-4F2E-9D9A-D47E514D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7C304-46A8-4179-87A2-B8CC10B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68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customXml" Target="../ink/ink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in a dark room&#10;&#10;Description automatically generated">
            <a:extLst>
              <a:ext uri="{FF2B5EF4-FFF2-40B4-BE49-F238E27FC236}">
                <a16:creationId xmlns:a16="http://schemas.microsoft.com/office/drawing/2014/main" id="{DEB2E8C4-C3E7-4048-A43D-9859510CFA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BD2E1-C16B-4996-869C-DD03823A8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DB6A-ED8E-4755-BC7A-B7AA6524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879" y="1825624"/>
            <a:ext cx="9810604" cy="4428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CE27-B558-4B88-ACE3-B70423127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09243" y="5071825"/>
            <a:ext cx="2647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A33960BD-7AC1-4217-9611-AAA56D3EE38F}" type="datetime4">
              <a:rPr lang="en-US" smtClean="0"/>
              <a:pPr/>
              <a:t>February 18, 2026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E5D61-F203-4F00-9CF1-AB0AE4937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47827" y="1407402"/>
            <a:ext cx="277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38BD-5F38-4F6E-B5DD-EB1AF0600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0121" y="3138985"/>
            <a:ext cx="545911" cy="5800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9D4AEF59-F28E-467C-9EA3-92D1CFAD475A}" type="slidenum">
              <a:rPr lang="en-US" smtClean="0"/>
              <a:pPr/>
              <a:t>‹N›</a:t>
            </a:fld>
            <a:endParaRPr lang="en-US">
              <a:latin typeface="+mn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14:cNvPr>
              <p14:cNvContentPartPr/>
              <p14:nvPr/>
            </p14:nvContentPartPr>
            <p14:xfrm>
              <a:off x="12490710" y="63426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1010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4" r:id="rId7"/>
    <p:sldLayoutId id="2147483720" r:id="rId8"/>
    <p:sldLayoutId id="2147483721" r:id="rId9"/>
    <p:sldLayoutId id="2147483722" r:id="rId10"/>
    <p:sldLayoutId id="2147483723" r:id="rId11"/>
  </p:sldLayoutIdLs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800" kern="1200" cap="all" spc="600" baseline="0">
          <a:solidFill>
            <a:schemeClr val="tx1">
              <a:lumMod val="85000"/>
              <a:lumOff val="15000"/>
            </a:schemeClr>
          </a:solidFill>
          <a:latin typeface="+mj-lt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1pPr>
      <a:lvl2pPr marL="274320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8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2pPr>
      <a:lvl3pPr marL="605790" indent="-28575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3pPr>
      <a:lvl4pPr marL="630936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4pPr>
      <a:lvl5pPr marL="82296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7DA3C418-758E-4180-A5D0-8655D680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28C8EF06-5EC3-4883-AFAF-D74FF465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135971" cy="687164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 descr="Scarica lo sfondo del Chip Del Lucchetto Di Sicurezza Informatica |  Wallpapers.com">
            <a:extLst>
              <a:ext uri="{FF2B5EF4-FFF2-40B4-BE49-F238E27FC236}">
                <a16:creationId xmlns:a16="http://schemas.microsoft.com/office/drawing/2014/main" id="{3F499C7D-7D6A-208B-7C4B-C34DABC572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65" r="19874" b="1"/>
          <a:stretch>
            <a:fillRect/>
          </a:stretch>
        </p:blipFill>
        <p:spPr>
          <a:xfrm>
            <a:off x="3584196" y="-1"/>
            <a:ext cx="8607807" cy="6871647"/>
          </a:xfrm>
          <a:custGeom>
            <a:avLst/>
            <a:gdLst/>
            <a:ahLst/>
            <a:cxnLst/>
            <a:rect l="l" t="t" r="r" b="b"/>
            <a:pathLst>
              <a:path w="8607807" h="6858000">
                <a:moveTo>
                  <a:pt x="8607807" y="0"/>
                </a:moveTo>
                <a:lnTo>
                  <a:pt x="8607807" y="6858000"/>
                </a:lnTo>
                <a:lnTo>
                  <a:pt x="2049693" y="6858000"/>
                </a:lnTo>
                <a:lnTo>
                  <a:pt x="1546051" y="6858000"/>
                </a:lnTo>
                <a:lnTo>
                  <a:pt x="1535751" y="6815348"/>
                </a:lnTo>
                <a:cubicBezTo>
                  <a:pt x="1530460" y="6761684"/>
                  <a:pt x="1515370" y="6604898"/>
                  <a:pt x="1514301" y="6536022"/>
                </a:cubicBezTo>
                <a:cubicBezTo>
                  <a:pt x="1518045" y="6478504"/>
                  <a:pt x="1528503" y="6437797"/>
                  <a:pt x="1529339" y="6402088"/>
                </a:cubicBezTo>
                <a:cubicBezTo>
                  <a:pt x="1525062" y="6346650"/>
                  <a:pt x="1502062" y="6294623"/>
                  <a:pt x="1493941" y="6256398"/>
                </a:cubicBezTo>
                <a:cubicBezTo>
                  <a:pt x="1502669" y="6241770"/>
                  <a:pt x="1469920" y="6187857"/>
                  <a:pt x="1480613" y="6172741"/>
                </a:cubicBezTo>
                <a:cubicBezTo>
                  <a:pt x="1481020" y="6152279"/>
                  <a:pt x="1458164" y="6048753"/>
                  <a:pt x="1443364" y="6006407"/>
                </a:cubicBezTo>
                <a:cubicBezTo>
                  <a:pt x="1426694" y="5958900"/>
                  <a:pt x="1390307" y="5908317"/>
                  <a:pt x="1380584" y="5887691"/>
                </a:cubicBezTo>
                <a:cubicBezTo>
                  <a:pt x="1370860" y="5867065"/>
                  <a:pt x="1392244" y="5909118"/>
                  <a:pt x="1385023" y="5882650"/>
                </a:cubicBezTo>
                <a:cubicBezTo>
                  <a:pt x="1377800" y="5856181"/>
                  <a:pt x="1345702" y="5759038"/>
                  <a:pt x="1337254" y="5728879"/>
                </a:cubicBezTo>
                <a:cubicBezTo>
                  <a:pt x="1353956" y="5727462"/>
                  <a:pt x="1323673" y="5710676"/>
                  <a:pt x="1334321" y="5701696"/>
                </a:cubicBezTo>
                <a:cubicBezTo>
                  <a:pt x="1343675" y="5695367"/>
                  <a:pt x="1336672" y="5688797"/>
                  <a:pt x="1335877" y="5681564"/>
                </a:cubicBezTo>
                <a:cubicBezTo>
                  <a:pt x="1343201" y="5672524"/>
                  <a:pt x="1329617" y="5640839"/>
                  <a:pt x="1319978" y="5632219"/>
                </a:cubicBezTo>
                <a:cubicBezTo>
                  <a:pt x="1286551" y="5611011"/>
                  <a:pt x="1310947" y="5568721"/>
                  <a:pt x="1285321" y="5551224"/>
                </a:cubicBezTo>
                <a:cubicBezTo>
                  <a:pt x="1281540" y="5545203"/>
                  <a:pt x="1279983" y="5539432"/>
                  <a:pt x="1279815" y="5533855"/>
                </a:cubicBezTo>
                <a:lnTo>
                  <a:pt x="1282507" y="5518422"/>
                </a:lnTo>
                <a:lnTo>
                  <a:pt x="1289604" y="5514404"/>
                </a:lnTo>
                <a:lnTo>
                  <a:pt x="1287766" y="5504772"/>
                </a:lnTo>
                <a:lnTo>
                  <a:pt x="1288829" y="5502102"/>
                </a:lnTo>
                <a:cubicBezTo>
                  <a:pt x="1290896" y="5497007"/>
                  <a:pt x="1292688" y="5491968"/>
                  <a:pt x="1293373" y="5486914"/>
                </a:cubicBezTo>
                <a:cubicBezTo>
                  <a:pt x="1288690" y="5472938"/>
                  <a:pt x="1272696" y="5448436"/>
                  <a:pt x="1260736" y="5418245"/>
                </a:cubicBezTo>
                <a:cubicBezTo>
                  <a:pt x="1238579" y="5385699"/>
                  <a:pt x="1238884" y="5340972"/>
                  <a:pt x="1221610" y="5305770"/>
                </a:cubicBezTo>
                <a:lnTo>
                  <a:pt x="1216099" y="5298785"/>
                </a:lnTo>
                <a:lnTo>
                  <a:pt x="1217278" y="5268992"/>
                </a:lnTo>
                <a:cubicBezTo>
                  <a:pt x="1221588" y="5263843"/>
                  <a:pt x="1222716" y="5256480"/>
                  <a:pt x="1218469" y="5250149"/>
                </a:cubicBezTo>
                <a:lnTo>
                  <a:pt x="1206220" y="5142322"/>
                </a:lnTo>
                <a:cubicBezTo>
                  <a:pt x="1205294" y="5106716"/>
                  <a:pt x="1196908" y="5091595"/>
                  <a:pt x="1212921" y="5036513"/>
                </a:cubicBezTo>
                <a:cubicBezTo>
                  <a:pt x="1234138" y="4978012"/>
                  <a:pt x="1204801" y="4893378"/>
                  <a:pt x="1212183" y="4827738"/>
                </a:cubicBezTo>
                <a:cubicBezTo>
                  <a:pt x="1183151" y="4792886"/>
                  <a:pt x="1209228" y="4811487"/>
                  <a:pt x="1202048" y="4774693"/>
                </a:cubicBezTo>
                <a:cubicBezTo>
                  <a:pt x="1202483" y="4751423"/>
                  <a:pt x="1202919" y="4728152"/>
                  <a:pt x="1203354" y="4704882"/>
                </a:cubicBezTo>
                <a:lnTo>
                  <a:pt x="1201502" y="4691500"/>
                </a:lnTo>
                <a:lnTo>
                  <a:pt x="1194919" y="4687895"/>
                </a:lnTo>
                <a:lnTo>
                  <a:pt x="1187792" y="4667873"/>
                </a:lnTo>
                <a:cubicBezTo>
                  <a:pt x="1186060" y="4660351"/>
                  <a:pt x="1185291" y="4652220"/>
                  <a:pt x="1186080" y="4643189"/>
                </a:cubicBezTo>
                <a:cubicBezTo>
                  <a:pt x="1199189" y="4613276"/>
                  <a:pt x="1167081" y="4562691"/>
                  <a:pt x="1184722" y="4525834"/>
                </a:cubicBezTo>
                <a:cubicBezTo>
                  <a:pt x="1182407" y="4490142"/>
                  <a:pt x="1175424" y="4451369"/>
                  <a:pt x="1172188" y="4429037"/>
                </a:cubicBezTo>
                <a:cubicBezTo>
                  <a:pt x="1161331" y="4419671"/>
                  <a:pt x="1178123" y="4389539"/>
                  <a:pt x="1165306" y="4391841"/>
                </a:cubicBezTo>
                <a:cubicBezTo>
                  <a:pt x="1171061" y="4381101"/>
                  <a:pt x="1173552" y="4338138"/>
                  <a:pt x="1168602" y="4327040"/>
                </a:cubicBezTo>
                <a:lnTo>
                  <a:pt x="1178384" y="4271714"/>
                </a:lnTo>
                <a:lnTo>
                  <a:pt x="1177294" y="4266170"/>
                </a:lnTo>
                <a:cubicBezTo>
                  <a:pt x="1177138" y="4260404"/>
                  <a:pt x="1177520" y="4242660"/>
                  <a:pt x="1177448" y="4237120"/>
                </a:cubicBezTo>
                <a:cubicBezTo>
                  <a:pt x="1177252" y="4235726"/>
                  <a:pt x="1177058" y="4234331"/>
                  <a:pt x="1176863" y="4232937"/>
                </a:cubicBezTo>
                <a:lnTo>
                  <a:pt x="1162386" y="4198811"/>
                </a:lnTo>
                <a:cubicBezTo>
                  <a:pt x="1162950" y="4194190"/>
                  <a:pt x="1174655" y="4191224"/>
                  <a:pt x="1174343" y="4184054"/>
                </a:cubicBezTo>
                <a:lnTo>
                  <a:pt x="1160516" y="4155792"/>
                </a:lnTo>
                <a:lnTo>
                  <a:pt x="1161365" y="4150364"/>
                </a:lnTo>
                <a:lnTo>
                  <a:pt x="1144878" y="4068165"/>
                </a:lnTo>
                <a:lnTo>
                  <a:pt x="1123687" y="3997737"/>
                </a:lnTo>
                <a:lnTo>
                  <a:pt x="1096720" y="3746801"/>
                </a:lnTo>
                <a:cubicBezTo>
                  <a:pt x="1083618" y="3632695"/>
                  <a:pt x="1064313" y="3629437"/>
                  <a:pt x="1047682" y="3510652"/>
                </a:cubicBezTo>
                <a:cubicBezTo>
                  <a:pt x="1048550" y="3470281"/>
                  <a:pt x="1049418" y="3429910"/>
                  <a:pt x="1050285" y="3389539"/>
                </a:cubicBezTo>
                <a:lnTo>
                  <a:pt x="1030166" y="3314219"/>
                </a:lnTo>
                <a:lnTo>
                  <a:pt x="1034128" y="3253967"/>
                </a:lnTo>
                <a:lnTo>
                  <a:pt x="1007751" y="3192563"/>
                </a:lnTo>
                <a:cubicBezTo>
                  <a:pt x="1003323" y="3186732"/>
                  <a:pt x="1001150" y="3181063"/>
                  <a:pt x="1000384" y="3175520"/>
                </a:cubicBezTo>
                <a:cubicBezTo>
                  <a:pt x="1000734" y="3170366"/>
                  <a:pt x="1001085" y="3165212"/>
                  <a:pt x="1001435" y="3160058"/>
                </a:cubicBezTo>
                <a:lnTo>
                  <a:pt x="968918" y="3106456"/>
                </a:lnTo>
                <a:cubicBezTo>
                  <a:pt x="957125" y="3086347"/>
                  <a:pt x="955617" y="3059144"/>
                  <a:pt x="934483" y="3025607"/>
                </a:cubicBezTo>
                <a:cubicBezTo>
                  <a:pt x="914631" y="2991085"/>
                  <a:pt x="908933" y="2999692"/>
                  <a:pt x="879229" y="2942341"/>
                </a:cubicBezTo>
                <a:cubicBezTo>
                  <a:pt x="850845" y="2891400"/>
                  <a:pt x="820829" y="2801223"/>
                  <a:pt x="798666" y="2755714"/>
                </a:cubicBezTo>
                <a:cubicBezTo>
                  <a:pt x="773970" y="2709171"/>
                  <a:pt x="758278" y="2710053"/>
                  <a:pt x="746962" y="2689587"/>
                </a:cubicBezTo>
                <a:lnTo>
                  <a:pt x="712796" y="2609586"/>
                </a:lnTo>
                <a:lnTo>
                  <a:pt x="697701" y="2594856"/>
                </a:lnTo>
                <a:cubicBezTo>
                  <a:pt x="697743" y="2593626"/>
                  <a:pt x="697784" y="2592396"/>
                  <a:pt x="697823" y="2591165"/>
                </a:cubicBezTo>
                <a:lnTo>
                  <a:pt x="679645" y="2567493"/>
                </a:lnTo>
                <a:lnTo>
                  <a:pt x="680789" y="2566723"/>
                </a:lnTo>
                <a:cubicBezTo>
                  <a:pt x="682946" y="2564457"/>
                  <a:pt x="683757" y="2561765"/>
                  <a:pt x="681771" y="2558109"/>
                </a:cubicBezTo>
                <a:cubicBezTo>
                  <a:pt x="705290" y="2557210"/>
                  <a:pt x="688388" y="2553357"/>
                  <a:pt x="680456" y="2542663"/>
                </a:cubicBezTo>
                <a:cubicBezTo>
                  <a:pt x="679482" y="2529115"/>
                  <a:pt x="677183" y="2488664"/>
                  <a:pt x="675922" y="2476820"/>
                </a:cubicBezTo>
                <a:lnTo>
                  <a:pt x="672894" y="2471591"/>
                </a:lnTo>
                <a:lnTo>
                  <a:pt x="673143" y="2471379"/>
                </a:lnTo>
                <a:cubicBezTo>
                  <a:pt x="673152" y="2470017"/>
                  <a:pt x="672405" y="2468214"/>
                  <a:pt x="670567" y="2465654"/>
                </a:cubicBezTo>
                <a:lnTo>
                  <a:pt x="667369" y="2462052"/>
                </a:lnTo>
                <a:lnTo>
                  <a:pt x="661495" y="2451906"/>
                </a:lnTo>
                <a:cubicBezTo>
                  <a:pt x="661510" y="2450510"/>
                  <a:pt x="661525" y="2449113"/>
                  <a:pt x="661540" y="2447717"/>
                </a:cubicBezTo>
                <a:lnTo>
                  <a:pt x="664540" y="2445047"/>
                </a:lnTo>
                <a:lnTo>
                  <a:pt x="663581" y="2444265"/>
                </a:lnTo>
                <a:cubicBezTo>
                  <a:pt x="653014" y="2439598"/>
                  <a:pt x="642406" y="2441014"/>
                  <a:pt x="663129" y="2421760"/>
                </a:cubicBezTo>
                <a:cubicBezTo>
                  <a:pt x="643271" y="2409372"/>
                  <a:pt x="657229" y="2399993"/>
                  <a:pt x="650205" y="2375201"/>
                </a:cubicBezTo>
                <a:cubicBezTo>
                  <a:pt x="634911" y="2369643"/>
                  <a:pt x="634260" y="2360648"/>
                  <a:pt x="638008" y="2350147"/>
                </a:cubicBezTo>
                <a:cubicBezTo>
                  <a:pt x="621083" y="2329939"/>
                  <a:pt x="620949" y="2305558"/>
                  <a:pt x="609851" y="2279762"/>
                </a:cubicBezTo>
                <a:lnTo>
                  <a:pt x="585585" y="2151458"/>
                </a:lnTo>
                <a:lnTo>
                  <a:pt x="581391" y="2148616"/>
                </a:lnTo>
                <a:cubicBezTo>
                  <a:pt x="578821" y="2146496"/>
                  <a:pt x="577525" y="2144881"/>
                  <a:pt x="577083" y="2143541"/>
                </a:cubicBezTo>
                <a:lnTo>
                  <a:pt x="577251" y="2143279"/>
                </a:lnTo>
                <a:lnTo>
                  <a:pt x="546845" y="2081459"/>
                </a:lnTo>
                <a:cubicBezTo>
                  <a:pt x="538270" y="2069798"/>
                  <a:pt x="486356" y="1952009"/>
                  <a:pt x="470837" y="1927526"/>
                </a:cubicBezTo>
                <a:lnTo>
                  <a:pt x="428154" y="1653876"/>
                </a:lnTo>
                <a:lnTo>
                  <a:pt x="392797" y="1507176"/>
                </a:lnTo>
                <a:cubicBezTo>
                  <a:pt x="380165" y="1501458"/>
                  <a:pt x="369910" y="1448213"/>
                  <a:pt x="372847" y="1437646"/>
                </a:cubicBezTo>
                <a:cubicBezTo>
                  <a:pt x="369015" y="1430935"/>
                  <a:pt x="338503" y="1373479"/>
                  <a:pt x="344479" y="1364974"/>
                </a:cubicBezTo>
                <a:cubicBezTo>
                  <a:pt x="332264" y="1339484"/>
                  <a:pt x="321736" y="1307918"/>
                  <a:pt x="299558" y="1284709"/>
                </a:cubicBezTo>
                <a:cubicBezTo>
                  <a:pt x="277380" y="1261500"/>
                  <a:pt x="259203" y="1267387"/>
                  <a:pt x="243216" y="1246922"/>
                </a:cubicBezTo>
                <a:cubicBezTo>
                  <a:pt x="227230" y="1226457"/>
                  <a:pt x="218454" y="1164523"/>
                  <a:pt x="203639" y="1161920"/>
                </a:cubicBezTo>
                <a:cubicBezTo>
                  <a:pt x="192352" y="1142649"/>
                  <a:pt x="198158" y="1131546"/>
                  <a:pt x="169195" y="1085737"/>
                </a:cubicBezTo>
                <a:cubicBezTo>
                  <a:pt x="139228" y="1000958"/>
                  <a:pt x="140891" y="967704"/>
                  <a:pt x="98775" y="908263"/>
                </a:cubicBezTo>
                <a:cubicBezTo>
                  <a:pt x="45025" y="829417"/>
                  <a:pt x="34038" y="815844"/>
                  <a:pt x="43820" y="711217"/>
                </a:cubicBezTo>
                <a:cubicBezTo>
                  <a:pt x="34816" y="658186"/>
                  <a:pt x="43273" y="612368"/>
                  <a:pt x="44748" y="590072"/>
                </a:cubicBezTo>
                <a:lnTo>
                  <a:pt x="36767" y="545639"/>
                </a:lnTo>
                <a:cubicBezTo>
                  <a:pt x="36093" y="527311"/>
                  <a:pt x="35418" y="508983"/>
                  <a:pt x="34744" y="490655"/>
                </a:cubicBezTo>
                <a:cubicBezTo>
                  <a:pt x="34670" y="457530"/>
                  <a:pt x="29296" y="472114"/>
                  <a:pt x="29222" y="438989"/>
                </a:cubicBezTo>
                <a:cubicBezTo>
                  <a:pt x="29152" y="438889"/>
                  <a:pt x="2578" y="396379"/>
                  <a:pt x="2507" y="396276"/>
                </a:cubicBezTo>
                <a:cubicBezTo>
                  <a:pt x="-7796" y="384713"/>
                  <a:pt x="17492" y="336163"/>
                  <a:pt x="9810" y="316602"/>
                </a:cubicBezTo>
                <a:lnTo>
                  <a:pt x="25323" y="268307"/>
                </a:lnTo>
                <a:cubicBezTo>
                  <a:pt x="20582" y="240926"/>
                  <a:pt x="55391" y="238035"/>
                  <a:pt x="50278" y="194719"/>
                </a:cubicBezTo>
                <a:cubicBezTo>
                  <a:pt x="49891" y="157325"/>
                  <a:pt x="41873" y="124589"/>
                  <a:pt x="47653" y="93227"/>
                </a:cubicBezTo>
                <a:cubicBezTo>
                  <a:pt x="41389" y="80085"/>
                  <a:pt x="38874" y="67855"/>
                  <a:pt x="48323" y="56555"/>
                </a:cubicBezTo>
                <a:cubicBezTo>
                  <a:pt x="46028" y="30289"/>
                  <a:pt x="37896" y="18621"/>
                  <a:pt x="38423" y="5312"/>
                </a:cubicBezTo>
                <a:lnTo>
                  <a:pt x="39875" y="1"/>
                </a:lnTo>
                <a:close/>
              </a:path>
            </a:pathLst>
          </a:cu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074" y="550089"/>
            <a:ext cx="4339803" cy="2640247"/>
          </a:xfrm>
        </p:spPr>
        <p:txBody>
          <a:bodyPr>
            <a:normAutofit/>
          </a:bodyPr>
          <a:lstStyle/>
          <a:p>
            <a:pPr algn="l"/>
            <a:r>
              <a:rPr lang="de-DE" b="1" dirty="0">
                <a:ea typeface="Batang"/>
              </a:rPr>
              <a:t>LA GESTIONE DELLA MEMORIA</a:t>
            </a:r>
            <a:endParaRPr lang="de-DE">
              <a:ea typeface="Batang"/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072" y="3506086"/>
            <a:ext cx="3075956" cy="290782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l"/>
            <a:r>
              <a:rPr lang="de-DE" dirty="0">
                <a:ea typeface="Batang"/>
              </a:rPr>
              <a:t>Francesco Rinaldi 3I</a:t>
            </a:r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331648" cy="1978172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36649" y="488969"/>
                  <a:pt x="9316893" y="491390"/>
                </a:cubicBezTo>
                <a:cubicBezTo>
                  <a:pt x="9298834" y="504511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79948" y="576062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407128" y="961344"/>
                </a:lnTo>
                <a:lnTo>
                  <a:pt x="8380548" y="987916"/>
                </a:lnTo>
                <a:lnTo>
                  <a:pt x="8379462" y="987106"/>
                </a:lnTo>
                <a:cubicBezTo>
                  <a:pt x="8376507" y="985864"/>
                  <a:pt x="8373362" y="986042"/>
                  <a:pt x="8369725" y="989186"/>
                </a:cubicBezTo>
                <a:cubicBezTo>
                  <a:pt x="8357221" y="990792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72124" y="1029408"/>
                  <a:pt x="8269666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43525" y="1179064"/>
                </a:lnTo>
                <a:lnTo>
                  <a:pt x="7685942" y="1233723"/>
                </a:lnTo>
                <a:lnTo>
                  <a:pt x="7586920" y="1261888"/>
                </a:lnTo>
                <a:cubicBezTo>
                  <a:pt x="7556723" y="1298911"/>
                  <a:pt x="7489186" y="1249860"/>
                  <a:pt x="7486100" y="1292563"/>
                </a:cubicBezTo>
                <a:cubicBezTo>
                  <a:pt x="7454875" y="1308356"/>
                  <a:pt x="7449202" y="1300366"/>
                  <a:pt x="7407190" y="1314737"/>
                </a:cubicBezTo>
                <a:cubicBezTo>
                  <a:pt x="7368386" y="1364011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23400" y="1671703"/>
                  <a:pt x="5529437" y="1636968"/>
                </a:cubicBezTo>
                <a:cubicBezTo>
                  <a:pt x="5500069" y="1636638"/>
                  <a:pt x="5481558" y="1636672"/>
                  <a:pt x="5440853" y="1657958"/>
                </a:cubicBezTo>
                <a:cubicBezTo>
                  <a:pt x="5340428" y="1673293"/>
                  <a:pt x="5074771" y="1739921"/>
                  <a:pt x="4945936" y="1713743"/>
                </a:cubicBezTo>
                <a:cubicBezTo>
                  <a:pt x="4914142" y="1717597"/>
                  <a:pt x="4837317" y="1726609"/>
                  <a:pt x="4818446" y="1726895"/>
                </a:cubicBezTo>
                <a:lnTo>
                  <a:pt x="4813657" y="1730706"/>
                </a:lnTo>
                <a:lnTo>
                  <a:pt x="4759058" y="1766533"/>
                </a:lnTo>
                <a:cubicBezTo>
                  <a:pt x="4747481" y="1770744"/>
                  <a:pt x="4734604" y="1772921"/>
                  <a:pt x="4719749" y="1771811"/>
                </a:cubicBezTo>
                <a:cubicBezTo>
                  <a:pt x="4667035" y="1745585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12575" y="1805339"/>
                  <a:pt x="4320575" y="1832722"/>
                </a:cubicBezTo>
                <a:cubicBezTo>
                  <a:pt x="4282030" y="1809397"/>
                  <a:pt x="4252210" y="1859755"/>
                  <a:pt x="4220200" y="1873173"/>
                </a:cubicBezTo>
                <a:cubicBezTo>
                  <a:pt x="4189784" y="1872580"/>
                  <a:pt x="4175475" y="1885756"/>
                  <a:pt x="4105361" y="1894711"/>
                </a:cubicBezTo>
                <a:cubicBezTo>
                  <a:pt x="4071894" y="1867524"/>
                  <a:pt x="4035294" y="1916372"/>
                  <a:pt x="3973223" y="1881015"/>
                </a:cubicBezTo>
                <a:cubicBezTo>
                  <a:pt x="3971330" y="1884974"/>
                  <a:pt x="3952843" y="1881390"/>
                  <a:pt x="3900992" y="1880603"/>
                </a:cubicBezTo>
                <a:cubicBezTo>
                  <a:pt x="3849141" y="1879815"/>
                  <a:pt x="3740259" y="1879432"/>
                  <a:pt x="3662119" y="1876289"/>
                </a:cubicBezTo>
                <a:cubicBezTo>
                  <a:pt x="3573420" y="1876991"/>
                  <a:pt x="3613412" y="1915150"/>
                  <a:pt x="3496919" y="1873180"/>
                </a:cubicBezTo>
                <a:cubicBezTo>
                  <a:pt x="3488062" y="1895719"/>
                  <a:pt x="3474293" y="1897950"/>
                  <a:pt x="3449433" y="1889681"/>
                </a:cubicBezTo>
                <a:cubicBezTo>
                  <a:pt x="3406553" y="1891629"/>
                  <a:pt x="3417350" y="1945453"/>
                  <a:pt x="3369766" y="1916653"/>
                </a:cubicBezTo>
                <a:cubicBezTo>
                  <a:pt x="3338805" y="1929531"/>
                  <a:pt x="3310151" y="1915620"/>
                  <a:pt x="3290336" y="1925039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57504" y="1957276"/>
                </a:lnTo>
                <a:lnTo>
                  <a:pt x="3115176" y="1943459"/>
                </a:lnTo>
                <a:cubicBezTo>
                  <a:pt x="3095397" y="1937281"/>
                  <a:pt x="3080878" y="1929976"/>
                  <a:pt x="3038835" y="1920210"/>
                </a:cubicBezTo>
                <a:cubicBezTo>
                  <a:pt x="3011900" y="1947086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1037" y="1967486"/>
                  <a:pt x="2001803" y="1954594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391573" y="1790862"/>
                  <a:pt x="1332568" y="1793149"/>
                </a:cubicBezTo>
                <a:cubicBezTo>
                  <a:pt x="1236287" y="1833446"/>
                  <a:pt x="1335185" y="1756546"/>
                  <a:pt x="1186881" y="1768613"/>
                </a:cubicBezTo>
                <a:cubicBezTo>
                  <a:pt x="1178443" y="1775469"/>
                  <a:pt x="1160576" y="1767918"/>
                  <a:pt x="1162595" y="1758337"/>
                </a:cubicBezTo>
                <a:cubicBezTo>
                  <a:pt x="1153167" y="1761117"/>
                  <a:pt x="1130472" y="1779083"/>
                  <a:pt x="1128523" y="1763621"/>
                </a:cubicBezTo>
                <a:cubicBezTo>
                  <a:pt x="1081415" y="1760756"/>
                  <a:pt x="1034361" y="1768718"/>
                  <a:pt x="991903" y="1786741"/>
                </a:cubicBezTo>
                <a:cubicBezTo>
                  <a:pt x="966383" y="1781126"/>
                  <a:pt x="949501" y="1831241"/>
                  <a:pt x="883960" y="1822386"/>
                </a:cubicBezTo>
                <a:cubicBezTo>
                  <a:pt x="831931" y="1790865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1B298EC-BD08-6B82-4025-0485036B0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rmAutofit/>
          </a:bodyPr>
          <a:lstStyle/>
          <a:p>
            <a:r>
              <a:rPr lang="it-IT" b="1" dirty="0">
                <a:ea typeface="Batang"/>
              </a:rPr>
              <a:t>Sommario</a:t>
            </a: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A99FE2-F8CA-672C-07E2-DD9265A47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296161"/>
            <a:ext cx="4788505" cy="38460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>
                <a:ea typeface="Batang"/>
              </a:rPr>
              <a:t>I VARI TIPI DI MEMORIA</a:t>
            </a:r>
          </a:p>
          <a:p>
            <a:r>
              <a:rPr lang="it-IT" dirty="0">
                <a:ea typeface="Batang"/>
              </a:rPr>
              <a:t>CARICAMENTO DEL PROGRAMMA </a:t>
            </a:r>
          </a:p>
          <a:p>
            <a:r>
              <a:rPr lang="it-IT" dirty="0">
                <a:ea typeface="Batang"/>
              </a:rPr>
              <a:t>RILOCAZIONE STATICA</a:t>
            </a:r>
            <a:endParaRPr lang="it-IT" dirty="0"/>
          </a:p>
          <a:p>
            <a:r>
              <a:rPr lang="it-IT" dirty="0">
                <a:ea typeface="Batang"/>
              </a:rPr>
              <a:t>RILOCAZIONE DINAMICA</a:t>
            </a:r>
          </a:p>
          <a:p>
            <a:r>
              <a:rPr lang="it-IT" dirty="0">
                <a:ea typeface="Batang"/>
              </a:rPr>
              <a:t>BINDING E LINKING</a:t>
            </a:r>
          </a:p>
        </p:txBody>
      </p:sp>
      <p:pic>
        <p:nvPicPr>
          <p:cNvPr id="4" name="Immagine 3" descr="Lezione di informatica: Come Preparare il Corso?">
            <a:extLst>
              <a:ext uri="{FF2B5EF4-FFF2-40B4-BE49-F238E27FC236}">
                <a16:creationId xmlns:a16="http://schemas.microsoft.com/office/drawing/2014/main" id="{28F13D2E-5D7C-A3BD-3E96-66B104B09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426" y="2554410"/>
            <a:ext cx="4788505" cy="2693534"/>
          </a:xfrm>
          <a:prstGeom prst="rect">
            <a:avLst/>
          </a:prstGeom>
        </p:spPr>
      </p:pic>
      <p:sp>
        <p:nvSpPr>
          <p:cNvPr id="25" name="Freeform: Shape 12">
            <a:extLst>
              <a:ext uri="{FF2B5EF4-FFF2-40B4-BE49-F238E27FC236}">
                <a16:creationId xmlns:a16="http://schemas.microsoft.com/office/drawing/2014/main" id="{C64E267B-3F5A-4357-9E7F-C5FBE5D3B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0426" y="5902730"/>
            <a:ext cx="5741575" cy="955271"/>
          </a:xfrm>
          <a:custGeom>
            <a:avLst/>
            <a:gdLst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3959588 w 5741575"/>
              <a:gd name="connsiteY74" fmla="*/ 239195 h 955271"/>
              <a:gd name="connsiteX75" fmla="*/ 4114838 w 5741575"/>
              <a:gd name="connsiteY75" fmla="*/ 238165 h 955271"/>
              <a:gd name="connsiteX76" fmla="*/ 4271023 w 5741575"/>
              <a:gd name="connsiteY76" fmla="*/ 241959 h 955271"/>
              <a:gd name="connsiteX77" fmla="*/ 4367397 w 5741575"/>
              <a:gd name="connsiteY77" fmla="*/ 271442 h 955271"/>
              <a:gd name="connsiteX78" fmla="*/ 4495366 w 5741575"/>
              <a:gd name="connsiteY78" fmla="*/ 271618 h 955271"/>
              <a:gd name="connsiteX79" fmla="*/ 4517347 w 5741575"/>
              <a:gd name="connsiteY79" fmla="*/ 275639 h 955271"/>
              <a:gd name="connsiteX80" fmla="*/ 4546116 w 5741575"/>
              <a:gd name="connsiteY80" fmla="*/ 268568 h 955271"/>
              <a:gd name="connsiteX81" fmla="*/ 4661259 w 5741575"/>
              <a:gd name="connsiteY81" fmla="*/ 238966 h 955271"/>
              <a:gd name="connsiteX82" fmla="*/ 4750403 w 5741575"/>
              <a:gd name="connsiteY82" fmla="*/ 204364 h 955271"/>
              <a:gd name="connsiteX83" fmla="*/ 4867614 w 5741575"/>
              <a:gd name="connsiteY83" fmla="*/ 208668 h 955271"/>
              <a:gd name="connsiteX84" fmla="*/ 4937036 w 5741575"/>
              <a:gd name="connsiteY84" fmla="*/ 195446 h 955271"/>
              <a:gd name="connsiteX85" fmla="*/ 5047626 w 5741575"/>
              <a:gd name="connsiteY85" fmla="*/ 149604 h 955271"/>
              <a:gd name="connsiteX86" fmla="*/ 5200247 w 5741575"/>
              <a:gd name="connsiteY86" fmla="*/ 142695 h 955271"/>
              <a:gd name="connsiteX87" fmla="*/ 5235691 w 5741575"/>
              <a:gd name="connsiteY87" fmla="*/ 173330 h 955271"/>
              <a:gd name="connsiteX88" fmla="*/ 5280133 w 5741575"/>
              <a:gd name="connsiteY88" fmla="*/ 189342 h 955271"/>
              <a:gd name="connsiteX89" fmla="*/ 5291963 w 5741575"/>
              <a:gd name="connsiteY89" fmla="*/ 139446 h 955271"/>
              <a:gd name="connsiteX90" fmla="*/ 5418472 w 5741575"/>
              <a:gd name="connsiteY90" fmla="*/ 89163 h 955271"/>
              <a:gd name="connsiteX91" fmla="*/ 5482354 w 5741575"/>
              <a:gd name="connsiteY91" fmla="*/ 69470 h 955271"/>
              <a:gd name="connsiteX92" fmla="*/ 5583280 w 5741575"/>
              <a:gd name="connsiteY92" fmla="*/ 49787 h 955271"/>
              <a:gd name="connsiteX93" fmla="*/ 5613766 w 5741575"/>
              <a:gd name="connsiteY93" fmla="*/ 41855 h 955271"/>
              <a:gd name="connsiteX94" fmla="*/ 5684952 w 5741575"/>
              <a:gd name="connsiteY94" fmla="*/ 26088 h 95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5741575" h="955271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39115" y="949326"/>
                </a:lnTo>
                <a:cubicBezTo>
                  <a:pt x="57701" y="947335"/>
                  <a:pt x="76089" y="946141"/>
                  <a:pt x="93851" y="945611"/>
                </a:cubicBezTo>
                <a:cubicBezTo>
                  <a:pt x="99905" y="923404"/>
                  <a:pt x="170209" y="932855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282041" y="871263"/>
                </a:lnTo>
                <a:lnTo>
                  <a:pt x="299711" y="870064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33872" y="867971"/>
                </a:lnTo>
                <a:lnTo>
                  <a:pt x="356953" y="870334"/>
                </a:lnTo>
                <a:cubicBezTo>
                  <a:pt x="364772" y="872042"/>
                  <a:pt x="372199" y="874762"/>
                  <a:pt x="379005" y="878900"/>
                </a:cubicBezTo>
                <a:cubicBezTo>
                  <a:pt x="436788" y="836391"/>
                  <a:pt x="512367" y="847456"/>
                  <a:pt x="585428" y="826440"/>
                </a:cubicBezTo>
                <a:cubicBezTo>
                  <a:pt x="600236" y="776571"/>
                  <a:pt x="751447" y="800939"/>
                  <a:pt x="787156" y="838447"/>
                </a:cubicBezTo>
                <a:cubicBezTo>
                  <a:pt x="767750" y="789794"/>
                  <a:pt x="977582" y="857915"/>
                  <a:pt x="898586" y="808502"/>
                </a:cubicBezTo>
                <a:cubicBezTo>
                  <a:pt x="926099" y="807167"/>
                  <a:pt x="944922" y="782490"/>
                  <a:pt x="924063" y="770210"/>
                </a:cubicBezTo>
                <a:cubicBezTo>
                  <a:pt x="1015917" y="786259"/>
                  <a:pt x="1117953" y="728408"/>
                  <a:pt x="1212574" y="724238"/>
                </a:cubicBezTo>
                <a:cubicBezTo>
                  <a:pt x="1245879" y="677520"/>
                  <a:pt x="1233543" y="716744"/>
                  <a:pt x="1280768" y="699122"/>
                </a:cubicBezTo>
                <a:cubicBezTo>
                  <a:pt x="1280824" y="735474"/>
                  <a:pt x="1333787" y="667235"/>
                  <a:pt x="1352027" y="704323"/>
                </a:cubicBezTo>
                <a:cubicBezTo>
                  <a:pt x="1360044" y="699941"/>
                  <a:pt x="1367234" y="694526"/>
                  <a:pt x="1374314" y="688815"/>
                </a:cubicBezTo>
                <a:lnTo>
                  <a:pt x="1378034" y="685842"/>
                </a:lnTo>
                <a:lnTo>
                  <a:pt x="1395604" y="680460"/>
                </a:lnTo>
                <a:lnTo>
                  <a:pt x="1397206" y="670793"/>
                </a:lnTo>
                <a:lnTo>
                  <a:pt x="1421250" y="656855"/>
                </a:lnTo>
                <a:cubicBezTo>
                  <a:pt x="1430770" y="652893"/>
                  <a:pt x="1441623" y="650105"/>
                  <a:pt x="1454524" y="649224"/>
                </a:cubicBezTo>
                <a:cubicBezTo>
                  <a:pt x="1502655" y="660482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51098" y="567647"/>
                  <a:pt x="1801421" y="583831"/>
                  <a:pt x="1791651" y="567019"/>
                </a:cubicBezTo>
                <a:cubicBezTo>
                  <a:pt x="1827282" y="577929"/>
                  <a:pt x="1847642" y="542228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52937" y="366761"/>
                  <a:pt x="2657726" y="365841"/>
                </a:cubicBezTo>
                <a:cubicBezTo>
                  <a:pt x="2667303" y="363999"/>
                  <a:pt x="2677395" y="368107"/>
                  <a:pt x="2687125" y="366820"/>
                </a:cubicBezTo>
                <a:lnTo>
                  <a:pt x="2697479" y="361430"/>
                </a:lnTo>
                <a:lnTo>
                  <a:pt x="2701547" y="361545"/>
                </a:lnTo>
                <a:lnTo>
                  <a:pt x="2711054" y="360597"/>
                </a:lnTo>
                <a:lnTo>
                  <a:pt x="2710438" y="366958"/>
                </a:lnTo>
                <a:cubicBezTo>
                  <a:pt x="2708955" y="373111"/>
                  <a:pt x="2708038" y="379788"/>
                  <a:pt x="2722936" y="377633"/>
                </a:cubicBezTo>
                <a:cubicBezTo>
                  <a:pt x="2753511" y="370170"/>
                  <a:pt x="2766475" y="394972"/>
                  <a:pt x="2777227" y="368972"/>
                </a:cubicBezTo>
                <a:lnTo>
                  <a:pt x="2779510" y="361652"/>
                </a:lnTo>
                <a:lnTo>
                  <a:pt x="2786278" y="359869"/>
                </a:lnTo>
                <a:cubicBezTo>
                  <a:pt x="2789994" y="359750"/>
                  <a:pt x="2792255" y="361281"/>
                  <a:pt x="2792101" y="365927"/>
                </a:cubicBezTo>
                <a:cubicBezTo>
                  <a:pt x="2819315" y="344279"/>
                  <a:pt x="2855630" y="370297"/>
                  <a:pt x="2885545" y="372818"/>
                </a:cubicBez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00426" y="336441"/>
                  <a:pt x="3103742" y="337974"/>
                </a:cubicBezTo>
                <a:cubicBezTo>
                  <a:pt x="3123005" y="346878"/>
                  <a:pt x="3150475" y="343067"/>
                  <a:pt x="3165093" y="329459"/>
                </a:cubicBezTo>
                <a:cubicBezTo>
                  <a:pt x="3236951" y="282673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22859" y="227800"/>
                  <a:pt x="3941005" y="230826"/>
                  <a:pt x="3959588" y="239195"/>
                </a:cubicBezTo>
                <a:cubicBezTo>
                  <a:pt x="4009252" y="229421"/>
                  <a:pt x="4057491" y="239376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46016" y="2350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13321" y="152474"/>
                  <a:pt x="5047626" y="149604"/>
                </a:cubicBezTo>
                <a:cubicBezTo>
                  <a:pt x="5106046" y="150576"/>
                  <a:pt x="5172786" y="183138"/>
                  <a:pt x="5200247" y="142695"/>
                </a:cubicBezTo>
                <a:cubicBezTo>
                  <a:pt x="5206135" y="157748"/>
                  <a:pt x="5203071" y="179288"/>
                  <a:pt x="5235691" y="173330"/>
                </a:cubicBezTo>
                <a:cubicBezTo>
                  <a:pt x="5249654" y="179935"/>
                  <a:pt x="5254450" y="203448"/>
                  <a:pt x="5280133" y="189342"/>
                </a:cubicBezTo>
                <a:cubicBezTo>
                  <a:pt x="5244836" y="171370"/>
                  <a:pt x="5299493" y="163568"/>
                  <a:pt x="5291963" y="139446"/>
                </a:cubicBezTo>
                <a:cubicBezTo>
                  <a:pt x="5331555" y="120349"/>
                  <a:pt x="5427790" y="132865"/>
                  <a:pt x="5418472" y="89163"/>
                </a:cubicBezTo>
                <a:cubicBezTo>
                  <a:pt x="5428057" y="62053"/>
                  <a:pt x="5484665" y="97616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526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839797-16BB-2911-96EB-719A7595A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ea typeface="Batang"/>
              </a:rPr>
              <a:t>I vari tipi di memora</a:t>
            </a:r>
            <a:endParaRPr lang="it-IT" b="1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6FB31B-0754-9738-E25B-98B5FAEF6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dirty="0">
                <a:ea typeface="Batang"/>
              </a:rPr>
              <a:t>Sono presenti diversi </a:t>
            </a:r>
            <a:r>
              <a:rPr lang="it-IT" dirty="0" err="1">
                <a:ea typeface="Batang"/>
              </a:rPr>
              <a:t>tii</a:t>
            </a:r>
            <a:r>
              <a:rPr lang="it-IT" dirty="0">
                <a:ea typeface="Batang"/>
              </a:rPr>
              <a:t> di memora, classificati in base a velocità e capacità e sono:</a:t>
            </a:r>
            <a:endParaRPr lang="it-IT" dirty="0"/>
          </a:p>
          <a:p>
            <a:pPr marL="342900" indent="-342900"/>
            <a:r>
              <a:rPr lang="it-IT" dirty="0">
                <a:ea typeface="Batang"/>
              </a:rPr>
              <a:t>Nastro</a:t>
            </a:r>
            <a:endParaRPr lang="it-IT" dirty="0"/>
          </a:p>
          <a:p>
            <a:r>
              <a:rPr lang="it-IT" dirty="0">
                <a:ea typeface="Batang"/>
              </a:rPr>
              <a:t>Disco</a:t>
            </a:r>
            <a:endParaRPr lang="it-IT" dirty="0"/>
          </a:p>
          <a:p>
            <a:r>
              <a:rPr lang="it-IT" dirty="0">
                <a:ea typeface="Batang"/>
              </a:rPr>
              <a:t>Memoria principale</a:t>
            </a:r>
          </a:p>
          <a:p>
            <a:r>
              <a:rPr lang="it-IT" dirty="0">
                <a:ea typeface="Batang"/>
              </a:rPr>
              <a:t>Cache</a:t>
            </a:r>
            <a:endParaRPr lang="it-IT" dirty="0"/>
          </a:p>
          <a:p>
            <a:r>
              <a:rPr lang="it-IT" dirty="0">
                <a:ea typeface="Batang"/>
              </a:rPr>
              <a:t>Registri</a:t>
            </a:r>
            <a:endParaRPr lang="it-IT" dirty="0"/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8816287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3AADCE-0360-B0B0-DBA1-34559E2E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ea typeface="Batang"/>
              </a:rPr>
              <a:t>Caricamento del programma</a:t>
            </a: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EC1D03-1B90-B94E-FCAB-BC1103A01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2642" y="1895808"/>
            <a:ext cx="2922526" cy="4984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800" b="1" dirty="0">
                <a:ea typeface="Batang"/>
              </a:rPr>
              <a:t>Coda di entrata</a:t>
            </a:r>
            <a:endParaRPr lang="it-IT" sz="1800" b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667529-D321-4BC2-42F3-E8BA2FAEF393}"/>
              </a:ext>
            </a:extLst>
          </p:cNvPr>
          <p:cNvSpPr txBox="1"/>
          <p:nvPr/>
        </p:nvSpPr>
        <p:spPr>
          <a:xfrm>
            <a:off x="5955631" y="189497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Processi pronti(RL)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5015424-3A17-1280-99BF-E332CD9BB7B1}"/>
              </a:ext>
            </a:extLst>
          </p:cNvPr>
          <p:cNvSpPr txBox="1"/>
          <p:nvPr/>
        </p:nvSpPr>
        <p:spPr>
          <a:xfrm>
            <a:off x="1724526" y="2677026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I programmi che stanno per diventare processi</a:t>
            </a:r>
          </a:p>
        </p:txBody>
      </p:sp>
    </p:spTree>
    <p:extLst>
      <p:ext uri="{BB962C8B-B14F-4D97-AF65-F5344CB8AC3E}">
        <p14:creationId xmlns:p14="http://schemas.microsoft.com/office/powerpoint/2010/main" val="90324068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2A0D5-B12A-3AAB-025E-84645C890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E05AA9-6D85-EF50-8210-083A12E1D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ea typeface="Batang"/>
              </a:rPr>
              <a:t>Caricamento del programma</a:t>
            </a: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C8277B-EC08-B578-A8DB-FBE2B0F10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2642" y="1895808"/>
            <a:ext cx="2922526" cy="4984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800" b="1" dirty="0">
                <a:ea typeface="Batang"/>
              </a:rPr>
              <a:t>Coda di entrata</a:t>
            </a:r>
            <a:endParaRPr lang="it-IT" sz="1800" b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BEC9974-A6A9-2246-FF90-E7E6922A52E5}"/>
              </a:ext>
            </a:extLst>
          </p:cNvPr>
          <p:cNvSpPr txBox="1"/>
          <p:nvPr/>
        </p:nvSpPr>
        <p:spPr>
          <a:xfrm>
            <a:off x="5955631" y="189497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Processi pronti(RL)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4E1E4FE-230F-9B78-A788-44407888A067}"/>
              </a:ext>
            </a:extLst>
          </p:cNvPr>
          <p:cNvSpPr txBox="1"/>
          <p:nvPr/>
        </p:nvSpPr>
        <p:spPr>
          <a:xfrm>
            <a:off x="5955631" y="2656973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I programmi che stanno per diventare processi</a:t>
            </a:r>
          </a:p>
        </p:txBody>
      </p:sp>
    </p:spTree>
    <p:extLst>
      <p:ext uri="{BB962C8B-B14F-4D97-AF65-F5344CB8AC3E}">
        <p14:creationId xmlns:p14="http://schemas.microsoft.com/office/powerpoint/2010/main" val="721669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C8D715-78DE-8E38-92F5-D32ABD4BE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ea typeface="Batang"/>
              </a:rPr>
              <a:t>RILOCAZIONE STATICA</a:t>
            </a: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3BCB00E-F960-C232-5F0B-ACBD83F15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192156"/>
            <a:ext cx="531567" cy="19016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>
                <a:ea typeface="Batang"/>
              </a:rPr>
              <a:t>O</a:t>
            </a:r>
            <a:endParaRPr lang="it-IT"/>
          </a:p>
          <a:p>
            <a:pPr marL="0" indent="0">
              <a:buNone/>
            </a:pPr>
            <a:r>
              <a:rPr lang="it-IT" dirty="0">
                <a:ea typeface="Batang"/>
              </a:rPr>
              <a:t>1</a:t>
            </a:r>
          </a:p>
          <a:p>
            <a:pPr marL="0" indent="0">
              <a:buNone/>
            </a:pPr>
            <a:r>
              <a:rPr lang="it-IT">
                <a:ea typeface="Batang"/>
              </a:rPr>
              <a:t>2</a:t>
            </a:r>
          </a:p>
          <a:p>
            <a:pPr marL="0" indent="0">
              <a:buNone/>
            </a:pPr>
            <a:r>
              <a:rPr lang="it-IT" dirty="0"/>
              <a:t>3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3C0DC87-EA82-1C93-4DB6-13D6D7D1BBBC}"/>
              </a:ext>
            </a:extLst>
          </p:cNvPr>
          <p:cNvSpPr txBox="1"/>
          <p:nvPr/>
        </p:nvSpPr>
        <p:spPr>
          <a:xfrm>
            <a:off x="1678328" y="2189544"/>
            <a:ext cx="7176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A=5;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1616629-CCCC-EEF0-FBAC-D37985659AE3}"/>
              </a:ext>
            </a:extLst>
          </p:cNvPr>
          <p:cNvSpPr txBox="1"/>
          <p:nvPr/>
        </p:nvSpPr>
        <p:spPr>
          <a:xfrm>
            <a:off x="1678328" y="2700760"/>
            <a:ext cx="7176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B=7;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1917338-780A-9F71-B705-550D6B11897A}"/>
              </a:ext>
            </a:extLst>
          </p:cNvPr>
          <p:cNvSpPr txBox="1"/>
          <p:nvPr/>
        </p:nvSpPr>
        <p:spPr>
          <a:xfrm>
            <a:off x="1678329" y="3067290"/>
            <a:ext cx="14989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Somma=A+B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8CBAF58-907C-DC31-92B9-909FFB76F570}"/>
              </a:ext>
            </a:extLst>
          </p:cNvPr>
          <p:cNvSpPr txBox="1"/>
          <p:nvPr/>
        </p:nvSpPr>
        <p:spPr>
          <a:xfrm>
            <a:off x="1678329" y="3520633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Moltiplicazione=A*B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32DF0AA-DD8F-A7D9-3249-D877329124DA}"/>
              </a:ext>
            </a:extLst>
          </p:cNvPr>
          <p:cNvSpPr txBox="1"/>
          <p:nvPr/>
        </p:nvSpPr>
        <p:spPr>
          <a:xfrm>
            <a:off x="1061012" y="1716911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Indirizzi relativi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54E174E-F6F3-5799-364A-315D246E62CF}"/>
              </a:ext>
            </a:extLst>
          </p:cNvPr>
          <p:cNvSpPr txBox="1"/>
          <p:nvPr/>
        </p:nvSpPr>
        <p:spPr>
          <a:xfrm>
            <a:off x="6954455" y="1716911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Memoria fisica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2C12408-0ED9-1DC3-A901-27BE1CD40287}"/>
              </a:ext>
            </a:extLst>
          </p:cNvPr>
          <p:cNvSpPr txBox="1"/>
          <p:nvPr/>
        </p:nvSpPr>
        <p:spPr>
          <a:xfrm>
            <a:off x="8459165" y="2083444"/>
            <a:ext cx="71377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#100</a:t>
            </a:r>
          </a:p>
          <a:p>
            <a:endParaRPr lang="it-IT" dirty="0"/>
          </a:p>
          <a:p>
            <a:r>
              <a:rPr lang="it-IT" dirty="0"/>
              <a:t>#101</a:t>
            </a:r>
          </a:p>
          <a:p>
            <a:endParaRPr lang="it-IT" dirty="0"/>
          </a:p>
          <a:p>
            <a:r>
              <a:rPr lang="it-IT"/>
              <a:t>#102</a:t>
            </a:r>
            <a:endParaRPr lang="it-IT" dirty="0"/>
          </a:p>
          <a:p>
            <a:endParaRPr lang="it-IT" dirty="0"/>
          </a:p>
          <a:p>
            <a:r>
              <a:rPr lang="it-IT" dirty="0"/>
              <a:t>#103</a:t>
            </a:r>
          </a:p>
        </p:txBody>
      </p:sp>
    </p:spTree>
    <p:extLst>
      <p:ext uri="{BB962C8B-B14F-4D97-AF65-F5344CB8AC3E}">
        <p14:creationId xmlns:p14="http://schemas.microsoft.com/office/powerpoint/2010/main" val="897504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EE5D4-E446-E58C-F146-9DD1D7C5F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86B595-4875-CF5E-E519-07646B851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ea typeface="Batang"/>
              </a:rPr>
              <a:t>RILOCAZIONE STATICA</a:t>
            </a: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AC70CBB-2278-99DC-E4C6-0D2518CDD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192156"/>
            <a:ext cx="531567" cy="19016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dirty="0">
                <a:ea typeface="Batang"/>
              </a:rPr>
              <a:t>O</a:t>
            </a:r>
            <a:endParaRPr lang="it-IT" dirty="0"/>
          </a:p>
          <a:p>
            <a:pPr marL="0" indent="0">
              <a:buNone/>
            </a:pPr>
            <a:r>
              <a:rPr lang="it-IT" dirty="0">
                <a:ea typeface="Batang"/>
              </a:rPr>
              <a:t>1</a:t>
            </a:r>
          </a:p>
          <a:p>
            <a:pPr marL="0" indent="0">
              <a:buNone/>
            </a:pPr>
            <a:r>
              <a:rPr lang="it-IT" dirty="0">
                <a:ea typeface="Batang"/>
              </a:rPr>
              <a:t>2</a:t>
            </a:r>
          </a:p>
          <a:p>
            <a:pPr marL="0" indent="0">
              <a:buNone/>
            </a:pPr>
            <a:r>
              <a:rPr lang="it-IT" dirty="0"/>
              <a:t>3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5BA2E59-8BDC-96F0-6314-4B6EA65A9FAB}"/>
              </a:ext>
            </a:extLst>
          </p:cNvPr>
          <p:cNvSpPr txBox="1"/>
          <p:nvPr/>
        </p:nvSpPr>
        <p:spPr>
          <a:xfrm>
            <a:off x="7446379" y="2083443"/>
            <a:ext cx="7176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A=5;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414BAEA-F606-BCB7-AB27-C91567C3B209}"/>
              </a:ext>
            </a:extLst>
          </p:cNvPr>
          <p:cNvSpPr txBox="1"/>
          <p:nvPr/>
        </p:nvSpPr>
        <p:spPr>
          <a:xfrm>
            <a:off x="7446379" y="2700760"/>
            <a:ext cx="7176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B=7;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FBE21D1-6FE6-12F1-6791-C7B60D6B3787}"/>
              </a:ext>
            </a:extLst>
          </p:cNvPr>
          <p:cNvSpPr txBox="1"/>
          <p:nvPr/>
        </p:nvSpPr>
        <p:spPr>
          <a:xfrm>
            <a:off x="6829063" y="3250556"/>
            <a:ext cx="14989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Somma=A+B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6F25CBF-2F69-37E8-49EE-0543B1CA671E}"/>
              </a:ext>
            </a:extLst>
          </p:cNvPr>
          <p:cNvSpPr txBox="1"/>
          <p:nvPr/>
        </p:nvSpPr>
        <p:spPr>
          <a:xfrm>
            <a:off x="6202101" y="3723190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Moltiplicazione=A*B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302032B-89FF-DE60-9872-6C0298FE814A}"/>
              </a:ext>
            </a:extLst>
          </p:cNvPr>
          <p:cNvSpPr txBox="1"/>
          <p:nvPr/>
        </p:nvSpPr>
        <p:spPr>
          <a:xfrm>
            <a:off x="1061012" y="1716911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Indirizzi relativi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7BBB7F5-2FE6-2B0A-3086-9439EF373DC3}"/>
              </a:ext>
            </a:extLst>
          </p:cNvPr>
          <p:cNvSpPr txBox="1"/>
          <p:nvPr/>
        </p:nvSpPr>
        <p:spPr>
          <a:xfrm>
            <a:off x="6954455" y="1716911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Memoria fisica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0585FE0-88F0-ED0D-8DF0-9F7E0354993C}"/>
              </a:ext>
            </a:extLst>
          </p:cNvPr>
          <p:cNvSpPr txBox="1"/>
          <p:nvPr/>
        </p:nvSpPr>
        <p:spPr>
          <a:xfrm>
            <a:off x="8459165" y="2083444"/>
            <a:ext cx="71377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#100</a:t>
            </a:r>
          </a:p>
          <a:p>
            <a:endParaRPr lang="it-IT" dirty="0"/>
          </a:p>
          <a:p>
            <a:r>
              <a:rPr lang="it-IT" dirty="0"/>
              <a:t>#101</a:t>
            </a:r>
          </a:p>
          <a:p>
            <a:endParaRPr lang="it-IT" dirty="0"/>
          </a:p>
          <a:p>
            <a:r>
              <a:rPr lang="it-IT"/>
              <a:t>#102</a:t>
            </a:r>
            <a:endParaRPr lang="it-IT" dirty="0"/>
          </a:p>
          <a:p>
            <a:endParaRPr lang="it-IT" dirty="0"/>
          </a:p>
          <a:p>
            <a:r>
              <a:rPr lang="it-IT" dirty="0"/>
              <a:t>#103</a:t>
            </a:r>
          </a:p>
        </p:txBody>
      </p:sp>
    </p:spTree>
    <p:extLst>
      <p:ext uri="{BB962C8B-B14F-4D97-AF65-F5344CB8AC3E}">
        <p14:creationId xmlns:p14="http://schemas.microsoft.com/office/powerpoint/2010/main" val="3269116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EF23B7-E42C-CDAD-CE04-DF4A6A120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ea typeface="Batang"/>
              </a:rPr>
              <a:t>Rilocazione dinamica</a:t>
            </a: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F10391-5D4E-3999-8FB1-17F6128BF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1825624"/>
            <a:ext cx="2314651" cy="4061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800" b="1" err="1">
                <a:ea typeface="Batang"/>
              </a:rPr>
              <a:t>Inidirizzi</a:t>
            </a:r>
            <a:r>
              <a:rPr lang="it-IT" sz="1800" b="1" dirty="0">
                <a:ea typeface="Batang"/>
              </a:rPr>
              <a:t> relativi</a:t>
            </a:r>
            <a:endParaRPr lang="it-IT" sz="18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19834C2-1544-6933-DBBD-4FE2F734AB9A}"/>
              </a:ext>
            </a:extLst>
          </p:cNvPr>
          <p:cNvSpPr txBox="1"/>
          <p:nvPr/>
        </p:nvSpPr>
        <p:spPr>
          <a:xfrm>
            <a:off x="6093644" y="182514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Memoria fisica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71516A5-085A-FD52-2559-0F65E747D116}"/>
              </a:ext>
            </a:extLst>
          </p:cNvPr>
          <p:cNvSpPr txBox="1"/>
          <p:nvPr/>
        </p:nvSpPr>
        <p:spPr>
          <a:xfrm>
            <a:off x="1052488" y="2360360"/>
            <a:ext cx="625548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000" dirty="0"/>
              <a:t>0</a:t>
            </a:r>
          </a:p>
          <a:p>
            <a:endParaRPr lang="it-IT" sz="2000" dirty="0"/>
          </a:p>
          <a:p>
            <a:r>
              <a:rPr lang="it-IT" sz="2000" dirty="0"/>
              <a:t>1</a:t>
            </a:r>
            <a:endParaRPr lang="it-IT" dirty="0"/>
          </a:p>
          <a:p>
            <a:endParaRPr lang="it-IT" sz="2000" dirty="0"/>
          </a:p>
          <a:p>
            <a:r>
              <a:rPr lang="it-IT" sz="2000" dirty="0"/>
              <a:t>2</a:t>
            </a:r>
            <a:endParaRPr lang="it-IT" dirty="0"/>
          </a:p>
          <a:p>
            <a:endParaRPr lang="it-IT" sz="2000" dirty="0"/>
          </a:p>
          <a:p>
            <a:r>
              <a:rPr lang="it-IT" sz="2000" dirty="0"/>
              <a:t>3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B6722F-6812-04EB-6E81-8DD0B65136F3}"/>
              </a:ext>
            </a:extLst>
          </p:cNvPr>
          <p:cNvSpPr txBox="1"/>
          <p:nvPr/>
        </p:nvSpPr>
        <p:spPr>
          <a:xfrm>
            <a:off x="1672273" y="2364509"/>
            <a:ext cx="696433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A=5;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06A54C1-BEC2-376F-1F73-52CD04F9392E}"/>
              </a:ext>
            </a:extLst>
          </p:cNvPr>
          <p:cNvSpPr txBox="1"/>
          <p:nvPr/>
        </p:nvSpPr>
        <p:spPr>
          <a:xfrm>
            <a:off x="1673731" y="306022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B=7;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39FC661-D959-4777-D17F-E1D21C713909}"/>
              </a:ext>
            </a:extLst>
          </p:cNvPr>
          <p:cNvSpPr txBox="1"/>
          <p:nvPr/>
        </p:nvSpPr>
        <p:spPr>
          <a:xfrm>
            <a:off x="1672272" y="361282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Somma=A+B;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8B042DD-8B5A-D3E8-44B8-005942AA59C7}"/>
              </a:ext>
            </a:extLst>
          </p:cNvPr>
          <p:cNvSpPr txBox="1"/>
          <p:nvPr/>
        </p:nvSpPr>
        <p:spPr>
          <a:xfrm>
            <a:off x="1585462" y="424494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Moltiplicazione=A*B;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215EFBD-EDBA-3E73-0FF1-F5C96A6807E9}"/>
              </a:ext>
            </a:extLst>
          </p:cNvPr>
          <p:cNvSpPr txBox="1"/>
          <p:nvPr/>
        </p:nvSpPr>
        <p:spPr>
          <a:xfrm>
            <a:off x="7778030" y="2235192"/>
            <a:ext cx="274320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#234</a:t>
            </a:r>
          </a:p>
          <a:p>
            <a:endParaRPr lang="it-IT" dirty="0"/>
          </a:p>
          <a:p>
            <a:r>
              <a:rPr lang="it-IT" dirty="0"/>
              <a:t>#235</a:t>
            </a:r>
          </a:p>
          <a:p>
            <a:endParaRPr lang="it-IT" dirty="0"/>
          </a:p>
          <a:p>
            <a:r>
              <a:rPr lang="it-IT" dirty="0"/>
              <a:t>#236</a:t>
            </a:r>
          </a:p>
          <a:p>
            <a:endParaRPr lang="it-IT" dirty="0"/>
          </a:p>
          <a:p>
            <a:r>
              <a:rPr lang="it-IT"/>
              <a:t>#237</a:t>
            </a:r>
          </a:p>
          <a:p>
            <a:endParaRPr lang="it-IT" dirty="0"/>
          </a:p>
          <a:p>
            <a:r>
              <a:rPr lang="it-IT" dirty="0"/>
              <a:t>#238</a:t>
            </a:r>
          </a:p>
          <a:p>
            <a:endParaRPr lang="it-IT" dirty="0"/>
          </a:p>
          <a:p>
            <a:r>
              <a:rPr lang="it-IT" dirty="0"/>
              <a:t>#239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DD5B22D-B02C-0F18-29B9-71342CF5FDEF}"/>
              </a:ext>
            </a:extLst>
          </p:cNvPr>
          <p:cNvSpPr txBox="1"/>
          <p:nvPr/>
        </p:nvSpPr>
        <p:spPr>
          <a:xfrm>
            <a:off x="6487543" y="2192012"/>
            <a:ext cx="10862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occupata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9203E21-F27E-1BC9-1A6D-77E4FEDF40A7}"/>
              </a:ext>
            </a:extLst>
          </p:cNvPr>
          <p:cNvSpPr txBox="1"/>
          <p:nvPr/>
        </p:nvSpPr>
        <p:spPr>
          <a:xfrm>
            <a:off x="6528592" y="4882003"/>
            <a:ext cx="1015410" cy="3746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occupata</a:t>
            </a:r>
          </a:p>
        </p:txBody>
      </p:sp>
    </p:spTree>
    <p:extLst>
      <p:ext uri="{BB962C8B-B14F-4D97-AF65-F5344CB8AC3E}">
        <p14:creationId xmlns:p14="http://schemas.microsoft.com/office/powerpoint/2010/main" val="2368515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86108-77CE-BC4B-A52D-387A07EFB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24522F-C88B-0640-166B-F37B900D8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ea typeface="Batang"/>
              </a:rPr>
              <a:t>Rilocazione dinamica</a:t>
            </a: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3072080-03E5-347B-745B-1D92BF621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1825624"/>
            <a:ext cx="2314651" cy="4061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800" b="1" err="1">
                <a:ea typeface="Batang"/>
              </a:rPr>
              <a:t>Inidirizzi</a:t>
            </a:r>
            <a:r>
              <a:rPr lang="it-IT" sz="1800" b="1" dirty="0">
                <a:ea typeface="Batang"/>
              </a:rPr>
              <a:t> relativi</a:t>
            </a:r>
            <a:endParaRPr lang="it-IT" sz="18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2412996-684E-0B6A-A0F7-590C9AF1C6EF}"/>
              </a:ext>
            </a:extLst>
          </p:cNvPr>
          <p:cNvSpPr txBox="1"/>
          <p:nvPr/>
        </p:nvSpPr>
        <p:spPr>
          <a:xfrm>
            <a:off x="6093644" y="182514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Memoria fisica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8FAD2D6-B4BC-0F8C-76DA-F4D9551B1A6F}"/>
              </a:ext>
            </a:extLst>
          </p:cNvPr>
          <p:cNvSpPr txBox="1"/>
          <p:nvPr/>
        </p:nvSpPr>
        <p:spPr>
          <a:xfrm>
            <a:off x="1052488" y="2360360"/>
            <a:ext cx="625548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000" dirty="0"/>
              <a:t>0</a:t>
            </a:r>
          </a:p>
          <a:p>
            <a:endParaRPr lang="it-IT" sz="2000" dirty="0"/>
          </a:p>
          <a:p>
            <a:r>
              <a:rPr lang="it-IT" sz="2000" dirty="0"/>
              <a:t>1</a:t>
            </a:r>
            <a:endParaRPr lang="it-IT" dirty="0"/>
          </a:p>
          <a:p>
            <a:endParaRPr lang="it-IT" sz="2000" dirty="0"/>
          </a:p>
          <a:p>
            <a:r>
              <a:rPr lang="it-IT" sz="2000" dirty="0"/>
              <a:t>2</a:t>
            </a:r>
            <a:endParaRPr lang="it-IT" dirty="0"/>
          </a:p>
          <a:p>
            <a:endParaRPr lang="it-IT" sz="2000" dirty="0"/>
          </a:p>
          <a:p>
            <a:r>
              <a:rPr lang="it-IT" sz="2000" dirty="0"/>
              <a:t>3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7795434-B5D5-E235-D9A4-A9AD7EC62B3F}"/>
              </a:ext>
            </a:extLst>
          </p:cNvPr>
          <p:cNvSpPr txBox="1"/>
          <p:nvPr/>
        </p:nvSpPr>
        <p:spPr>
          <a:xfrm>
            <a:off x="6678324" y="2692458"/>
            <a:ext cx="696433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A=5;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94619BE-1D52-4B81-2184-68377BE2E95C}"/>
              </a:ext>
            </a:extLst>
          </p:cNvPr>
          <p:cNvSpPr txBox="1"/>
          <p:nvPr/>
        </p:nvSpPr>
        <p:spPr>
          <a:xfrm>
            <a:off x="6679782" y="330136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B=7;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03D233D-5DE5-6F24-4016-A44D2196675F}"/>
              </a:ext>
            </a:extLst>
          </p:cNvPr>
          <p:cNvSpPr txBox="1"/>
          <p:nvPr/>
        </p:nvSpPr>
        <p:spPr>
          <a:xfrm>
            <a:off x="6099589" y="380573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Somma=A+B;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6B16699-4251-98CB-BBB1-9B9A63A73828}"/>
              </a:ext>
            </a:extLst>
          </p:cNvPr>
          <p:cNvSpPr txBox="1"/>
          <p:nvPr/>
        </p:nvSpPr>
        <p:spPr>
          <a:xfrm>
            <a:off x="5482272" y="442821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Moltiplicazione=A*B;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799DA67-76EB-7DA0-8FC1-9E6AEE16EEBA}"/>
              </a:ext>
            </a:extLst>
          </p:cNvPr>
          <p:cNvSpPr txBox="1"/>
          <p:nvPr/>
        </p:nvSpPr>
        <p:spPr>
          <a:xfrm>
            <a:off x="7778030" y="2235192"/>
            <a:ext cx="274320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#234</a:t>
            </a:r>
          </a:p>
          <a:p>
            <a:endParaRPr lang="it-IT" dirty="0"/>
          </a:p>
          <a:p>
            <a:r>
              <a:rPr lang="it-IT" dirty="0"/>
              <a:t>#235</a:t>
            </a:r>
          </a:p>
          <a:p>
            <a:endParaRPr lang="it-IT" dirty="0"/>
          </a:p>
          <a:p>
            <a:r>
              <a:rPr lang="it-IT" dirty="0"/>
              <a:t>#236</a:t>
            </a:r>
          </a:p>
          <a:p>
            <a:endParaRPr lang="it-IT" dirty="0"/>
          </a:p>
          <a:p>
            <a:r>
              <a:rPr lang="it-IT"/>
              <a:t>#237</a:t>
            </a:r>
          </a:p>
          <a:p>
            <a:endParaRPr lang="it-IT" dirty="0"/>
          </a:p>
          <a:p>
            <a:r>
              <a:rPr lang="it-IT" dirty="0"/>
              <a:t>#238</a:t>
            </a:r>
          </a:p>
          <a:p>
            <a:endParaRPr lang="it-IT" dirty="0"/>
          </a:p>
          <a:p>
            <a:r>
              <a:rPr lang="it-IT" dirty="0"/>
              <a:t>#239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915AA80-2B54-A554-C78D-266E283BF062}"/>
              </a:ext>
            </a:extLst>
          </p:cNvPr>
          <p:cNvSpPr txBox="1"/>
          <p:nvPr/>
        </p:nvSpPr>
        <p:spPr>
          <a:xfrm>
            <a:off x="6487543" y="2192012"/>
            <a:ext cx="10862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occupata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F6302B5-FE62-385D-DCC7-56C22832D839}"/>
              </a:ext>
            </a:extLst>
          </p:cNvPr>
          <p:cNvSpPr txBox="1"/>
          <p:nvPr/>
        </p:nvSpPr>
        <p:spPr>
          <a:xfrm>
            <a:off x="6528592" y="4882003"/>
            <a:ext cx="1015410" cy="3746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occupata</a:t>
            </a:r>
          </a:p>
        </p:txBody>
      </p:sp>
    </p:spTree>
    <p:extLst>
      <p:ext uri="{BB962C8B-B14F-4D97-AF65-F5344CB8AC3E}">
        <p14:creationId xmlns:p14="http://schemas.microsoft.com/office/powerpoint/2010/main" val="1654213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8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10">
            <a:extLst>
              <a:ext uri="{FF2B5EF4-FFF2-40B4-BE49-F238E27FC236}">
                <a16:creationId xmlns:a16="http://schemas.microsoft.com/office/drawing/2014/main" id="{D1BDED99-B35B-4FEE-A274-8E8DB6FEE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02473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DD3F8C7-6330-E54D-5A4B-038E8BF0C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6967181" cy="1216024"/>
          </a:xfrm>
        </p:spPr>
        <p:txBody>
          <a:bodyPr>
            <a:normAutofit/>
          </a:bodyPr>
          <a:lstStyle/>
          <a:p>
            <a:r>
              <a:rPr lang="it-IT" b="1" dirty="0">
                <a:ea typeface="Batang"/>
              </a:rPr>
              <a:t>BINDING e linking</a:t>
            </a: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AD15C7-3469-8265-549D-554FDD0F1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147356"/>
            <a:ext cx="6967181" cy="410702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it-IT" b="1" dirty="0">
                <a:ea typeface="Batang"/>
              </a:rPr>
              <a:t>Binding</a:t>
            </a:r>
            <a:r>
              <a:rPr lang="it-IT" dirty="0">
                <a:ea typeface="Batang"/>
              </a:rPr>
              <a:t>: passaggio dall'indirizzo logico a quello fisico;</a:t>
            </a:r>
          </a:p>
          <a:p>
            <a:r>
              <a:rPr lang="it-IT" b="1" dirty="0">
                <a:ea typeface="Batang"/>
              </a:rPr>
              <a:t>Linking</a:t>
            </a:r>
            <a:r>
              <a:rPr lang="it-IT" dirty="0">
                <a:ea typeface="Batang"/>
              </a:rPr>
              <a:t>: calcolo degli indirizzi logici;</a:t>
            </a:r>
            <a:endParaRPr lang="it-IT" dirty="0"/>
          </a:p>
        </p:txBody>
      </p:sp>
      <p:pic>
        <p:nvPicPr>
          <p:cNvPr id="4" name="Immagine 3" descr="INFORMATICA — Informatica">
            <a:extLst>
              <a:ext uri="{FF2B5EF4-FFF2-40B4-BE49-F238E27FC236}">
                <a16:creationId xmlns:a16="http://schemas.microsoft.com/office/drawing/2014/main" id="{C7081C3A-DEFC-2A1A-8E74-BA004242ED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30" r="42866" b="-1"/>
          <a:stretch>
            <a:fillRect/>
          </a:stretch>
        </p:blipFill>
        <p:spPr>
          <a:xfrm>
            <a:off x="7968222" y="2"/>
            <a:ext cx="4223778" cy="6865951"/>
          </a:xfrm>
          <a:custGeom>
            <a:avLst/>
            <a:gdLst/>
            <a:ahLst/>
            <a:cxnLst/>
            <a:rect l="l" t="t" r="r" b="b"/>
            <a:pathLst>
              <a:path w="4223778" h="6865951">
                <a:moveTo>
                  <a:pt x="478794" y="0"/>
                </a:moveTo>
                <a:lnTo>
                  <a:pt x="4223778" y="0"/>
                </a:lnTo>
                <a:lnTo>
                  <a:pt x="4223778" y="6865951"/>
                </a:lnTo>
                <a:lnTo>
                  <a:pt x="52221" y="6865951"/>
                </a:lnTo>
                <a:lnTo>
                  <a:pt x="49989" y="6844695"/>
                </a:lnTo>
                <a:cubicBezTo>
                  <a:pt x="46440" y="6810509"/>
                  <a:pt x="42891" y="6776323"/>
                  <a:pt x="41304" y="6765443"/>
                </a:cubicBezTo>
                <a:cubicBezTo>
                  <a:pt x="35681" y="6732842"/>
                  <a:pt x="13533" y="6716945"/>
                  <a:pt x="11182" y="6694817"/>
                </a:cubicBezTo>
                <a:cubicBezTo>
                  <a:pt x="16764" y="6697663"/>
                  <a:pt x="14835" y="6635151"/>
                  <a:pt x="10913" y="6627127"/>
                </a:cubicBezTo>
                <a:cubicBezTo>
                  <a:pt x="19564" y="6579282"/>
                  <a:pt x="-12861" y="6585665"/>
                  <a:pt x="5999" y="6527525"/>
                </a:cubicBezTo>
                <a:cubicBezTo>
                  <a:pt x="12287" y="6468687"/>
                  <a:pt x="19003" y="6409739"/>
                  <a:pt x="7685" y="6346547"/>
                </a:cubicBezTo>
                <a:cubicBezTo>
                  <a:pt x="31149" y="6240430"/>
                  <a:pt x="5895" y="6134229"/>
                  <a:pt x="12535" y="6084924"/>
                </a:cubicBezTo>
                <a:cubicBezTo>
                  <a:pt x="14696" y="6024961"/>
                  <a:pt x="53867" y="6020785"/>
                  <a:pt x="45320" y="5989742"/>
                </a:cubicBezTo>
                <a:cubicBezTo>
                  <a:pt x="41264" y="5940899"/>
                  <a:pt x="43258" y="5932095"/>
                  <a:pt x="40418" y="5889597"/>
                </a:cubicBezTo>
                <a:cubicBezTo>
                  <a:pt x="20860" y="5848611"/>
                  <a:pt x="51187" y="5792775"/>
                  <a:pt x="49796" y="5755774"/>
                </a:cubicBezTo>
                <a:cubicBezTo>
                  <a:pt x="43522" y="5734342"/>
                  <a:pt x="37368" y="5692606"/>
                  <a:pt x="49956" y="5684909"/>
                </a:cubicBezTo>
                <a:cubicBezTo>
                  <a:pt x="52825" y="5660429"/>
                  <a:pt x="62553" y="5623499"/>
                  <a:pt x="67011" y="5608897"/>
                </a:cubicBezTo>
                <a:lnTo>
                  <a:pt x="76701" y="5597290"/>
                </a:lnTo>
                <a:cubicBezTo>
                  <a:pt x="87717" y="5587442"/>
                  <a:pt x="82431" y="5550877"/>
                  <a:pt x="89120" y="5529641"/>
                </a:cubicBezTo>
                <a:cubicBezTo>
                  <a:pt x="69291" y="5496375"/>
                  <a:pt x="118554" y="5526326"/>
                  <a:pt x="94330" y="5470852"/>
                </a:cubicBezTo>
                <a:cubicBezTo>
                  <a:pt x="95483" y="5449506"/>
                  <a:pt x="114690" y="5429653"/>
                  <a:pt x="116139" y="5390946"/>
                </a:cubicBezTo>
                <a:cubicBezTo>
                  <a:pt x="127589" y="5337323"/>
                  <a:pt x="132794" y="5338384"/>
                  <a:pt x="135560" y="5284344"/>
                </a:cubicBezTo>
                <a:cubicBezTo>
                  <a:pt x="143629" y="5226223"/>
                  <a:pt x="148113" y="5192743"/>
                  <a:pt x="158141" y="5143920"/>
                </a:cubicBezTo>
                <a:cubicBezTo>
                  <a:pt x="170128" y="5118849"/>
                  <a:pt x="159838" y="5102006"/>
                  <a:pt x="174950" y="5088188"/>
                </a:cubicBezTo>
                <a:cubicBezTo>
                  <a:pt x="197620" y="5107654"/>
                  <a:pt x="181875" y="4983257"/>
                  <a:pt x="203603" y="5010764"/>
                </a:cubicBezTo>
                <a:lnTo>
                  <a:pt x="258582" y="4919969"/>
                </a:lnTo>
                <a:cubicBezTo>
                  <a:pt x="238838" y="4883087"/>
                  <a:pt x="271098" y="4853332"/>
                  <a:pt x="287910" y="4849612"/>
                </a:cubicBezTo>
                <a:cubicBezTo>
                  <a:pt x="294156" y="4811643"/>
                  <a:pt x="286101" y="4834074"/>
                  <a:pt x="305439" y="4799017"/>
                </a:cubicBezTo>
                <a:cubicBezTo>
                  <a:pt x="322572" y="4758926"/>
                  <a:pt x="352642" y="4705848"/>
                  <a:pt x="373456" y="4667754"/>
                </a:cubicBezTo>
                <a:cubicBezTo>
                  <a:pt x="384080" y="4649919"/>
                  <a:pt x="401158" y="4670663"/>
                  <a:pt x="407944" y="4574050"/>
                </a:cubicBezTo>
                <a:cubicBezTo>
                  <a:pt x="408098" y="4548109"/>
                  <a:pt x="427782" y="4503327"/>
                  <a:pt x="425133" y="4462469"/>
                </a:cubicBezTo>
                <a:lnTo>
                  <a:pt x="433890" y="4364681"/>
                </a:lnTo>
                <a:cubicBezTo>
                  <a:pt x="430018" y="4339230"/>
                  <a:pt x="435361" y="4287915"/>
                  <a:pt x="440691" y="4222147"/>
                </a:cubicBezTo>
                <a:cubicBezTo>
                  <a:pt x="451463" y="4164562"/>
                  <a:pt x="497377" y="4067298"/>
                  <a:pt x="503057" y="3977136"/>
                </a:cubicBezTo>
                <a:cubicBezTo>
                  <a:pt x="519229" y="3939837"/>
                  <a:pt x="472839" y="3875689"/>
                  <a:pt x="507582" y="3776020"/>
                </a:cubicBezTo>
                <a:cubicBezTo>
                  <a:pt x="497716" y="3757477"/>
                  <a:pt x="518006" y="3707185"/>
                  <a:pt x="521577" y="3692206"/>
                </a:cubicBezTo>
                <a:cubicBezTo>
                  <a:pt x="525148" y="3677227"/>
                  <a:pt x="526352" y="3687655"/>
                  <a:pt x="529009" y="3686147"/>
                </a:cubicBezTo>
                <a:cubicBezTo>
                  <a:pt x="531848" y="3650325"/>
                  <a:pt x="545504" y="3563351"/>
                  <a:pt x="551870" y="3514534"/>
                </a:cubicBezTo>
                <a:cubicBezTo>
                  <a:pt x="561331" y="3487751"/>
                  <a:pt x="581973" y="3426419"/>
                  <a:pt x="567205" y="3393248"/>
                </a:cubicBezTo>
                <a:cubicBezTo>
                  <a:pt x="585208" y="3400657"/>
                  <a:pt x="563566" y="3353906"/>
                  <a:pt x="579630" y="3344723"/>
                </a:cubicBezTo>
                <a:cubicBezTo>
                  <a:pt x="592861" y="3339338"/>
                  <a:pt x="589379" y="3323900"/>
                  <a:pt x="592672" y="3310978"/>
                </a:cubicBezTo>
                <a:cubicBezTo>
                  <a:pt x="605351" y="3299735"/>
                  <a:pt x="594296" y="3237176"/>
                  <a:pt x="589270" y="3216655"/>
                </a:cubicBezTo>
                <a:cubicBezTo>
                  <a:pt x="566909" y="3160431"/>
                  <a:pt x="626099" y="3142203"/>
                  <a:pt x="609663" y="3096973"/>
                </a:cubicBezTo>
                <a:cubicBezTo>
                  <a:pt x="609191" y="3084373"/>
                  <a:pt x="615889" y="3033331"/>
                  <a:pt x="618886" y="3023628"/>
                </a:cubicBezTo>
                <a:lnTo>
                  <a:pt x="630425" y="2998646"/>
                </a:lnTo>
                <a:lnTo>
                  <a:pt x="640017" y="2995914"/>
                </a:lnTo>
                <a:lnTo>
                  <a:pt x="643600" y="2978244"/>
                </a:lnTo>
                <a:lnTo>
                  <a:pt x="659520" y="2950805"/>
                </a:lnTo>
                <a:cubicBezTo>
                  <a:pt x="620152" y="2937671"/>
                  <a:pt x="687598" y="2860550"/>
                  <a:pt x="650890" y="2864933"/>
                </a:cubicBezTo>
                <a:cubicBezTo>
                  <a:pt x="663707" y="2817056"/>
                  <a:pt x="662078" y="2779813"/>
                  <a:pt x="640210" y="2741864"/>
                </a:cubicBezTo>
                <a:cubicBezTo>
                  <a:pt x="634452" y="2649732"/>
                  <a:pt x="665268" y="2597914"/>
                  <a:pt x="639387" y="2510931"/>
                </a:cubicBezTo>
                <a:cubicBezTo>
                  <a:pt x="645574" y="2407642"/>
                  <a:pt x="671719" y="2317589"/>
                  <a:pt x="680438" y="2227415"/>
                </a:cubicBezTo>
                <a:cubicBezTo>
                  <a:pt x="664175" y="2189847"/>
                  <a:pt x="704423" y="2141655"/>
                  <a:pt x="688135" y="2054289"/>
                </a:cubicBezTo>
                <a:cubicBezTo>
                  <a:pt x="683239" y="2048201"/>
                  <a:pt x="684029" y="1979567"/>
                  <a:pt x="681480" y="1972202"/>
                </a:cubicBezTo>
                <a:lnTo>
                  <a:pt x="686247" y="1917474"/>
                </a:lnTo>
                <a:lnTo>
                  <a:pt x="679783" y="1862721"/>
                </a:lnTo>
                <a:cubicBezTo>
                  <a:pt x="683677" y="1851209"/>
                  <a:pt x="688980" y="1824057"/>
                  <a:pt x="686639" y="1818227"/>
                </a:cubicBezTo>
                <a:lnTo>
                  <a:pt x="658235" y="1742488"/>
                </a:lnTo>
                <a:cubicBezTo>
                  <a:pt x="645662" y="1715201"/>
                  <a:pt x="661423" y="1719638"/>
                  <a:pt x="636990" y="1638389"/>
                </a:cubicBezTo>
                <a:cubicBezTo>
                  <a:pt x="626351" y="1601441"/>
                  <a:pt x="629414" y="1617134"/>
                  <a:pt x="602059" y="1570807"/>
                </a:cubicBezTo>
                <a:lnTo>
                  <a:pt x="570903" y="1513173"/>
                </a:lnTo>
                <a:cubicBezTo>
                  <a:pt x="570781" y="1503175"/>
                  <a:pt x="550561" y="1468055"/>
                  <a:pt x="550438" y="1458058"/>
                </a:cubicBezTo>
                <a:cubicBezTo>
                  <a:pt x="556848" y="1428101"/>
                  <a:pt x="546263" y="1422712"/>
                  <a:pt x="531416" y="1385478"/>
                </a:cubicBezTo>
                <a:cubicBezTo>
                  <a:pt x="527790" y="1370753"/>
                  <a:pt x="490725" y="1304050"/>
                  <a:pt x="501981" y="1265452"/>
                </a:cubicBezTo>
                <a:cubicBezTo>
                  <a:pt x="501825" y="1234781"/>
                  <a:pt x="490462" y="1187660"/>
                  <a:pt x="487370" y="1141743"/>
                </a:cubicBezTo>
                <a:cubicBezTo>
                  <a:pt x="484278" y="1095826"/>
                  <a:pt x="483852" y="1028118"/>
                  <a:pt x="483427" y="989948"/>
                </a:cubicBezTo>
                <a:cubicBezTo>
                  <a:pt x="483001" y="951779"/>
                  <a:pt x="494678" y="945984"/>
                  <a:pt x="484820" y="912725"/>
                </a:cubicBezTo>
                <a:cubicBezTo>
                  <a:pt x="467566" y="854951"/>
                  <a:pt x="510777" y="860797"/>
                  <a:pt x="475093" y="812798"/>
                </a:cubicBezTo>
                <a:cubicBezTo>
                  <a:pt x="461960" y="787034"/>
                  <a:pt x="498505" y="551948"/>
                  <a:pt x="461972" y="450605"/>
                </a:cubicBezTo>
                <a:cubicBezTo>
                  <a:pt x="470167" y="357604"/>
                  <a:pt x="458694" y="431306"/>
                  <a:pt x="465015" y="372906"/>
                </a:cubicBezTo>
                <a:cubicBezTo>
                  <a:pt x="503427" y="364177"/>
                  <a:pt x="489736" y="290341"/>
                  <a:pt x="490377" y="246134"/>
                </a:cubicBezTo>
                <a:cubicBezTo>
                  <a:pt x="491019" y="201927"/>
                  <a:pt x="449725" y="138160"/>
                  <a:pt x="468864" y="107666"/>
                </a:cubicBezTo>
                <a:cubicBezTo>
                  <a:pt x="468282" y="89794"/>
                  <a:pt x="477749" y="76947"/>
                  <a:pt x="477167" y="59075"/>
                </a:cubicBezTo>
                <a:lnTo>
                  <a:pt x="472992" y="1456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113752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331648" cy="1978172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36649" y="488969"/>
                  <a:pt x="9316893" y="491390"/>
                </a:cubicBezTo>
                <a:cubicBezTo>
                  <a:pt x="9298834" y="504511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79948" y="576062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407128" y="961344"/>
                </a:lnTo>
                <a:lnTo>
                  <a:pt x="8380548" y="987916"/>
                </a:lnTo>
                <a:lnTo>
                  <a:pt x="8379462" y="987106"/>
                </a:lnTo>
                <a:cubicBezTo>
                  <a:pt x="8376507" y="985864"/>
                  <a:pt x="8373362" y="986042"/>
                  <a:pt x="8369725" y="989186"/>
                </a:cubicBezTo>
                <a:cubicBezTo>
                  <a:pt x="8357221" y="990792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72124" y="1029408"/>
                  <a:pt x="8269666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43525" y="1179064"/>
                </a:lnTo>
                <a:lnTo>
                  <a:pt x="7685942" y="1233723"/>
                </a:lnTo>
                <a:lnTo>
                  <a:pt x="7586920" y="1261888"/>
                </a:lnTo>
                <a:cubicBezTo>
                  <a:pt x="7556723" y="1298911"/>
                  <a:pt x="7489186" y="1249860"/>
                  <a:pt x="7486100" y="1292563"/>
                </a:cubicBezTo>
                <a:cubicBezTo>
                  <a:pt x="7454875" y="1308356"/>
                  <a:pt x="7449202" y="1300366"/>
                  <a:pt x="7407190" y="1314737"/>
                </a:cubicBezTo>
                <a:cubicBezTo>
                  <a:pt x="7368386" y="1364011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23400" y="1671703"/>
                  <a:pt x="5529437" y="1636968"/>
                </a:cubicBezTo>
                <a:cubicBezTo>
                  <a:pt x="5500069" y="1636638"/>
                  <a:pt x="5481558" y="1636672"/>
                  <a:pt x="5440853" y="1657958"/>
                </a:cubicBezTo>
                <a:cubicBezTo>
                  <a:pt x="5340428" y="1673293"/>
                  <a:pt x="5074771" y="1739921"/>
                  <a:pt x="4945936" y="1713743"/>
                </a:cubicBezTo>
                <a:cubicBezTo>
                  <a:pt x="4914142" y="1717597"/>
                  <a:pt x="4837317" y="1726609"/>
                  <a:pt x="4818446" y="1726895"/>
                </a:cubicBezTo>
                <a:lnTo>
                  <a:pt x="4813657" y="1730706"/>
                </a:lnTo>
                <a:lnTo>
                  <a:pt x="4759058" y="1766533"/>
                </a:lnTo>
                <a:cubicBezTo>
                  <a:pt x="4747481" y="1770744"/>
                  <a:pt x="4734604" y="1772921"/>
                  <a:pt x="4719749" y="1771811"/>
                </a:cubicBezTo>
                <a:cubicBezTo>
                  <a:pt x="4667035" y="1745585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12575" y="1805339"/>
                  <a:pt x="4320575" y="1832722"/>
                </a:cubicBezTo>
                <a:cubicBezTo>
                  <a:pt x="4282030" y="1809397"/>
                  <a:pt x="4252210" y="1859755"/>
                  <a:pt x="4220200" y="1873173"/>
                </a:cubicBezTo>
                <a:cubicBezTo>
                  <a:pt x="4189784" y="1872580"/>
                  <a:pt x="4175475" y="1885756"/>
                  <a:pt x="4105361" y="1894711"/>
                </a:cubicBezTo>
                <a:cubicBezTo>
                  <a:pt x="4071894" y="1867524"/>
                  <a:pt x="4035294" y="1916372"/>
                  <a:pt x="3973223" y="1881015"/>
                </a:cubicBezTo>
                <a:cubicBezTo>
                  <a:pt x="3971330" y="1884974"/>
                  <a:pt x="3952843" y="1881390"/>
                  <a:pt x="3900992" y="1880603"/>
                </a:cubicBezTo>
                <a:cubicBezTo>
                  <a:pt x="3849141" y="1879815"/>
                  <a:pt x="3740259" y="1879432"/>
                  <a:pt x="3662119" y="1876289"/>
                </a:cubicBezTo>
                <a:cubicBezTo>
                  <a:pt x="3573420" y="1876991"/>
                  <a:pt x="3613412" y="1915150"/>
                  <a:pt x="3496919" y="1873180"/>
                </a:cubicBezTo>
                <a:cubicBezTo>
                  <a:pt x="3488062" y="1895719"/>
                  <a:pt x="3474293" y="1897950"/>
                  <a:pt x="3449433" y="1889681"/>
                </a:cubicBezTo>
                <a:cubicBezTo>
                  <a:pt x="3406553" y="1891629"/>
                  <a:pt x="3417350" y="1945453"/>
                  <a:pt x="3369766" y="1916653"/>
                </a:cubicBezTo>
                <a:cubicBezTo>
                  <a:pt x="3338805" y="1929531"/>
                  <a:pt x="3310151" y="1915620"/>
                  <a:pt x="3290336" y="1925039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57504" y="1957276"/>
                </a:lnTo>
                <a:lnTo>
                  <a:pt x="3115176" y="1943459"/>
                </a:lnTo>
                <a:cubicBezTo>
                  <a:pt x="3095397" y="1937281"/>
                  <a:pt x="3080878" y="1929976"/>
                  <a:pt x="3038835" y="1920210"/>
                </a:cubicBezTo>
                <a:cubicBezTo>
                  <a:pt x="3011900" y="1947086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1037" y="1967486"/>
                  <a:pt x="2001803" y="1954594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391573" y="1790862"/>
                  <a:pt x="1332568" y="1793149"/>
                </a:cubicBezTo>
                <a:cubicBezTo>
                  <a:pt x="1236287" y="1833446"/>
                  <a:pt x="1335185" y="1756546"/>
                  <a:pt x="1186881" y="1768613"/>
                </a:cubicBezTo>
                <a:cubicBezTo>
                  <a:pt x="1178443" y="1775469"/>
                  <a:pt x="1160576" y="1767918"/>
                  <a:pt x="1162595" y="1758337"/>
                </a:cubicBezTo>
                <a:cubicBezTo>
                  <a:pt x="1153167" y="1761117"/>
                  <a:pt x="1130472" y="1779083"/>
                  <a:pt x="1128523" y="1763621"/>
                </a:cubicBezTo>
                <a:cubicBezTo>
                  <a:pt x="1081415" y="1760756"/>
                  <a:pt x="1034361" y="1768718"/>
                  <a:pt x="991903" y="1786741"/>
                </a:cubicBezTo>
                <a:cubicBezTo>
                  <a:pt x="966383" y="1781126"/>
                  <a:pt x="949501" y="1831241"/>
                  <a:pt x="883960" y="1822386"/>
                </a:cubicBezTo>
                <a:cubicBezTo>
                  <a:pt x="831931" y="1790865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72DAB8D-04CC-EC04-2BE0-A8921238B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rmAutofit/>
          </a:bodyPr>
          <a:lstStyle/>
          <a:p>
            <a:r>
              <a:rPr lang="it-IT" b="1" dirty="0">
                <a:ea typeface="+mj-lt"/>
                <a:cs typeface="+mj-lt"/>
              </a:rPr>
              <a:t>IN QUALI MOMENTI Può AVVENIRE IL BINDING?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D4DC34-9C79-249E-8464-50051E784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296161"/>
            <a:ext cx="4788505" cy="38460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it-IT" dirty="0">
                <a:ea typeface="Batang"/>
              </a:rPr>
              <a:t>Nella compilazione;</a:t>
            </a:r>
          </a:p>
          <a:p>
            <a:r>
              <a:rPr lang="it-IT" dirty="0">
                <a:ea typeface="Batang"/>
              </a:rPr>
              <a:t>Nel caricamento in rilocazione statica;</a:t>
            </a:r>
          </a:p>
          <a:p>
            <a:r>
              <a:rPr lang="it-IT" dirty="0">
                <a:ea typeface="Batang"/>
              </a:rPr>
              <a:t>Nell’esecuzione in rilocazione dinamica;</a:t>
            </a: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 descr="Cloud, i 25 anni dell'invenzione che ha rivoluzionato l'informatica - True  News.">
            <a:extLst>
              <a:ext uri="{FF2B5EF4-FFF2-40B4-BE49-F238E27FC236}">
                <a16:creationId xmlns:a16="http://schemas.microsoft.com/office/drawing/2014/main" id="{5D44DD7E-C4FA-0E0C-8E2B-3CB2760FE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426" y="2554410"/>
            <a:ext cx="4788505" cy="2693534"/>
          </a:xfrm>
          <a:prstGeom prst="rect">
            <a:avLst/>
          </a:prstGeom>
        </p:spPr>
      </p:pic>
      <p:sp>
        <p:nvSpPr>
          <p:cNvPr id="20" name="Freeform: Shape 12">
            <a:extLst>
              <a:ext uri="{FF2B5EF4-FFF2-40B4-BE49-F238E27FC236}">
                <a16:creationId xmlns:a16="http://schemas.microsoft.com/office/drawing/2014/main" id="{C64E267B-3F5A-4357-9E7F-C5FBE5D3B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0426" y="5902730"/>
            <a:ext cx="5741575" cy="955271"/>
          </a:xfrm>
          <a:custGeom>
            <a:avLst/>
            <a:gdLst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3959588 w 5741575"/>
              <a:gd name="connsiteY74" fmla="*/ 239195 h 955271"/>
              <a:gd name="connsiteX75" fmla="*/ 4114838 w 5741575"/>
              <a:gd name="connsiteY75" fmla="*/ 238165 h 955271"/>
              <a:gd name="connsiteX76" fmla="*/ 4271023 w 5741575"/>
              <a:gd name="connsiteY76" fmla="*/ 241959 h 955271"/>
              <a:gd name="connsiteX77" fmla="*/ 4367397 w 5741575"/>
              <a:gd name="connsiteY77" fmla="*/ 271442 h 955271"/>
              <a:gd name="connsiteX78" fmla="*/ 4495366 w 5741575"/>
              <a:gd name="connsiteY78" fmla="*/ 271618 h 955271"/>
              <a:gd name="connsiteX79" fmla="*/ 4517347 w 5741575"/>
              <a:gd name="connsiteY79" fmla="*/ 275639 h 955271"/>
              <a:gd name="connsiteX80" fmla="*/ 4546116 w 5741575"/>
              <a:gd name="connsiteY80" fmla="*/ 268568 h 955271"/>
              <a:gd name="connsiteX81" fmla="*/ 4661259 w 5741575"/>
              <a:gd name="connsiteY81" fmla="*/ 238966 h 955271"/>
              <a:gd name="connsiteX82" fmla="*/ 4750403 w 5741575"/>
              <a:gd name="connsiteY82" fmla="*/ 204364 h 955271"/>
              <a:gd name="connsiteX83" fmla="*/ 4867614 w 5741575"/>
              <a:gd name="connsiteY83" fmla="*/ 208668 h 955271"/>
              <a:gd name="connsiteX84" fmla="*/ 4937036 w 5741575"/>
              <a:gd name="connsiteY84" fmla="*/ 195446 h 955271"/>
              <a:gd name="connsiteX85" fmla="*/ 5047626 w 5741575"/>
              <a:gd name="connsiteY85" fmla="*/ 149604 h 955271"/>
              <a:gd name="connsiteX86" fmla="*/ 5200247 w 5741575"/>
              <a:gd name="connsiteY86" fmla="*/ 142695 h 955271"/>
              <a:gd name="connsiteX87" fmla="*/ 5235691 w 5741575"/>
              <a:gd name="connsiteY87" fmla="*/ 173330 h 955271"/>
              <a:gd name="connsiteX88" fmla="*/ 5280133 w 5741575"/>
              <a:gd name="connsiteY88" fmla="*/ 189342 h 955271"/>
              <a:gd name="connsiteX89" fmla="*/ 5291963 w 5741575"/>
              <a:gd name="connsiteY89" fmla="*/ 139446 h 955271"/>
              <a:gd name="connsiteX90" fmla="*/ 5418472 w 5741575"/>
              <a:gd name="connsiteY90" fmla="*/ 89163 h 955271"/>
              <a:gd name="connsiteX91" fmla="*/ 5482354 w 5741575"/>
              <a:gd name="connsiteY91" fmla="*/ 69470 h 955271"/>
              <a:gd name="connsiteX92" fmla="*/ 5583280 w 5741575"/>
              <a:gd name="connsiteY92" fmla="*/ 49787 h 955271"/>
              <a:gd name="connsiteX93" fmla="*/ 5613766 w 5741575"/>
              <a:gd name="connsiteY93" fmla="*/ 41855 h 955271"/>
              <a:gd name="connsiteX94" fmla="*/ 5684952 w 5741575"/>
              <a:gd name="connsiteY94" fmla="*/ 26088 h 95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5741575" h="955271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39115" y="949326"/>
                </a:lnTo>
                <a:cubicBezTo>
                  <a:pt x="57701" y="947335"/>
                  <a:pt x="76089" y="946141"/>
                  <a:pt x="93851" y="945611"/>
                </a:cubicBezTo>
                <a:cubicBezTo>
                  <a:pt x="99905" y="923404"/>
                  <a:pt x="170209" y="932855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282041" y="871263"/>
                </a:lnTo>
                <a:lnTo>
                  <a:pt x="299711" y="870064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33872" y="867971"/>
                </a:lnTo>
                <a:lnTo>
                  <a:pt x="356953" y="870334"/>
                </a:lnTo>
                <a:cubicBezTo>
                  <a:pt x="364772" y="872042"/>
                  <a:pt x="372199" y="874762"/>
                  <a:pt x="379005" y="878900"/>
                </a:cubicBezTo>
                <a:cubicBezTo>
                  <a:pt x="436788" y="836391"/>
                  <a:pt x="512367" y="847456"/>
                  <a:pt x="585428" y="826440"/>
                </a:cubicBezTo>
                <a:cubicBezTo>
                  <a:pt x="600236" y="776571"/>
                  <a:pt x="751447" y="800939"/>
                  <a:pt x="787156" y="838447"/>
                </a:cubicBezTo>
                <a:cubicBezTo>
                  <a:pt x="767750" y="789794"/>
                  <a:pt x="977582" y="857915"/>
                  <a:pt x="898586" y="808502"/>
                </a:cubicBezTo>
                <a:cubicBezTo>
                  <a:pt x="926099" y="807167"/>
                  <a:pt x="944922" y="782490"/>
                  <a:pt x="924063" y="770210"/>
                </a:cubicBezTo>
                <a:cubicBezTo>
                  <a:pt x="1015917" y="786259"/>
                  <a:pt x="1117953" y="728408"/>
                  <a:pt x="1212574" y="724238"/>
                </a:cubicBezTo>
                <a:cubicBezTo>
                  <a:pt x="1245879" y="677520"/>
                  <a:pt x="1233543" y="716744"/>
                  <a:pt x="1280768" y="699122"/>
                </a:cubicBezTo>
                <a:cubicBezTo>
                  <a:pt x="1280824" y="735474"/>
                  <a:pt x="1333787" y="667235"/>
                  <a:pt x="1352027" y="704323"/>
                </a:cubicBezTo>
                <a:cubicBezTo>
                  <a:pt x="1360044" y="699941"/>
                  <a:pt x="1367234" y="694526"/>
                  <a:pt x="1374314" y="688815"/>
                </a:cubicBezTo>
                <a:lnTo>
                  <a:pt x="1378034" y="685842"/>
                </a:lnTo>
                <a:lnTo>
                  <a:pt x="1395604" y="680460"/>
                </a:lnTo>
                <a:lnTo>
                  <a:pt x="1397206" y="670793"/>
                </a:lnTo>
                <a:lnTo>
                  <a:pt x="1421250" y="656855"/>
                </a:lnTo>
                <a:cubicBezTo>
                  <a:pt x="1430770" y="652893"/>
                  <a:pt x="1441623" y="650105"/>
                  <a:pt x="1454524" y="649224"/>
                </a:cubicBezTo>
                <a:cubicBezTo>
                  <a:pt x="1502655" y="660482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51098" y="567647"/>
                  <a:pt x="1801421" y="583831"/>
                  <a:pt x="1791651" y="567019"/>
                </a:cubicBezTo>
                <a:cubicBezTo>
                  <a:pt x="1827282" y="577929"/>
                  <a:pt x="1847642" y="542228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52937" y="366761"/>
                  <a:pt x="2657726" y="365841"/>
                </a:cubicBezTo>
                <a:cubicBezTo>
                  <a:pt x="2667303" y="363999"/>
                  <a:pt x="2677395" y="368107"/>
                  <a:pt x="2687125" y="366820"/>
                </a:cubicBezTo>
                <a:lnTo>
                  <a:pt x="2697479" y="361430"/>
                </a:lnTo>
                <a:lnTo>
                  <a:pt x="2701547" y="361545"/>
                </a:lnTo>
                <a:lnTo>
                  <a:pt x="2711054" y="360597"/>
                </a:lnTo>
                <a:lnTo>
                  <a:pt x="2710438" y="366958"/>
                </a:lnTo>
                <a:cubicBezTo>
                  <a:pt x="2708955" y="373111"/>
                  <a:pt x="2708038" y="379788"/>
                  <a:pt x="2722936" y="377633"/>
                </a:cubicBezTo>
                <a:cubicBezTo>
                  <a:pt x="2753511" y="370170"/>
                  <a:pt x="2766475" y="394972"/>
                  <a:pt x="2777227" y="368972"/>
                </a:cubicBezTo>
                <a:lnTo>
                  <a:pt x="2779510" y="361652"/>
                </a:lnTo>
                <a:lnTo>
                  <a:pt x="2786278" y="359869"/>
                </a:lnTo>
                <a:cubicBezTo>
                  <a:pt x="2789994" y="359750"/>
                  <a:pt x="2792255" y="361281"/>
                  <a:pt x="2792101" y="365927"/>
                </a:cubicBezTo>
                <a:cubicBezTo>
                  <a:pt x="2819315" y="344279"/>
                  <a:pt x="2855630" y="370297"/>
                  <a:pt x="2885545" y="372818"/>
                </a:cubicBez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00426" y="336441"/>
                  <a:pt x="3103742" y="337974"/>
                </a:cubicBezTo>
                <a:cubicBezTo>
                  <a:pt x="3123005" y="346878"/>
                  <a:pt x="3150475" y="343067"/>
                  <a:pt x="3165093" y="329459"/>
                </a:cubicBezTo>
                <a:cubicBezTo>
                  <a:pt x="3236951" y="282673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22859" y="227800"/>
                  <a:pt x="3941005" y="230826"/>
                  <a:pt x="3959588" y="239195"/>
                </a:cubicBezTo>
                <a:cubicBezTo>
                  <a:pt x="4009252" y="229421"/>
                  <a:pt x="4057491" y="239376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46016" y="2350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13321" y="152474"/>
                  <a:pt x="5047626" y="149604"/>
                </a:cubicBezTo>
                <a:cubicBezTo>
                  <a:pt x="5106046" y="150576"/>
                  <a:pt x="5172786" y="183138"/>
                  <a:pt x="5200247" y="142695"/>
                </a:cubicBezTo>
                <a:cubicBezTo>
                  <a:pt x="5206135" y="157748"/>
                  <a:pt x="5203071" y="179288"/>
                  <a:pt x="5235691" y="173330"/>
                </a:cubicBezTo>
                <a:cubicBezTo>
                  <a:pt x="5249654" y="179935"/>
                  <a:pt x="5254450" y="203448"/>
                  <a:pt x="5280133" y="189342"/>
                </a:cubicBezTo>
                <a:cubicBezTo>
                  <a:pt x="5244836" y="171370"/>
                  <a:pt x="5299493" y="163568"/>
                  <a:pt x="5291963" y="139446"/>
                </a:cubicBezTo>
                <a:cubicBezTo>
                  <a:pt x="5331555" y="120349"/>
                  <a:pt x="5427790" y="132865"/>
                  <a:pt x="5418472" y="89163"/>
                </a:cubicBezTo>
                <a:cubicBezTo>
                  <a:pt x="5428057" y="62053"/>
                  <a:pt x="5484665" y="97616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2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BDED99-B35B-4FEE-A274-8E8DB6FEE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02473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ABA1FCE-B63B-2864-B870-4A16F1A75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6967181" cy="12160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2400" b="1">
                <a:ea typeface="Batang"/>
              </a:rPr>
              <a:t>Quali sono le tecniche per ottimizzare l'utilizzo della memoria?</a:t>
            </a:r>
            <a:endParaRPr lang="it-IT" sz="2400" b="1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DC2F8B-922E-4E37-F6AB-0405E590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147356"/>
            <a:ext cx="6967181" cy="41070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>
                <a:ea typeface="Batang"/>
              </a:rPr>
              <a:t>Swapping</a:t>
            </a:r>
            <a:r>
              <a:rPr lang="it-IT" dirty="0">
                <a:ea typeface="Batang"/>
              </a:rPr>
              <a:t> che si compone di 4 fasi:</a:t>
            </a:r>
            <a:endParaRPr lang="it-IT"/>
          </a:p>
          <a:p>
            <a:pPr marL="0" indent="0">
              <a:buNone/>
            </a:pPr>
            <a:r>
              <a:rPr lang="it-IT">
                <a:ea typeface="Batang"/>
              </a:rPr>
              <a:t>Identificare, salvare sulla memoria temporanea, lo scaricamento e il caricamento;</a:t>
            </a:r>
            <a:endParaRPr lang="it-IT" dirty="0"/>
          </a:p>
          <a:p>
            <a:endParaRPr lang="it-IT" b="1" dirty="0">
              <a:ea typeface="Batang"/>
            </a:endParaRPr>
          </a:p>
          <a:p>
            <a:r>
              <a:rPr lang="it-IT" b="1">
                <a:ea typeface="Batang"/>
              </a:rPr>
              <a:t>Caricamento dinamico;</a:t>
            </a:r>
            <a:endParaRPr lang="it-IT"/>
          </a:p>
          <a:p>
            <a:endParaRPr lang="it-IT" b="1" dirty="0">
              <a:ea typeface="Batang"/>
            </a:endParaRPr>
          </a:p>
          <a:p>
            <a:r>
              <a:rPr lang="it-IT" b="1">
                <a:ea typeface="Batang"/>
              </a:rPr>
              <a:t>Overlay;</a:t>
            </a:r>
            <a:endParaRPr lang="it-IT"/>
          </a:p>
          <a:p>
            <a:endParaRPr lang="it-IT" b="1" dirty="0">
              <a:ea typeface="Batang"/>
            </a:endParaRPr>
          </a:p>
          <a:p>
            <a:r>
              <a:rPr lang="it-IT" b="1">
                <a:ea typeface="Batang"/>
              </a:rPr>
              <a:t>Partizionamento;</a:t>
            </a:r>
            <a:endParaRPr lang="it-IT" b="1"/>
          </a:p>
        </p:txBody>
      </p:sp>
      <p:pic>
        <p:nvPicPr>
          <p:cNvPr id="4" name="Immagine 3" descr="Quale futuro per l'informatica quantistica - FASTWEBPLUS">
            <a:extLst>
              <a:ext uri="{FF2B5EF4-FFF2-40B4-BE49-F238E27FC236}">
                <a16:creationId xmlns:a16="http://schemas.microsoft.com/office/drawing/2014/main" id="{B0ACF2E5-CEE5-F181-5046-40950452C4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90" r="42106" b="-1"/>
          <a:stretch>
            <a:fillRect/>
          </a:stretch>
        </p:blipFill>
        <p:spPr>
          <a:xfrm>
            <a:off x="7968222" y="2"/>
            <a:ext cx="4223778" cy="6865951"/>
          </a:xfrm>
          <a:custGeom>
            <a:avLst/>
            <a:gdLst/>
            <a:ahLst/>
            <a:cxnLst/>
            <a:rect l="l" t="t" r="r" b="b"/>
            <a:pathLst>
              <a:path w="4223778" h="6865951">
                <a:moveTo>
                  <a:pt x="478794" y="0"/>
                </a:moveTo>
                <a:lnTo>
                  <a:pt x="4223778" y="0"/>
                </a:lnTo>
                <a:lnTo>
                  <a:pt x="4223778" y="6865951"/>
                </a:lnTo>
                <a:lnTo>
                  <a:pt x="52221" y="6865951"/>
                </a:lnTo>
                <a:lnTo>
                  <a:pt x="49989" y="6844695"/>
                </a:lnTo>
                <a:cubicBezTo>
                  <a:pt x="46440" y="6810509"/>
                  <a:pt x="42891" y="6776323"/>
                  <a:pt x="41304" y="6765443"/>
                </a:cubicBezTo>
                <a:cubicBezTo>
                  <a:pt x="35681" y="6732842"/>
                  <a:pt x="13533" y="6716945"/>
                  <a:pt x="11182" y="6694817"/>
                </a:cubicBezTo>
                <a:cubicBezTo>
                  <a:pt x="16764" y="6697663"/>
                  <a:pt x="14835" y="6635151"/>
                  <a:pt x="10913" y="6627127"/>
                </a:cubicBezTo>
                <a:cubicBezTo>
                  <a:pt x="19564" y="6579282"/>
                  <a:pt x="-12861" y="6585665"/>
                  <a:pt x="5999" y="6527525"/>
                </a:cubicBezTo>
                <a:cubicBezTo>
                  <a:pt x="12287" y="6468687"/>
                  <a:pt x="19003" y="6409739"/>
                  <a:pt x="7685" y="6346547"/>
                </a:cubicBezTo>
                <a:cubicBezTo>
                  <a:pt x="31149" y="6240430"/>
                  <a:pt x="5895" y="6134229"/>
                  <a:pt x="12535" y="6084924"/>
                </a:cubicBezTo>
                <a:cubicBezTo>
                  <a:pt x="14696" y="6024961"/>
                  <a:pt x="53867" y="6020785"/>
                  <a:pt x="45320" y="5989742"/>
                </a:cubicBezTo>
                <a:cubicBezTo>
                  <a:pt x="41264" y="5940899"/>
                  <a:pt x="43258" y="5932095"/>
                  <a:pt x="40418" y="5889597"/>
                </a:cubicBezTo>
                <a:cubicBezTo>
                  <a:pt x="20860" y="5848611"/>
                  <a:pt x="51187" y="5792775"/>
                  <a:pt x="49796" y="5755774"/>
                </a:cubicBezTo>
                <a:cubicBezTo>
                  <a:pt x="43522" y="5734342"/>
                  <a:pt x="37368" y="5692606"/>
                  <a:pt x="49956" y="5684909"/>
                </a:cubicBezTo>
                <a:cubicBezTo>
                  <a:pt x="52825" y="5660429"/>
                  <a:pt x="62553" y="5623499"/>
                  <a:pt x="67011" y="5608897"/>
                </a:cubicBezTo>
                <a:lnTo>
                  <a:pt x="76701" y="5597290"/>
                </a:lnTo>
                <a:cubicBezTo>
                  <a:pt x="87717" y="5587442"/>
                  <a:pt x="82431" y="5550877"/>
                  <a:pt x="89120" y="5529641"/>
                </a:cubicBezTo>
                <a:cubicBezTo>
                  <a:pt x="69291" y="5496375"/>
                  <a:pt x="118554" y="5526326"/>
                  <a:pt x="94330" y="5470852"/>
                </a:cubicBezTo>
                <a:cubicBezTo>
                  <a:pt x="95483" y="5449506"/>
                  <a:pt x="114690" y="5429653"/>
                  <a:pt x="116139" y="5390946"/>
                </a:cubicBezTo>
                <a:cubicBezTo>
                  <a:pt x="127589" y="5337323"/>
                  <a:pt x="132794" y="5338384"/>
                  <a:pt x="135560" y="5284344"/>
                </a:cubicBezTo>
                <a:cubicBezTo>
                  <a:pt x="143629" y="5226223"/>
                  <a:pt x="148113" y="5192743"/>
                  <a:pt x="158141" y="5143920"/>
                </a:cubicBezTo>
                <a:cubicBezTo>
                  <a:pt x="170128" y="5118849"/>
                  <a:pt x="159838" y="5102006"/>
                  <a:pt x="174950" y="5088188"/>
                </a:cubicBezTo>
                <a:cubicBezTo>
                  <a:pt x="197620" y="5107654"/>
                  <a:pt x="181875" y="4983257"/>
                  <a:pt x="203603" y="5010764"/>
                </a:cubicBezTo>
                <a:lnTo>
                  <a:pt x="258582" y="4919969"/>
                </a:lnTo>
                <a:cubicBezTo>
                  <a:pt x="238838" y="4883087"/>
                  <a:pt x="271098" y="4853332"/>
                  <a:pt x="287910" y="4849612"/>
                </a:cubicBezTo>
                <a:cubicBezTo>
                  <a:pt x="294156" y="4811643"/>
                  <a:pt x="286101" y="4834074"/>
                  <a:pt x="305439" y="4799017"/>
                </a:cubicBezTo>
                <a:cubicBezTo>
                  <a:pt x="322572" y="4758926"/>
                  <a:pt x="352642" y="4705848"/>
                  <a:pt x="373456" y="4667754"/>
                </a:cubicBezTo>
                <a:cubicBezTo>
                  <a:pt x="384080" y="4649919"/>
                  <a:pt x="401158" y="4670663"/>
                  <a:pt x="407944" y="4574050"/>
                </a:cubicBezTo>
                <a:cubicBezTo>
                  <a:pt x="408098" y="4548109"/>
                  <a:pt x="427782" y="4503327"/>
                  <a:pt x="425133" y="4462469"/>
                </a:cubicBezTo>
                <a:lnTo>
                  <a:pt x="433890" y="4364681"/>
                </a:lnTo>
                <a:cubicBezTo>
                  <a:pt x="430018" y="4339230"/>
                  <a:pt x="435361" y="4287915"/>
                  <a:pt x="440691" y="4222147"/>
                </a:cubicBezTo>
                <a:cubicBezTo>
                  <a:pt x="451463" y="4164562"/>
                  <a:pt x="497377" y="4067298"/>
                  <a:pt x="503057" y="3977136"/>
                </a:cubicBezTo>
                <a:cubicBezTo>
                  <a:pt x="519229" y="3939837"/>
                  <a:pt x="472839" y="3875689"/>
                  <a:pt x="507582" y="3776020"/>
                </a:cubicBezTo>
                <a:cubicBezTo>
                  <a:pt x="497716" y="3757477"/>
                  <a:pt x="518006" y="3707185"/>
                  <a:pt x="521577" y="3692206"/>
                </a:cubicBezTo>
                <a:cubicBezTo>
                  <a:pt x="525148" y="3677227"/>
                  <a:pt x="526352" y="3687655"/>
                  <a:pt x="529009" y="3686147"/>
                </a:cubicBezTo>
                <a:cubicBezTo>
                  <a:pt x="531848" y="3650325"/>
                  <a:pt x="545504" y="3563351"/>
                  <a:pt x="551870" y="3514534"/>
                </a:cubicBezTo>
                <a:cubicBezTo>
                  <a:pt x="561331" y="3487751"/>
                  <a:pt x="581973" y="3426419"/>
                  <a:pt x="567205" y="3393248"/>
                </a:cubicBezTo>
                <a:cubicBezTo>
                  <a:pt x="585208" y="3400657"/>
                  <a:pt x="563566" y="3353906"/>
                  <a:pt x="579630" y="3344723"/>
                </a:cubicBezTo>
                <a:cubicBezTo>
                  <a:pt x="592861" y="3339338"/>
                  <a:pt x="589379" y="3323900"/>
                  <a:pt x="592672" y="3310978"/>
                </a:cubicBezTo>
                <a:cubicBezTo>
                  <a:pt x="605351" y="3299735"/>
                  <a:pt x="594296" y="3237176"/>
                  <a:pt x="589270" y="3216655"/>
                </a:cubicBezTo>
                <a:cubicBezTo>
                  <a:pt x="566909" y="3160431"/>
                  <a:pt x="626099" y="3142203"/>
                  <a:pt x="609663" y="3096973"/>
                </a:cubicBezTo>
                <a:cubicBezTo>
                  <a:pt x="609191" y="3084373"/>
                  <a:pt x="615889" y="3033331"/>
                  <a:pt x="618886" y="3023628"/>
                </a:cubicBezTo>
                <a:lnTo>
                  <a:pt x="630425" y="2998646"/>
                </a:lnTo>
                <a:lnTo>
                  <a:pt x="640017" y="2995914"/>
                </a:lnTo>
                <a:lnTo>
                  <a:pt x="643600" y="2978244"/>
                </a:lnTo>
                <a:lnTo>
                  <a:pt x="659520" y="2950805"/>
                </a:lnTo>
                <a:cubicBezTo>
                  <a:pt x="620152" y="2937671"/>
                  <a:pt x="687598" y="2860550"/>
                  <a:pt x="650890" y="2864933"/>
                </a:cubicBezTo>
                <a:cubicBezTo>
                  <a:pt x="663707" y="2817056"/>
                  <a:pt x="662078" y="2779813"/>
                  <a:pt x="640210" y="2741864"/>
                </a:cubicBezTo>
                <a:cubicBezTo>
                  <a:pt x="634452" y="2649732"/>
                  <a:pt x="665268" y="2597914"/>
                  <a:pt x="639387" y="2510931"/>
                </a:cubicBezTo>
                <a:cubicBezTo>
                  <a:pt x="645574" y="2407642"/>
                  <a:pt x="671719" y="2317589"/>
                  <a:pt x="680438" y="2227415"/>
                </a:cubicBezTo>
                <a:cubicBezTo>
                  <a:pt x="664175" y="2189847"/>
                  <a:pt x="704423" y="2141655"/>
                  <a:pt x="688135" y="2054289"/>
                </a:cubicBezTo>
                <a:cubicBezTo>
                  <a:pt x="683239" y="2048201"/>
                  <a:pt x="684029" y="1979567"/>
                  <a:pt x="681480" y="1972202"/>
                </a:cubicBezTo>
                <a:lnTo>
                  <a:pt x="686247" y="1917474"/>
                </a:lnTo>
                <a:lnTo>
                  <a:pt x="679783" y="1862721"/>
                </a:lnTo>
                <a:cubicBezTo>
                  <a:pt x="683677" y="1851209"/>
                  <a:pt x="688980" y="1824057"/>
                  <a:pt x="686639" y="1818227"/>
                </a:cubicBezTo>
                <a:lnTo>
                  <a:pt x="658235" y="1742488"/>
                </a:lnTo>
                <a:cubicBezTo>
                  <a:pt x="645662" y="1715201"/>
                  <a:pt x="661423" y="1719638"/>
                  <a:pt x="636990" y="1638389"/>
                </a:cubicBezTo>
                <a:cubicBezTo>
                  <a:pt x="626351" y="1601441"/>
                  <a:pt x="629414" y="1617134"/>
                  <a:pt x="602059" y="1570807"/>
                </a:cubicBezTo>
                <a:lnTo>
                  <a:pt x="570903" y="1513173"/>
                </a:lnTo>
                <a:cubicBezTo>
                  <a:pt x="570781" y="1503175"/>
                  <a:pt x="550561" y="1468055"/>
                  <a:pt x="550438" y="1458058"/>
                </a:cubicBezTo>
                <a:cubicBezTo>
                  <a:pt x="556848" y="1428101"/>
                  <a:pt x="546263" y="1422712"/>
                  <a:pt x="531416" y="1385478"/>
                </a:cubicBezTo>
                <a:cubicBezTo>
                  <a:pt x="527790" y="1370753"/>
                  <a:pt x="490725" y="1304050"/>
                  <a:pt x="501981" y="1265452"/>
                </a:cubicBezTo>
                <a:cubicBezTo>
                  <a:pt x="501825" y="1234781"/>
                  <a:pt x="490462" y="1187660"/>
                  <a:pt x="487370" y="1141743"/>
                </a:cubicBezTo>
                <a:cubicBezTo>
                  <a:pt x="484278" y="1095826"/>
                  <a:pt x="483852" y="1028118"/>
                  <a:pt x="483427" y="989948"/>
                </a:cubicBezTo>
                <a:cubicBezTo>
                  <a:pt x="483001" y="951779"/>
                  <a:pt x="494678" y="945984"/>
                  <a:pt x="484820" y="912725"/>
                </a:cubicBezTo>
                <a:cubicBezTo>
                  <a:pt x="467566" y="854951"/>
                  <a:pt x="510777" y="860797"/>
                  <a:pt x="475093" y="812798"/>
                </a:cubicBezTo>
                <a:cubicBezTo>
                  <a:pt x="461960" y="787034"/>
                  <a:pt x="498505" y="551948"/>
                  <a:pt x="461972" y="450605"/>
                </a:cubicBezTo>
                <a:cubicBezTo>
                  <a:pt x="470167" y="357604"/>
                  <a:pt x="458694" y="431306"/>
                  <a:pt x="465015" y="372906"/>
                </a:cubicBezTo>
                <a:cubicBezTo>
                  <a:pt x="503427" y="364177"/>
                  <a:pt x="489736" y="290341"/>
                  <a:pt x="490377" y="246134"/>
                </a:cubicBezTo>
                <a:cubicBezTo>
                  <a:pt x="491019" y="201927"/>
                  <a:pt x="449725" y="138160"/>
                  <a:pt x="468864" y="107666"/>
                </a:cubicBezTo>
                <a:cubicBezTo>
                  <a:pt x="468282" y="89794"/>
                  <a:pt x="477749" y="76947"/>
                  <a:pt x="477167" y="59075"/>
                </a:cubicBezTo>
                <a:lnTo>
                  <a:pt x="472992" y="1456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5272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EB2E8C4-C3E7-4048-A43D-9859510CF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12490710" y="634265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egnaposto contenuto 3" descr="4.016.300+ Sfondi Tecnologici Foto stock, immagini e fotografie  royalty-free - iStock | Sfondi astratti, Disturbo psicologico, Sfondi  colorati">
            <a:extLst>
              <a:ext uri="{FF2B5EF4-FFF2-40B4-BE49-F238E27FC236}">
                <a16:creationId xmlns:a16="http://schemas.microsoft.com/office/drawing/2014/main" id="{8881DAEA-0F01-9332-0D7C-D48351105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/>
          <a:stretch>
            <a:fillRect/>
          </a:stretch>
        </p:blipFill>
        <p:spPr>
          <a:xfrm>
            <a:off x="20" y="1"/>
            <a:ext cx="12191979" cy="685799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3F3677B-A97D-4CAD-A971-B22755F56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2000" cy="4516342"/>
          </a:xfrm>
          <a:prstGeom prst="rect">
            <a:avLst/>
          </a:prstGeom>
          <a:gradFill>
            <a:gsLst>
              <a:gs pos="47000">
                <a:srgbClr val="000000">
                  <a:alpha val="22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43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7CB2D59-1001-AE83-1CEA-CCE462DF6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763" y="2265239"/>
            <a:ext cx="8512448" cy="138437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ea typeface="Batang"/>
              </a:rPr>
              <a:t>Grazie per </a:t>
            </a:r>
            <a:r>
              <a:rPr lang="en-US" err="1">
                <a:solidFill>
                  <a:srgbClr val="FFFFFF"/>
                </a:solidFill>
                <a:ea typeface="Batang"/>
              </a:rPr>
              <a:t>l'attenzione</a:t>
            </a:r>
            <a:endParaRPr lang="en-US" err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0668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rchiveVTI">
  <a:themeElements>
    <a:clrScheme name="Archive">
      <a:dk1>
        <a:sysClr val="windowText" lastClr="000000"/>
      </a:dk1>
      <a:lt1>
        <a:sysClr val="window" lastClr="FFFFFF"/>
      </a:lt1>
      <a:dk2>
        <a:srgbClr val="353B3D"/>
      </a:dk2>
      <a:lt2>
        <a:srgbClr val="EEECEA"/>
      </a:lt2>
      <a:accent1>
        <a:srgbClr val="A65E5E"/>
      </a:accent1>
      <a:accent2>
        <a:srgbClr val="9D6053"/>
      </a:accent2>
      <a:accent3>
        <a:srgbClr val="968274"/>
      </a:accent3>
      <a:accent4>
        <a:srgbClr val="878079"/>
      </a:accent4>
      <a:accent5>
        <a:srgbClr val="6C737A"/>
      </a:accent5>
      <a:accent6>
        <a:srgbClr val="697777"/>
      </a:accent6>
      <a:hlink>
        <a:srgbClr val="A25872"/>
      </a:hlink>
      <a:folHlink>
        <a:srgbClr val="667A7E"/>
      </a:folHlink>
    </a:clrScheme>
    <a:fontScheme name="Custom 170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iveVTI" id="{514BDC9F-20AC-40CA-9FE7-B30987BCD2D4}" vid="{D8FA1533-D953-46ED-B2C7-B32AF1BED7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4" baseType="lpstr">
      <vt:lpstr>ArchiveVTI</vt:lpstr>
      <vt:lpstr>LA GESTIONE DELLA MEMORIA</vt:lpstr>
      <vt:lpstr>Sommario</vt:lpstr>
      <vt:lpstr>I vari tipi di memora</vt:lpstr>
      <vt:lpstr>Caricamento del programma</vt:lpstr>
      <vt:lpstr>Caricamento del programma</vt:lpstr>
      <vt:lpstr>RILOCAZIONE STATICA</vt:lpstr>
      <vt:lpstr>RILOCAZIONE STATICA</vt:lpstr>
      <vt:lpstr>Rilocazione dinamica</vt:lpstr>
      <vt:lpstr>Rilocazione dinamica</vt:lpstr>
      <vt:lpstr>BINDING e linking</vt:lpstr>
      <vt:lpstr>IN QUALI MOMENTI Può AVVENIRE IL BINDING?</vt:lpstr>
      <vt:lpstr>Quali sono le tecniche per ottimizzare l'utilizzo della memoria?</vt:lpstr>
      <vt:lpstr>Grazie per l'attenzione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379</cp:revision>
  <dcterms:created xsi:type="dcterms:W3CDTF">2026-02-15T19:55:59Z</dcterms:created>
  <dcterms:modified xsi:type="dcterms:W3CDTF">2026-02-18T21:36:58Z</dcterms:modified>
</cp:coreProperties>
</file>