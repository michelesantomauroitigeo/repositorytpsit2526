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3D24A7-9C65-486F-CEDE-A90146723E62}" v="265" dt="2026-02-15T17:22:27.6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>
        <p:scale>
          <a:sx n="200" d="100"/>
          <a:sy n="200" d="100"/>
        </p:scale>
        <p:origin x="-6300" y="-27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F58D-B62B-40BB-83AA-9D07CFC4E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57783"/>
            <a:ext cx="10969752" cy="3130807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C06D3-F571-4213-A2A4-6A1915120C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3902206"/>
            <a:ext cx="10969752" cy="2240529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0580-AD31-4B8F-8448-55A666AC1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5A860-F335-4252-AA00-24FB67ED2982}" type="datetime1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C99C8-515A-4FEA-9CD2-6D0BF46CF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2AF1B-1868-4C05-B6C3-9EBF29A5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89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D384-B2C5-42A4-9774-A931C39B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D736C-5FCC-43BC-B824-A90F2CC5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A3A50-B922-45BE-945D-7ED3EBD8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BC802-30E3-4658-9CCA-F873646FEC67}" type="datetime1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41F78-20DE-4D53-BB25-79E5C4E1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43084-C669-4FDF-87D4-F22D36BB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0873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C559-800C-489A-9174-7901F92B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10969752" cy="3146400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2B5C3-320B-4CFD-B6A7-A28C7E435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3902207"/>
            <a:ext cx="10969752" cy="218744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CA372-3F42-4113-A73B-5FDCF93CB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227A3-19CE-4153-81CE-64EB7AB094B3}" type="datetime1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1197-0C78-4878-B086-5D206EA4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B83D8-FD42-44FF-AA20-944A519C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8170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685AA-B5C7-4E3D-85FA-94F3C73E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FEEA-6F3F-4630-A950-61C05D2FA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2081369"/>
            <a:ext cx="5410200" cy="4095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36817-B869-4D19-9EE8-A3166B0E1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2081369"/>
            <a:ext cx="5410200" cy="4095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74146-2374-4321-AEBB-3E9B09D77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19A100-10F6-477E-8847-29D479EF1C92}" type="datetime1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42337B-B902-4DC2-BB94-02B8A7549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4AD585-B83C-4ECF-AF42-8DDF6996B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654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A9ADB-3495-481F-BB4E-9C7128B17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65125"/>
            <a:ext cx="1074578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6FF4C-26CB-4281-A2F7-6CBE45186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895096"/>
            <a:ext cx="5387975" cy="823912"/>
          </a:xfrm>
        </p:spPr>
        <p:txBody>
          <a:bodyPr anchor="b"/>
          <a:lstStyle>
            <a:lvl1pPr marL="0" indent="0">
              <a:buNone/>
              <a:defRPr sz="2400" b="0" i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2E72A9-F222-45B4-9355-C04C058641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842211"/>
            <a:ext cx="5387975" cy="3347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99F6E-77AD-4EBC-BAF9-5A43CDEC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7890" y="1895096"/>
            <a:ext cx="5414510" cy="823912"/>
          </a:xfrm>
        </p:spPr>
        <p:txBody>
          <a:bodyPr anchor="b"/>
          <a:lstStyle>
            <a:lvl1pPr marL="0" indent="0">
              <a:buNone/>
              <a:defRPr sz="2400" b="0" i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77677-7169-4591-B047-0678815F48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7890" y="2842211"/>
            <a:ext cx="5414510" cy="3347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82A6EB-0285-4FA4-A00C-A7F71608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F128AB-198A-495F-8475-FDB360C9873F}" type="datetime1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D39526-82B8-402C-8A2B-82EF8F3F3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5EC9E6-6FF1-4541-9CB1-A2FF9D852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8656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70F54-6CED-4251-A0A6-32CCD1213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72C8E6-49D6-46A5-8DC3-B0D8E683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A235E-F8FD-479F-9FC7-18BE84110877}" type="datetime1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83CBA-77CD-4490-A5F3-BAA8FC254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A5FF79-61B6-4693-8547-95B1F2F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92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BDCB94-13E9-41CB-88F0-D30A1791D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0F09B-68DA-462E-9DB4-4C9ADAB8CBCC}" type="datetime1">
              <a:rPr lang="en-US" smtClean="0"/>
              <a:t>2/15/2026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795A4-736C-426D-8559-5AD589275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A2ACD-17F3-4C16-8E77-86EC92CC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721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FCB2E-B68A-48F9-8B20-CDED818FB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57199"/>
            <a:ext cx="4970822" cy="266020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81C83-64B5-4BFD-A163-75C2EA7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457200"/>
            <a:ext cx="5483352" cy="574400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D44AD-E361-48A3-936D-DDA0D51445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3329989"/>
            <a:ext cx="4970822" cy="287121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ED06C-E016-489C-8863-EA1BE998B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AC4E36-FABE-47EB-AA7F-C19A93824617}" type="datetime1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161F0-D253-49A7-9A08-7A0A2281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42C61A-B326-40A7-A286-90D0544B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4916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DF6F-D00F-4CE4-8701-B0062734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57199"/>
            <a:ext cx="4970822" cy="266748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0FF7AB-F851-4425-8407-996C920E6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457199"/>
            <a:ext cx="5483352" cy="540385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D6CF5-154F-4615-8CDC-E2BFA61FA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3322708"/>
            <a:ext cx="4970822" cy="254628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5C400-0D13-495F-8C4E-EC3CDF5F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9CE6B-5DE6-4A2D-B72E-5E8969F9F56F}" type="datetime1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B290D7-98AC-45E5-A7D6-73520AFC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4276C-2BD2-4C4F-AC04-DD3D73768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741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70B0-C1C5-4976-80E8-6B4F90EB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7593EE-493E-4BCE-8992-24CA63E1E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0919F-FDDD-42FB-8422-A0665D55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B1048-0047-48CA-88BA-D69B470942CF}" type="datetime1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6D38A-35F8-4667-A1F4-49644471E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CC230-78B7-487B-9C95-CB00868F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984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4CB826-D9AA-4689-B8C0-38D999F0D0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557784"/>
            <a:ext cx="2854452" cy="564342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1F1CDD-16FB-45E0-9887-24374C567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557784"/>
            <a:ext cx="7734300" cy="564342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46397-BBD2-4426-B1F5-FD6EA3CDC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83879-648C-49A9-81A2-0EF5946532D0}" type="datetime1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91E4-73D0-4ACD-8F54-00EE6FB1D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28C61-59FE-44D6-A7D6-AAD29223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46F3F-274D-499B-ABBE-824EB4ABDC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6606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2E603F-28B7-4831-BF23-65FBAB13D5FB}"/>
              </a:ext>
            </a:extLst>
          </p:cNvPr>
          <p:cNvSpPr/>
          <p:nvPr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D39700F-2B10-4402-A7DD-06EE22458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1" y="232968"/>
            <a:ext cx="9560477" cy="6625032"/>
          </a:xfrm>
          <a:custGeom>
            <a:avLst/>
            <a:gdLst>
              <a:gd name="connsiteX0" fmla="*/ 8831314 w 9263816"/>
              <a:gd name="connsiteY0" fmla="*/ 5943878 h 6858000"/>
              <a:gd name="connsiteX1" fmla="*/ 9179783 w 9263816"/>
              <a:gd name="connsiteY1" fmla="*/ 6086141 h 6858000"/>
              <a:gd name="connsiteX2" fmla="*/ 9260887 w 9263816"/>
              <a:gd name="connsiteY2" fmla="*/ 6279156 h 6858000"/>
              <a:gd name="connsiteX3" fmla="*/ 8925621 w 9263816"/>
              <a:gd name="connsiteY3" fmla="*/ 6708712 h 6858000"/>
              <a:gd name="connsiteX4" fmla="*/ 8496050 w 9263816"/>
              <a:gd name="connsiteY4" fmla="*/ 6373449 h 6858000"/>
              <a:gd name="connsiteX5" fmla="*/ 8831314 w 9263816"/>
              <a:gd name="connsiteY5" fmla="*/ 5943878 h 6858000"/>
              <a:gd name="connsiteX6" fmla="*/ 7397485 w 9263816"/>
              <a:gd name="connsiteY6" fmla="*/ 5931706 h 6858000"/>
              <a:gd name="connsiteX7" fmla="*/ 7917779 w 9263816"/>
              <a:gd name="connsiteY7" fmla="*/ 6191864 h 6858000"/>
              <a:gd name="connsiteX8" fmla="*/ 8013467 w 9263816"/>
              <a:gd name="connsiteY8" fmla="*/ 6375784 h 6858000"/>
              <a:gd name="connsiteX9" fmla="*/ 8021879 w 9263816"/>
              <a:gd name="connsiteY9" fmla="*/ 6753751 h 6858000"/>
              <a:gd name="connsiteX10" fmla="*/ 7981316 w 9263816"/>
              <a:gd name="connsiteY10" fmla="*/ 6858000 h 6858000"/>
              <a:gd name="connsiteX11" fmla="*/ 6819486 w 9263816"/>
              <a:gd name="connsiteY11" fmla="*/ 6858000 h 6858000"/>
              <a:gd name="connsiteX12" fmla="*/ 6785199 w 9263816"/>
              <a:gd name="connsiteY12" fmla="*/ 6781101 h 6858000"/>
              <a:gd name="connsiteX13" fmla="*/ 7196747 w 9263816"/>
              <a:gd name="connsiteY13" fmla="*/ 5964309 h 6858000"/>
              <a:gd name="connsiteX14" fmla="*/ 7397485 w 9263816"/>
              <a:gd name="connsiteY14" fmla="*/ 5931706 h 6858000"/>
              <a:gd name="connsiteX15" fmla="*/ 1505570 w 9263816"/>
              <a:gd name="connsiteY15" fmla="*/ 227178 h 6858000"/>
              <a:gd name="connsiteX16" fmla="*/ 2026489 w 9263816"/>
              <a:gd name="connsiteY16" fmla="*/ 392370 h 6858000"/>
              <a:gd name="connsiteX17" fmla="*/ 2444553 w 9263816"/>
              <a:gd name="connsiteY17" fmla="*/ 1654853 h 6858000"/>
              <a:gd name="connsiteX18" fmla="*/ 3183153 w 9263816"/>
              <a:gd name="connsiteY18" fmla="*/ 2116208 h 6858000"/>
              <a:gd name="connsiteX19" fmla="*/ 4288384 w 9263816"/>
              <a:gd name="connsiteY19" fmla="*/ 1291908 h 6858000"/>
              <a:gd name="connsiteX20" fmla="*/ 5472602 w 9263816"/>
              <a:gd name="connsiteY20" fmla="*/ 1697818 h 6858000"/>
              <a:gd name="connsiteX21" fmla="*/ 5844697 w 9263816"/>
              <a:gd name="connsiteY21" fmla="*/ 3444791 h 6858000"/>
              <a:gd name="connsiteX22" fmla="*/ 6715674 w 9263816"/>
              <a:gd name="connsiteY22" fmla="*/ 4065208 h 6858000"/>
              <a:gd name="connsiteX23" fmla="*/ 8130429 w 9263816"/>
              <a:gd name="connsiteY23" fmla="*/ 4101787 h 6858000"/>
              <a:gd name="connsiteX24" fmla="*/ 8624630 w 9263816"/>
              <a:gd name="connsiteY24" fmla="*/ 4686202 h 6858000"/>
              <a:gd name="connsiteX25" fmla="*/ 8623843 w 9263816"/>
              <a:gd name="connsiteY25" fmla="*/ 4685749 h 6858000"/>
              <a:gd name="connsiteX26" fmla="*/ 8646859 w 9263816"/>
              <a:gd name="connsiteY26" fmla="*/ 4835156 h 6858000"/>
              <a:gd name="connsiteX27" fmla="*/ 8079403 w 9263816"/>
              <a:gd name="connsiteY27" fmla="*/ 5661624 h 6858000"/>
              <a:gd name="connsiteX28" fmla="*/ 6833105 w 9263816"/>
              <a:gd name="connsiteY28" fmla="*/ 5397208 h 6858000"/>
              <a:gd name="connsiteX29" fmla="*/ 5900832 w 9263816"/>
              <a:gd name="connsiteY29" fmla="*/ 5944462 h 6858000"/>
              <a:gd name="connsiteX30" fmla="*/ 6067212 w 9263816"/>
              <a:gd name="connsiteY30" fmla="*/ 6811916 h 6858000"/>
              <a:gd name="connsiteX31" fmla="*/ 6089565 w 9263816"/>
              <a:gd name="connsiteY31" fmla="*/ 6858000 h 6858000"/>
              <a:gd name="connsiteX32" fmla="*/ 0 w 9263816"/>
              <a:gd name="connsiteY32" fmla="*/ 6858000 h 6858000"/>
              <a:gd name="connsiteX33" fmla="*/ 0 w 9263816"/>
              <a:gd name="connsiteY33" fmla="*/ 2181377 h 6858000"/>
              <a:gd name="connsiteX34" fmla="*/ 73069 w 9263816"/>
              <a:gd name="connsiteY34" fmla="*/ 2215839 h 6858000"/>
              <a:gd name="connsiteX35" fmla="*/ 335445 w 9263816"/>
              <a:gd name="connsiteY35" fmla="*/ 2237140 h 6858000"/>
              <a:gd name="connsiteX36" fmla="*/ 752878 w 9263816"/>
              <a:gd name="connsiteY36" fmla="*/ 1445285 h 6858000"/>
              <a:gd name="connsiteX37" fmla="*/ 1202551 w 9263816"/>
              <a:gd name="connsiteY37" fmla="*/ 314229 h 6858000"/>
              <a:gd name="connsiteX38" fmla="*/ 1505570 w 9263816"/>
              <a:gd name="connsiteY38" fmla="*/ 227178 h 6858000"/>
              <a:gd name="connsiteX39" fmla="*/ 3142509 w 9263816"/>
              <a:gd name="connsiteY39" fmla="*/ 68854 h 6858000"/>
              <a:gd name="connsiteX40" fmla="*/ 3490978 w 9263816"/>
              <a:gd name="connsiteY40" fmla="*/ 211117 h 6858000"/>
              <a:gd name="connsiteX41" fmla="*/ 3572083 w 9263816"/>
              <a:gd name="connsiteY41" fmla="*/ 404131 h 6858000"/>
              <a:gd name="connsiteX42" fmla="*/ 3236814 w 9263816"/>
              <a:gd name="connsiteY42" fmla="*/ 833688 h 6858000"/>
              <a:gd name="connsiteX43" fmla="*/ 2807245 w 9263816"/>
              <a:gd name="connsiteY43" fmla="*/ 498425 h 6858000"/>
              <a:gd name="connsiteX44" fmla="*/ 3142509 w 9263816"/>
              <a:gd name="connsiteY44" fmla="*/ 68854 h 6858000"/>
              <a:gd name="connsiteX45" fmla="*/ 0 w 9263816"/>
              <a:gd name="connsiteY45" fmla="*/ 0 h 6858000"/>
              <a:gd name="connsiteX46" fmla="*/ 39858 w 9263816"/>
              <a:gd name="connsiteY46" fmla="*/ 0 h 6858000"/>
              <a:gd name="connsiteX47" fmla="*/ 65022 w 9263816"/>
              <a:gd name="connsiteY47" fmla="*/ 5834 h 6858000"/>
              <a:gd name="connsiteX48" fmla="*/ 389258 w 9263816"/>
              <a:gd name="connsiteY48" fmla="*/ 235630 h 6858000"/>
              <a:gd name="connsiteX49" fmla="*/ 485484 w 9263816"/>
              <a:gd name="connsiteY49" fmla="*/ 420070 h 6858000"/>
              <a:gd name="connsiteX50" fmla="*/ 74229 w 9263816"/>
              <a:gd name="connsiteY50" fmla="*/ 1237955 h 6858000"/>
              <a:gd name="connsiteX51" fmla="*/ 0 w 9263816"/>
              <a:gd name="connsiteY51" fmla="*/ 125447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9263816" h="6858000">
                <a:moveTo>
                  <a:pt x="8831314" y="5943878"/>
                </a:moveTo>
                <a:cubicBezTo>
                  <a:pt x="8964281" y="5927490"/>
                  <a:pt x="9096260" y="5981362"/>
                  <a:pt x="9179783" y="6086141"/>
                </a:cubicBezTo>
                <a:cubicBezTo>
                  <a:pt x="9224074" y="6141769"/>
                  <a:pt x="9252211" y="6208560"/>
                  <a:pt x="9260887" y="6279156"/>
                </a:cubicBezTo>
                <a:cubicBezTo>
                  <a:pt x="9286897" y="6490362"/>
                  <a:pt x="9136845" y="6682672"/>
                  <a:pt x="8925621" y="6708712"/>
                </a:cubicBezTo>
                <a:cubicBezTo>
                  <a:pt x="8714398" y="6734766"/>
                  <a:pt x="8522062" y="6584655"/>
                  <a:pt x="8496050" y="6373449"/>
                </a:cubicBezTo>
                <a:cubicBezTo>
                  <a:pt x="8470038" y="6162229"/>
                  <a:pt x="8620090" y="5969920"/>
                  <a:pt x="8831314" y="5943878"/>
                </a:cubicBezTo>
                <a:close/>
                <a:moveTo>
                  <a:pt x="7397485" y="5931706"/>
                </a:moveTo>
                <a:cubicBezTo>
                  <a:pt x="7598431" y="5931157"/>
                  <a:pt x="7792965" y="6024548"/>
                  <a:pt x="7917779" y="6191864"/>
                </a:cubicBezTo>
                <a:cubicBezTo>
                  <a:pt x="7959204" y="6247714"/>
                  <a:pt x="7991530" y="6309792"/>
                  <a:pt x="8013467" y="6375784"/>
                </a:cubicBezTo>
                <a:cubicBezTo>
                  <a:pt x="8055425" y="6502973"/>
                  <a:pt x="8055748" y="6633888"/>
                  <a:pt x="8021879" y="6753751"/>
                </a:cubicBezTo>
                <a:lnTo>
                  <a:pt x="7981316" y="6858000"/>
                </a:lnTo>
                <a:lnTo>
                  <a:pt x="6819486" y="6858000"/>
                </a:lnTo>
                <a:lnTo>
                  <a:pt x="6785199" y="6781101"/>
                </a:lnTo>
                <a:cubicBezTo>
                  <a:pt x="6673307" y="6441922"/>
                  <a:pt x="6857485" y="6076251"/>
                  <a:pt x="7196747" y="5964309"/>
                </a:cubicBezTo>
                <a:cubicBezTo>
                  <a:pt x="7262809" y="5942509"/>
                  <a:pt x="7330503" y="5931889"/>
                  <a:pt x="7397485" y="5931706"/>
                </a:cubicBezTo>
                <a:close/>
                <a:moveTo>
                  <a:pt x="1505570" y="227178"/>
                </a:moveTo>
                <a:cubicBezTo>
                  <a:pt x="1691018" y="218628"/>
                  <a:pt x="1889853" y="275403"/>
                  <a:pt x="2026489" y="392370"/>
                </a:cubicBezTo>
                <a:cubicBezTo>
                  <a:pt x="2369898" y="685965"/>
                  <a:pt x="2078266" y="1147857"/>
                  <a:pt x="2444553" y="1654853"/>
                </a:cubicBezTo>
                <a:cubicBezTo>
                  <a:pt x="2492906" y="1721679"/>
                  <a:pt x="2800482" y="2144546"/>
                  <a:pt x="3183153" y="2116208"/>
                </a:cubicBezTo>
                <a:cubicBezTo>
                  <a:pt x="3673561" y="2080541"/>
                  <a:pt x="3723222" y="1441614"/>
                  <a:pt x="4288384" y="1291908"/>
                </a:cubicBezTo>
                <a:cubicBezTo>
                  <a:pt x="4689065" y="1185875"/>
                  <a:pt x="5207943" y="1366633"/>
                  <a:pt x="5472602" y="1697818"/>
                </a:cubicBezTo>
                <a:cubicBezTo>
                  <a:pt x="5891294" y="2221754"/>
                  <a:pt x="5408012" y="2790179"/>
                  <a:pt x="5844697" y="3444791"/>
                </a:cubicBezTo>
                <a:cubicBezTo>
                  <a:pt x="6149900" y="3902467"/>
                  <a:pt x="6672672" y="4053594"/>
                  <a:pt x="6715674" y="4065208"/>
                </a:cubicBezTo>
                <a:cubicBezTo>
                  <a:pt x="7326423" y="4232519"/>
                  <a:pt x="7677158" y="3817020"/>
                  <a:pt x="8130429" y="4101787"/>
                </a:cubicBezTo>
                <a:cubicBezTo>
                  <a:pt x="8226340" y="4161985"/>
                  <a:pt x="8536372" y="4356819"/>
                  <a:pt x="8624630" y="4686202"/>
                </a:cubicBezTo>
                <a:lnTo>
                  <a:pt x="8623843" y="4685749"/>
                </a:lnTo>
                <a:cubicBezTo>
                  <a:pt x="8636924" y="4734567"/>
                  <a:pt x="8644635" y="4784678"/>
                  <a:pt x="8646859" y="4835156"/>
                </a:cubicBezTo>
                <a:cubicBezTo>
                  <a:pt x="8662596" y="5196604"/>
                  <a:pt x="8398383" y="5562326"/>
                  <a:pt x="8079403" y="5661624"/>
                </a:cubicBezTo>
                <a:cubicBezTo>
                  <a:pt x="7649807" y="5795217"/>
                  <a:pt x="7430996" y="5350293"/>
                  <a:pt x="6833105" y="5397208"/>
                </a:cubicBezTo>
                <a:cubicBezTo>
                  <a:pt x="6519033" y="5421527"/>
                  <a:pt x="6056658" y="5595550"/>
                  <a:pt x="5900832" y="5944462"/>
                </a:cubicBezTo>
                <a:cubicBezTo>
                  <a:pt x="5770548" y="6236600"/>
                  <a:pt x="5916359" y="6515160"/>
                  <a:pt x="6067212" y="6811916"/>
                </a:cubicBezTo>
                <a:lnTo>
                  <a:pt x="6089565" y="6858000"/>
                </a:lnTo>
                <a:lnTo>
                  <a:pt x="0" y="6858000"/>
                </a:lnTo>
                <a:lnTo>
                  <a:pt x="0" y="2181377"/>
                </a:lnTo>
                <a:lnTo>
                  <a:pt x="73069" y="2215839"/>
                </a:lnTo>
                <a:cubicBezTo>
                  <a:pt x="165116" y="2251829"/>
                  <a:pt x="254486" y="2263171"/>
                  <a:pt x="335445" y="2237140"/>
                </a:cubicBezTo>
                <a:cubicBezTo>
                  <a:pt x="594718" y="2153707"/>
                  <a:pt x="688441" y="1733807"/>
                  <a:pt x="752878" y="1445285"/>
                </a:cubicBezTo>
                <a:cubicBezTo>
                  <a:pt x="925059" y="674068"/>
                  <a:pt x="975076" y="456292"/>
                  <a:pt x="1202551" y="314229"/>
                </a:cubicBezTo>
                <a:cubicBezTo>
                  <a:pt x="1287853" y="260956"/>
                  <a:pt x="1394302" y="232308"/>
                  <a:pt x="1505570" y="227178"/>
                </a:cubicBezTo>
                <a:close/>
                <a:moveTo>
                  <a:pt x="3142509" y="68854"/>
                </a:moveTo>
                <a:cubicBezTo>
                  <a:pt x="3275474" y="52467"/>
                  <a:pt x="3407455" y="106339"/>
                  <a:pt x="3490978" y="211117"/>
                </a:cubicBezTo>
                <a:cubicBezTo>
                  <a:pt x="3535271" y="266744"/>
                  <a:pt x="3563404" y="333535"/>
                  <a:pt x="3572083" y="404131"/>
                </a:cubicBezTo>
                <a:cubicBezTo>
                  <a:pt x="3598092" y="615337"/>
                  <a:pt x="3448040" y="807648"/>
                  <a:pt x="3236814" y="833688"/>
                </a:cubicBezTo>
                <a:cubicBezTo>
                  <a:pt x="3025594" y="859741"/>
                  <a:pt x="2833255" y="709631"/>
                  <a:pt x="2807245" y="498425"/>
                </a:cubicBezTo>
                <a:cubicBezTo>
                  <a:pt x="2781232" y="287207"/>
                  <a:pt x="2931283" y="94896"/>
                  <a:pt x="3142509" y="68854"/>
                </a:cubicBezTo>
                <a:close/>
                <a:moveTo>
                  <a:pt x="0" y="0"/>
                </a:moveTo>
                <a:lnTo>
                  <a:pt x="39858" y="0"/>
                </a:lnTo>
                <a:lnTo>
                  <a:pt x="65022" y="5834"/>
                </a:lnTo>
                <a:cubicBezTo>
                  <a:pt x="191545" y="45606"/>
                  <a:pt x="305874" y="124173"/>
                  <a:pt x="389258" y="235630"/>
                </a:cubicBezTo>
                <a:cubicBezTo>
                  <a:pt x="430983" y="291600"/>
                  <a:pt x="463360" y="353876"/>
                  <a:pt x="485484" y="420070"/>
                </a:cubicBezTo>
                <a:cubicBezTo>
                  <a:pt x="597711" y="759508"/>
                  <a:pt x="413661" y="1125662"/>
                  <a:pt x="74229" y="1237955"/>
                </a:cubicBezTo>
                <a:lnTo>
                  <a:pt x="0" y="1254477"/>
                </a:lnTo>
                <a:close/>
              </a:path>
            </a:pathLst>
          </a:custGeom>
          <a:solidFill>
            <a:schemeClr val="bg1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0C036-BBCE-4F9E-AD56-DD36D440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57784"/>
            <a:ext cx="109728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A5D7EC-1E6A-473F-B5A4-18CDFB6CF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6204"/>
            <a:ext cx="10972800" cy="40365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981C7-34D5-49A4-949D-715FD4BD8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800" kern="1200" cap="all" spc="200" smtClean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F481A142-DA77-4A5F-AD1F-14E6C18F0F5F}" type="datetime1">
              <a:rPr lang="en-US" smtClean="0"/>
              <a:t>2/15/2026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CE6E-733D-4C60-B40B-C7C10CB5A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800" kern="1200" cap="all" spc="200" dirty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80D8B-7909-4114-8EBA-C3086DC62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34600" y="6356350"/>
            <a:ext cx="1447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800" kern="1200" cap="all" spc="200" smtClean="0">
                <a:solidFill>
                  <a:schemeClr val="tx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1F646F3F-274D-499B-ABBE-824EB4ABDC3D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1335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Clr>
          <a:schemeClr val="accent5"/>
        </a:buClr>
        <a:buFont typeface="Avenir Next LT Pro" panose="020B05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Background Fill">
            <a:extLst>
              <a:ext uri="{FF2B5EF4-FFF2-40B4-BE49-F238E27FC236}">
                <a16:creationId xmlns:a16="http://schemas.microsoft.com/office/drawing/2014/main" id="{68CA250C-CF5A-4736-9249-D6111F7C5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85303E-1D59-4477-A849-22C7FEACD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12648" y="557783"/>
            <a:ext cx="3901736" cy="3130807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de-DE" sz="5100">
                <a:solidFill>
                  <a:srgbClr val="FFFFFF"/>
                </a:solidFill>
              </a:rPr>
              <a:t>LA GESTIONE DELLA MEMORIA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612648" y="3902206"/>
            <a:ext cx="3901736" cy="2240529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endParaRPr lang="de-DE" sz="2800">
              <a:solidFill>
                <a:srgbClr val="FFFFFF"/>
              </a:solidFill>
            </a:endParaRPr>
          </a:p>
          <a:p>
            <a:endParaRPr lang="de-DE" sz="2800" dirty="0">
              <a:solidFill>
                <a:srgbClr val="FFFFFF"/>
              </a:solidFill>
            </a:endParaRPr>
          </a:p>
          <a:p>
            <a:endParaRPr lang="de-DE" sz="2800" dirty="0">
              <a:solidFill>
                <a:srgbClr val="FFFFFF"/>
              </a:solidFill>
            </a:endParaRPr>
          </a:p>
          <a:p>
            <a:r>
              <a:rPr lang="de-DE" sz="2800">
                <a:solidFill>
                  <a:srgbClr val="FFFFFF"/>
                </a:solidFill>
              </a:rPr>
              <a:t>VITO SANSONE 3I</a:t>
            </a:r>
            <a:endParaRPr lang="de-DE" sz="2800" dirty="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DF0E5B-7370-4A0A-474F-CBBCAA55F6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86" r="13" b="13"/>
          <a:stretch>
            <a:fillRect/>
          </a:stretch>
        </p:blipFill>
        <p:spPr>
          <a:xfrm>
            <a:off x="4955602" y="10"/>
            <a:ext cx="7236398" cy="6857990"/>
          </a:xfrm>
          <a:custGeom>
            <a:avLst/>
            <a:gdLst/>
            <a:ahLst/>
            <a:cxnLst/>
            <a:rect l="l" t="t" r="r" b="b"/>
            <a:pathLst>
              <a:path w="7726675" h="6858000">
                <a:moveTo>
                  <a:pt x="2975226" y="5978334"/>
                </a:moveTo>
                <a:cubicBezTo>
                  <a:pt x="3002582" y="5978928"/>
                  <a:pt x="3030286" y="5982273"/>
                  <a:pt x="3058007" y="5988576"/>
                </a:cubicBezTo>
                <a:cubicBezTo>
                  <a:pt x="3279778" y="6038998"/>
                  <a:pt x="3418684" y="6259656"/>
                  <a:pt x="3368261" y="6481427"/>
                </a:cubicBezTo>
                <a:cubicBezTo>
                  <a:pt x="3317839" y="6703198"/>
                  <a:pt x="3097182" y="6842104"/>
                  <a:pt x="2875410" y="6791681"/>
                </a:cubicBezTo>
                <a:cubicBezTo>
                  <a:pt x="2653640" y="6741259"/>
                  <a:pt x="2514734" y="6520601"/>
                  <a:pt x="2565157" y="6298830"/>
                </a:cubicBezTo>
                <a:cubicBezTo>
                  <a:pt x="2609276" y="6104780"/>
                  <a:pt x="2783732" y="5974174"/>
                  <a:pt x="2975226" y="5978334"/>
                </a:cubicBezTo>
                <a:close/>
                <a:moveTo>
                  <a:pt x="542891" y="1298362"/>
                </a:moveTo>
                <a:cubicBezTo>
                  <a:pt x="578216" y="1299129"/>
                  <a:pt x="613991" y="1303448"/>
                  <a:pt x="649789" y="1311587"/>
                </a:cubicBezTo>
                <a:cubicBezTo>
                  <a:pt x="936170" y="1376700"/>
                  <a:pt x="1115545" y="1661643"/>
                  <a:pt x="1050432" y="1948025"/>
                </a:cubicBezTo>
                <a:cubicBezTo>
                  <a:pt x="985319" y="2234407"/>
                  <a:pt x="700376" y="2413781"/>
                  <a:pt x="413995" y="2348669"/>
                </a:cubicBezTo>
                <a:cubicBezTo>
                  <a:pt x="127612" y="2283556"/>
                  <a:pt x="-51762" y="1998612"/>
                  <a:pt x="13351" y="1712231"/>
                </a:cubicBezTo>
                <a:cubicBezTo>
                  <a:pt x="70325" y="1461647"/>
                  <a:pt x="295606" y="1292990"/>
                  <a:pt x="542891" y="1298362"/>
                </a:cubicBezTo>
                <a:close/>
                <a:moveTo>
                  <a:pt x="362049" y="446831"/>
                </a:moveTo>
                <a:cubicBezTo>
                  <a:pt x="382746" y="447281"/>
                  <a:pt x="403706" y="449811"/>
                  <a:pt x="424679" y="454579"/>
                </a:cubicBezTo>
                <a:cubicBezTo>
                  <a:pt x="592463" y="492727"/>
                  <a:pt x="697554" y="659668"/>
                  <a:pt x="659405" y="827452"/>
                </a:cubicBezTo>
                <a:cubicBezTo>
                  <a:pt x="621257" y="995236"/>
                  <a:pt x="454318" y="1100327"/>
                  <a:pt x="286534" y="1062179"/>
                </a:cubicBezTo>
                <a:cubicBezTo>
                  <a:pt x="118749" y="1024031"/>
                  <a:pt x="13658" y="857091"/>
                  <a:pt x="51806" y="689306"/>
                </a:cubicBezTo>
                <a:cubicBezTo>
                  <a:pt x="85186" y="542495"/>
                  <a:pt x="217172" y="443684"/>
                  <a:pt x="362049" y="446831"/>
                </a:cubicBezTo>
                <a:close/>
                <a:moveTo>
                  <a:pt x="688320" y="0"/>
                </a:moveTo>
                <a:lnTo>
                  <a:pt x="5442022" y="0"/>
                </a:lnTo>
                <a:lnTo>
                  <a:pt x="7726675" y="0"/>
                </a:lnTo>
                <a:lnTo>
                  <a:pt x="7726675" y="988372"/>
                </a:lnTo>
                <a:lnTo>
                  <a:pt x="7726675" y="6858000"/>
                </a:lnTo>
                <a:lnTo>
                  <a:pt x="4265234" y="6858000"/>
                </a:lnTo>
                <a:lnTo>
                  <a:pt x="4167452" y="6648946"/>
                </a:lnTo>
                <a:cubicBezTo>
                  <a:pt x="4064668" y="6438534"/>
                  <a:pt x="3951418" y="6237194"/>
                  <a:pt x="3802376" y="6067515"/>
                </a:cubicBezTo>
                <a:cubicBezTo>
                  <a:pt x="3433898" y="5648543"/>
                  <a:pt x="2855445" y="5560200"/>
                  <a:pt x="2314714" y="5492960"/>
                </a:cubicBezTo>
                <a:cubicBezTo>
                  <a:pt x="1689319" y="5415368"/>
                  <a:pt x="1105502" y="5269445"/>
                  <a:pt x="626568" y="4822392"/>
                </a:cubicBezTo>
                <a:cubicBezTo>
                  <a:pt x="42544" y="4277286"/>
                  <a:pt x="59772" y="3691233"/>
                  <a:pt x="462831" y="3184007"/>
                </a:cubicBezTo>
                <a:cubicBezTo>
                  <a:pt x="688845" y="2899538"/>
                  <a:pt x="972083" y="2660548"/>
                  <a:pt x="1228189" y="2399566"/>
                </a:cubicBezTo>
                <a:cubicBezTo>
                  <a:pt x="1460698" y="2161897"/>
                  <a:pt x="1522193" y="1866062"/>
                  <a:pt x="1384674" y="1566341"/>
                </a:cubicBezTo>
                <a:cubicBezTo>
                  <a:pt x="1239184" y="1249484"/>
                  <a:pt x="1095206" y="930335"/>
                  <a:pt x="922279" y="628332"/>
                </a:cubicBezTo>
                <a:cubicBezTo>
                  <a:pt x="805583" y="424593"/>
                  <a:pt x="731712" y="225291"/>
                  <a:pt x="693729" y="33341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625839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ADA084-C86B-4F3C-8077-6A8999CC4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1D28ACE-41DC-B94C-826B-B275E07CA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552782"/>
            <a:ext cx="4606456" cy="1154711"/>
          </a:xfrm>
        </p:spPr>
        <p:txBody>
          <a:bodyPr>
            <a:normAutofit/>
          </a:bodyPr>
          <a:lstStyle/>
          <a:p>
            <a:r>
              <a:rPr lang="it-IT" sz="4800" b="1" dirty="0">
                <a:cs typeface="Posterama"/>
              </a:rPr>
              <a:t>SOMMARIO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2F11702-CC29-51FD-1AFA-1EAD6D92D8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198" y="2391995"/>
            <a:ext cx="5265951" cy="317478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 sz="2400" dirty="0"/>
              <a:t>DI CHE TIPO PUO ESSERE LA MEMORIA?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 sz="2400" dirty="0"/>
              <a:t>CARICAMENTO DI UN PROGRAMMA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 sz="2400" dirty="0"/>
              <a:t>RILOCAZIONE STATICA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 sz="2400" dirty="0"/>
              <a:t>RILOCAZIONE DINAMICA</a:t>
            </a:r>
          </a:p>
        </p:txBody>
      </p:sp>
      <p:pic>
        <p:nvPicPr>
          <p:cNvPr id="4" name="Immagine 3" descr="Differenza tra memoria CPU, memoria RAM e memoria di massa | Informatica e  Ingegneria Online">
            <a:extLst>
              <a:ext uri="{FF2B5EF4-FFF2-40B4-BE49-F238E27FC236}">
                <a16:creationId xmlns:a16="http://schemas.microsoft.com/office/drawing/2014/main" id="{9F8B4362-DB5C-8218-CCA8-FA14956973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696" r="20539"/>
          <a:stretch>
            <a:fillRect/>
          </a:stretch>
        </p:blipFill>
        <p:spPr>
          <a:xfrm>
            <a:off x="5879198" y="490264"/>
            <a:ext cx="6312802" cy="6367736"/>
          </a:xfrm>
          <a:custGeom>
            <a:avLst/>
            <a:gdLst/>
            <a:ahLst/>
            <a:cxnLst/>
            <a:rect l="l" t="t" r="r" b="b"/>
            <a:pathLst>
              <a:path w="6312802" h="6367736">
                <a:moveTo>
                  <a:pt x="789715" y="708127"/>
                </a:moveTo>
                <a:cubicBezTo>
                  <a:pt x="845978" y="711650"/>
                  <a:pt x="901296" y="724302"/>
                  <a:pt x="953475" y="745602"/>
                </a:cubicBezTo>
                <a:cubicBezTo>
                  <a:pt x="1173612" y="834890"/>
                  <a:pt x="1309905" y="1073925"/>
                  <a:pt x="1278834" y="1315681"/>
                </a:cubicBezTo>
                <a:cubicBezTo>
                  <a:pt x="1233750" y="1669869"/>
                  <a:pt x="880524" y="1881517"/>
                  <a:pt x="560369" y="1747304"/>
                </a:cubicBezTo>
                <a:cubicBezTo>
                  <a:pt x="338151" y="1654256"/>
                  <a:pt x="204742" y="1408974"/>
                  <a:pt x="242538" y="1164574"/>
                </a:cubicBezTo>
                <a:cubicBezTo>
                  <a:pt x="286421" y="880774"/>
                  <a:pt x="529219" y="692590"/>
                  <a:pt x="789715" y="708127"/>
                </a:cubicBezTo>
                <a:close/>
                <a:moveTo>
                  <a:pt x="2877121" y="364348"/>
                </a:moveTo>
                <a:cubicBezTo>
                  <a:pt x="2901561" y="365790"/>
                  <a:pt x="2925601" y="371235"/>
                  <a:pt x="2948310" y="380363"/>
                </a:cubicBezTo>
                <a:cubicBezTo>
                  <a:pt x="3044405" y="419202"/>
                  <a:pt x="3103503" y="523063"/>
                  <a:pt x="3089970" y="628607"/>
                </a:cubicBezTo>
                <a:cubicBezTo>
                  <a:pt x="3070190" y="782758"/>
                  <a:pt x="2916600" y="874848"/>
                  <a:pt x="2777343" y="816472"/>
                </a:cubicBezTo>
                <a:cubicBezTo>
                  <a:pt x="2680608" y="775952"/>
                  <a:pt x="2622552" y="669287"/>
                  <a:pt x="2639048" y="562863"/>
                </a:cubicBezTo>
                <a:cubicBezTo>
                  <a:pt x="2658106" y="439382"/>
                  <a:pt x="2763810" y="357542"/>
                  <a:pt x="2877121" y="364348"/>
                </a:cubicBezTo>
                <a:close/>
                <a:moveTo>
                  <a:pt x="5725514" y="29060"/>
                </a:moveTo>
                <a:lnTo>
                  <a:pt x="5748657" y="29701"/>
                </a:lnTo>
                <a:cubicBezTo>
                  <a:pt x="5935681" y="36387"/>
                  <a:pt x="6081789" y="65616"/>
                  <a:pt x="6194082" y="113315"/>
                </a:cubicBezTo>
                <a:lnTo>
                  <a:pt x="6312802" y="183322"/>
                </a:lnTo>
                <a:lnTo>
                  <a:pt x="6312802" y="6367736"/>
                </a:lnTo>
                <a:lnTo>
                  <a:pt x="3171877" y="6367736"/>
                </a:lnTo>
                <a:lnTo>
                  <a:pt x="3171635" y="6367591"/>
                </a:lnTo>
                <a:lnTo>
                  <a:pt x="2683232" y="6367591"/>
                </a:lnTo>
                <a:lnTo>
                  <a:pt x="2683031" y="6367736"/>
                </a:lnTo>
                <a:lnTo>
                  <a:pt x="1006759" y="6367736"/>
                </a:lnTo>
                <a:lnTo>
                  <a:pt x="1017798" y="6253705"/>
                </a:lnTo>
                <a:cubicBezTo>
                  <a:pt x="1043303" y="6019815"/>
                  <a:pt x="1065826" y="5776617"/>
                  <a:pt x="897420" y="5565130"/>
                </a:cubicBezTo>
                <a:cubicBezTo>
                  <a:pt x="700507" y="5318087"/>
                  <a:pt x="491822" y="5428997"/>
                  <a:pt x="271526" y="5130943"/>
                </a:cubicBezTo>
                <a:cubicBezTo>
                  <a:pt x="108646" y="4910648"/>
                  <a:pt x="-26366" y="4708290"/>
                  <a:pt x="39940" y="4415201"/>
                </a:cubicBezTo>
                <a:cubicBezTo>
                  <a:pt x="128666" y="4023216"/>
                  <a:pt x="467878" y="3870268"/>
                  <a:pt x="464356" y="3587268"/>
                </a:cubicBezTo>
                <a:cubicBezTo>
                  <a:pt x="460351" y="3247094"/>
                  <a:pt x="43943" y="3178950"/>
                  <a:pt x="3183" y="2791128"/>
                </a:cubicBezTo>
                <a:cubicBezTo>
                  <a:pt x="-23403" y="2538162"/>
                  <a:pt x="118896" y="2235225"/>
                  <a:pt x="343758" y="2095087"/>
                </a:cubicBezTo>
                <a:cubicBezTo>
                  <a:pt x="758163" y="1836512"/>
                  <a:pt x="1225342" y="2272862"/>
                  <a:pt x="1543093" y="2013487"/>
                </a:cubicBezTo>
                <a:cubicBezTo>
                  <a:pt x="1732879" y="1858534"/>
                  <a:pt x="1763790" y="1542064"/>
                  <a:pt x="1726873" y="1342749"/>
                </a:cubicBezTo>
                <a:cubicBezTo>
                  <a:pt x="1656484" y="963255"/>
                  <a:pt x="1345299" y="901114"/>
                  <a:pt x="1356831" y="612032"/>
                </a:cubicBezTo>
                <a:cubicBezTo>
                  <a:pt x="1365319" y="397180"/>
                  <a:pt x="1547578" y="171600"/>
                  <a:pt x="1773239" y="121551"/>
                </a:cubicBezTo>
                <a:cubicBezTo>
                  <a:pt x="1804789" y="114503"/>
                  <a:pt x="1837013" y="110980"/>
                  <a:pt x="1869333" y="110980"/>
                </a:cubicBezTo>
                <a:cubicBezTo>
                  <a:pt x="2087466" y="110980"/>
                  <a:pt x="2259155" y="271137"/>
                  <a:pt x="2312167" y="320866"/>
                </a:cubicBezTo>
                <a:cubicBezTo>
                  <a:pt x="2563133" y="555255"/>
                  <a:pt x="2364538" y="842498"/>
                  <a:pt x="2568899" y="1194363"/>
                </a:cubicBezTo>
                <a:cubicBezTo>
                  <a:pt x="2600650" y="1246494"/>
                  <a:pt x="2637078" y="1295662"/>
                  <a:pt x="2677726" y="1341226"/>
                </a:cubicBezTo>
                <a:cubicBezTo>
                  <a:pt x="2757804" y="1432276"/>
                  <a:pt x="2906990" y="1416261"/>
                  <a:pt x="2964327" y="1310316"/>
                </a:cubicBezTo>
                <a:cubicBezTo>
                  <a:pt x="3059059" y="1135183"/>
                  <a:pt x="3149628" y="938831"/>
                  <a:pt x="3333248" y="887741"/>
                </a:cubicBezTo>
                <a:cubicBezTo>
                  <a:pt x="3690239" y="788365"/>
                  <a:pt x="3902767" y="1378543"/>
                  <a:pt x="4272730" y="1307994"/>
                </a:cubicBezTo>
                <a:cubicBezTo>
                  <a:pt x="4426320" y="1278686"/>
                  <a:pt x="4515368" y="1152802"/>
                  <a:pt x="4596327" y="996810"/>
                </a:cubicBezTo>
                <a:cubicBezTo>
                  <a:pt x="4618829" y="953326"/>
                  <a:pt x="4640770" y="907521"/>
                  <a:pt x="4663272" y="860676"/>
                </a:cubicBezTo>
                <a:cubicBezTo>
                  <a:pt x="4732781" y="613153"/>
                  <a:pt x="4835282" y="115946"/>
                  <a:pt x="5572324" y="40189"/>
                </a:cubicBezTo>
                <a:cubicBezTo>
                  <a:pt x="5622910" y="31543"/>
                  <a:pt x="5674208" y="27859"/>
                  <a:pt x="5725514" y="29060"/>
                </a:cubicBezTo>
                <a:close/>
                <a:moveTo>
                  <a:pt x="4169348" y="793"/>
                </a:moveTo>
                <a:cubicBezTo>
                  <a:pt x="4219966" y="3995"/>
                  <a:pt x="4269734" y="15368"/>
                  <a:pt x="4316693" y="34505"/>
                </a:cubicBezTo>
                <a:cubicBezTo>
                  <a:pt x="4514808" y="114584"/>
                  <a:pt x="4637488" y="329676"/>
                  <a:pt x="4609540" y="547569"/>
                </a:cubicBezTo>
                <a:cubicBezTo>
                  <a:pt x="4568620" y="865801"/>
                  <a:pt x="4251108" y="1055907"/>
                  <a:pt x="3962986" y="935790"/>
                </a:cubicBezTo>
                <a:cubicBezTo>
                  <a:pt x="3762790" y="852028"/>
                  <a:pt x="3642672" y="631491"/>
                  <a:pt x="3676946" y="411355"/>
                </a:cubicBezTo>
                <a:cubicBezTo>
                  <a:pt x="3716424" y="155985"/>
                  <a:pt x="3934959" y="-13061"/>
                  <a:pt x="4169348" y="793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867527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5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Background Fill">
            <a:extLst>
              <a:ext uri="{FF2B5EF4-FFF2-40B4-BE49-F238E27FC236}">
                <a16:creationId xmlns:a16="http://schemas.microsoft.com/office/drawing/2014/main" id="{B937640E-EF7A-4A6C-A950-D12B7D5C9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C43D22-E0D4-4183-835A-F9AF4C3943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AEAEA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A4E2873-E99E-65E4-C7DD-B7A73075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30303"/>
            <a:ext cx="5303520" cy="2498697"/>
          </a:xfrm>
        </p:spPr>
        <p:txBody>
          <a:bodyPr anchor="t">
            <a:normAutofit/>
          </a:bodyPr>
          <a:lstStyle/>
          <a:p>
            <a:r>
              <a:rPr lang="it-IT" b="1">
                <a:cs typeface="Posterama"/>
              </a:rPr>
              <a:t>DI CHE TIPO PUO ESSERE LA MEMORIA?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B79880-7F47-2157-C5DB-E23974ED13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8880" y="930303"/>
            <a:ext cx="5303520" cy="249869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/>
              <a:t>CACHE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/>
              <a:t>MEMORIA PRINCIPALE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/>
              <a:t>NASTRO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/>
              <a:t>REGISTRI</a:t>
            </a:r>
          </a:p>
          <a:p>
            <a:pPr marL="342900" indent="-342900">
              <a:buFont typeface="Arial" panose="020B0504020202020204" pitchFamily="34" charset="0"/>
              <a:buChar char="•"/>
            </a:pPr>
            <a:r>
              <a:rPr lang="it-IT"/>
              <a:t>DISCO</a:t>
            </a:r>
            <a:endParaRPr lang="it-IT" dirty="0"/>
          </a:p>
        </p:txBody>
      </p:sp>
      <p:pic>
        <p:nvPicPr>
          <p:cNvPr id="6" name="Immagine 5" descr="Immagine che contiene elettronica, Ingegneria elettronica, Componente elettrico, Componente di circuito&#10;&#10;Il contenuto generato dall&amp;#39;IA potrebbe non essere corretto.">
            <a:extLst>
              <a:ext uri="{FF2B5EF4-FFF2-40B4-BE49-F238E27FC236}">
                <a16:creationId xmlns:a16="http://schemas.microsoft.com/office/drawing/2014/main" id="{CB151815-B19C-6BC2-9CA2-34C5A94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406" r="9631" b="2"/>
          <a:stretch>
            <a:fillRect/>
          </a:stretch>
        </p:blipFill>
        <p:spPr>
          <a:xfrm>
            <a:off x="20" y="4436366"/>
            <a:ext cx="2897320" cy="2421634"/>
          </a:xfrm>
          <a:custGeom>
            <a:avLst/>
            <a:gdLst/>
            <a:ahLst/>
            <a:cxnLst/>
            <a:rect l="l" t="t" r="r" b="b"/>
            <a:pathLst>
              <a:path w="3590528" h="3001010">
                <a:moveTo>
                  <a:pt x="2332186" y="61"/>
                </a:moveTo>
                <a:cubicBezTo>
                  <a:pt x="2388949" y="756"/>
                  <a:pt x="2446518" y="7453"/>
                  <a:pt x="2505156" y="21165"/>
                </a:cubicBezTo>
                <a:cubicBezTo>
                  <a:pt x="2872858" y="107252"/>
                  <a:pt x="3101258" y="363516"/>
                  <a:pt x="3286556" y="674197"/>
                </a:cubicBezTo>
                <a:cubicBezTo>
                  <a:pt x="3361633" y="824206"/>
                  <a:pt x="3463145" y="966663"/>
                  <a:pt x="3507125" y="1124665"/>
                </a:cubicBezTo>
                <a:cubicBezTo>
                  <a:pt x="3717665" y="1876331"/>
                  <a:pt x="3535468" y="2581165"/>
                  <a:pt x="2893586" y="2985850"/>
                </a:cubicBezTo>
                <a:lnTo>
                  <a:pt x="2866639" y="3001010"/>
                </a:lnTo>
                <a:lnTo>
                  <a:pt x="0" y="3001010"/>
                </a:lnTo>
                <a:lnTo>
                  <a:pt x="0" y="22667"/>
                </a:lnTo>
                <a:lnTo>
                  <a:pt x="118263" y="51103"/>
                </a:lnTo>
                <a:cubicBezTo>
                  <a:pt x="234924" y="88414"/>
                  <a:pt x="353681" y="144662"/>
                  <a:pt x="473597" y="219100"/>
                </a:cubicBezTo>
                <a:cubicBezTo>
                  <a:pt x="665981" y="338593"/>
                  <a:pt x="868606" y="474517"/>
                  <a:pt x="1102154" y="412028"/>
                </a:cubicBezTo>
                <a:cubicBezTo>
                  <a:pt x="1354254" y="344490"/>
                  <a:pt x="1600027" y="241983"/>
                  <a:pt x="1835926" y="128420"/>
                </a:cubicBezTo>
                <a:cubicBezTo>
                  <a:pt x="1998857" y="49890"/>
                  <a:pt x="2161896" y="-2027"/>
                  <a:pt x="2332186" y="61"/>
                </a:cubicBezTo>
                <a:close/>
              </a:path>
            </a:pathLst>
          </a:custGeom>
        </p:spPr>
      </p:pic>
      <p:pic>
        <p:nvPicPr>
          <p:cNvPr id="8" name="Immagine 7" descr="Supporti di memoria - Historybit">
            <a:extLst>
              <a:ext uri="{FF2B5EF4-FFF2-40B4-BE49-F238E27FC236}">
                <a16:creationId xmlns:a16="http://schemas.microsoft.com/office/drawing/2014/main" id="{A9E89F32-C1F5-E7BF-5C34-C327B2404E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23" r="2" b="2"/>
          <a:stretch>
            <a:fillRect/>
          </a:stretch>
        </p:blipFill>
        <p:spPr>
          <a:xfrm>
            <a:off x="6700995" y="3612279"/>
            <a:ext cx="2810633" cy="2874537"/>
          </a:xfrm>
          <a:custGeom>
            <a:avLst/>
            <a:gdLst/>
            <a:ahLst/>
            <a:cxnLst/>
            <a:rect l="l" t="t" r="r" b="b"/>
            <a:pathLst>
              <a:path w="2810633" h="2874537">
                <a:moveTo>
                  <a:pt x="1726361" y="93392"/>
                </a:moveTo>
                <a:cubicBezTo>
                  <a:pt x="1932103" y="90448"/>
                  <a:pt x="2136447" y="185152"/>
                  <a:pt x="2264111" y="364199"/>
                </a:cubicBezTo>
                <a:cubicBezTo>
                  <a:pt x="2325141" y="449562"/>
                  <a:pt x="2364389" y="548506"/>
                  <a:pt x="2378427" y="652393"/>
                </a:cubicBezTo>
                <a:cubicBezTo>
                  <a:pt x="2391434" y="748718"/>
                  <a:pt x="2453771" y="832662"/>
                  <a:pt x="2543813" y="869535"/>
                </a:cubicBezTo>
                <a:cubicBezTo>
                  <a:pt x="2622371" y="901751"/>
                  <a:pt x="2689640" y="956499"/>
                  <a:pt x="2737137" y="1026888"/>
                </a:cubicBezTo>
                <a:cubicBezTo>
                  <a:pt x="2864293" y="1214742"/>
                  <a:pt x="2822472" y="1472126"/>
                  <a:pt x="2642499" y="1609210"/>
                </a:cubicBezTo>
                <a:cubicBezTo>
                  <a:pt x="2641077" y="1610269"/>
                  <a:pt x="2639713" y="1611324"/>
                  <a:pt x="2638317" y="1612352"/>
                </a:cubicBezTo>
                <a:cubicBezTo>
                  <a:pt x="2547448" y="1679817"/>
                  <a:pt x="2506186" y="1796056"/>
                  <a:pt x="2537891" y="1904933"/>
                </a:cubicBezTo>
                <a:cubicBezTo>
                  <a:pt x="2629888" y="2220865"/>
                  <a:pt x="2508234" y="2559605"/>
                  <a:pt x="2236466" y="2744202"/>
                </a:cubicBezTo>
                <a:cubicBezTo>
                  <a:pt x="1905695" y="2969207"/>
                  <a:pt x="1451105" y="2895947"/>
                  <a:pt x="1206616" y="2577986"/>
                </a:cubicBezTo>
                <a:cubicBezTo>
                  <a:pt x="1163505" y="2522049"/>
                  <a:pt x="1128317" y="2460388"/>
                  <a:pt x="1102132" y="2394834"/>
                </a:cubicBezTo>
                <a:cubicBezTo>
                  <a:pt x="1061163" y="2292037"/>
                  <a:pt x="963938" y="2222207"/>
                  <a:pt x="853369" y="2220388"/>
                </a:cubicBezTo>
                <a:cubicBezTo>
                  <a:pt x="645479" y="2216974"/>
                  <a:pt x="440752" y="2138501"/>
                  <a:pt x="282318" y="1992292"/>
                </a:cubicBezTo>
                <a:cubicBezTo>
                  <a:pt x="187258" y="1904567"/>
                  <a:pt x="108864" y="1792458"/>
                  <a:pt x="56451" y="1657545"/>
                </a:cubicBezTo>
                <a:cubicBezTo>
                  <a:pt x="-58868" y="1360657"/>
                  <a:pt x="5867" y="1023100"/>
                  <a:pt x="219826" y="787952"/>
                </a:cubicBezTo>
                <a:cubicBezTo>
                  <a:pt x="418379" y="569553"/>
                  <a:pt x="687359" y="479790"/>
                  <a:pt x="944038" y="504467"/>
                </a:cubicBezTo>
                <a:cubicBezTo>
                  <a:pt x="1044136" y="514098"/>
                  <a:pt x="1142690" y="469747"/>
                  <a:pt x="1197311" y="385463"/>
                </a:cubicBezTo>
                <a:lnTo>
                  <a:pt x="1197341" y="385490"/>
                </a:lnTo>
                <a:cubicBezTo>
                  <a:pt x="1242945" y="315248"/>
                  <a:pt x="1301855" y="254620"/>
                  <a:pt x="1370778" y="207027"/>
                </a:cubicBezTo>
                <a:cubicBezTo>
                  <a:pt x="1478968" y="132079"/>
                  <a:pt x="1602916" y="95159"/>
                  <a:pt x="1726361" y="93392"/>
                </a:cubicBezTo>
                <a:close/>
                <a:moveTo>
                  <a:pt x="989051" y="322"/>
                </a:moveTo>
                <a:cubicBezTo>
                  <a:pt x="1034270" y="-2397"/>
                  <a:pt x="1080569" y="12132"/>
                  <a:pt x="1117228" y="44553"/>
                </a:cubicBezTo>
                <a:cubicBezTo>
                  <a:pt x="1190546" y="109396"/>
                  <a:pt x="1197542" y="221256"/>
                  <a:pt x="1132854" y="294398"/>
                </a:cubicBezTo>
                <a:cubicBezTo>
                  <a:pt x="1068166" y="367540"/>
                  <a:pt x="956291" y="374268"/>
                  <a:pt x="882973" y="309425"/>
                </a:cubicBezTo>
                <a:cubicBezTo>
                  <a:pt x="809655" y="244581"/>
                  <a:pt x="802659" y="132722"/>
                  <a:pt x="867346" y="59580"/>
                </a:cubicBezTo>
                <a:cubicBezTo>
                  <a:pt x="899690" y="23009"/>
                  <a:pt x="943831" y="3042"/>
                  <a:pt x="989051" y="322"/>
                </a:cubicBezTo>
                <a:close/>
              </a:path>
            </a:pathLst>
          </a:custGeom>
        </p:spPr>
      </p:pic>
      <p:pic>
        <p:nvPicPr>
          <p:cNvPr id="9" name="Immagine 8" descr="Che cos'è un disco rigido?">
            <a:extLst>
              <a:ext uri="{FF2B5EF4-FFF2-40B4-BE49-F238E27FC236}">
                <a16:creationId xmlns:a16="http://schemas.microsoft.com/office/drawing/2014/main" id="{31BCD8B2-DAFB-BE87-F58D-0802283699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20" r="1" b="14701"/>
          <a:stretch>
            <a:fillRect/>
          </a:stretch>
        </p:blipFill>
        <p:spPr>
          <a:xfrm>
            <a:off x="3007291" y="4796832"/>
            <a:ext cx="3827007" cy="2061168"/>
          </a:xfrm>
          <a:custGeom>
            <a:avLst/>
            <a:gdLst/>
            <a:ahLst/>
            <a:cxnLst/>
            <a:rect l="l" t="t" r="r" b="b"/>
            <a:pathLst>
              <a:path w="4169283" h="2245513">
                <a:moveTo>
                  <a:pt x="1170184" y="264603"/>
                </a:moveTo>
                <a:cubicBezTo>
                  <a:pt x="1170200" y="264603"/>
                  <a:pt x="1170218" y="264603"/>
                  <a:pt x="1170235" y="264603"/>
                </a:cubicBezTo>
                <a:cubicBezTo>
                  <a:pt x="1266233" y="266129"/>
                  <a:pt x="1342774" y="345423"/>
                  <a:pt x="1341161" y="441353"/>
                </a:cubicBezTo>
                <a:cubicBezTo>
                  <a:pt x="1342774" y="537452"/>
                  <a:pt x="1266233" y="616576"/>
                  <a:pt x="1170184" y="618271"/>
                </a:cubicBezTo>
                <a:cubicBezTo>
                  <a:pt x="1074134" y="616576"/>
                  <a:pt x="997593" y="537452"/>
                  <a:pt x="999206" y="441353"/>
                </a:cubicBezTo>
                <a:cubicBezTo>
                  <a:pt x="997627" y="345253"/>
                  <a:pt x="1074167" y="266129"/>
                  <a:pt x="1170184" y="264603"/>
                </a:cubicBezTo>
                <a:close/>
                <a:moveTo>
                  <a:pt x="3424673" y="84802"/>
                </a:moveTo>
                <a:cubicBezTo>
                  <a:pt x="3592168" y="84802"/>
                  <a:pt x="3727949" y="220583"/>
                  <a:pt x="3727949" y="388078"/>
                </a:cubicBezTo>
                <a:cubicBezTo>
                  <a:pt x="3727949" y="555573"/>
                  <a:pt x="3592168" y="691354"/>
                  <a:pt x="3424673" y="691354"/>
                </a:cubicBezTo>
                <a:cubicBezTo>
                  <a:pt x="3257178" y="691354"/>
                  <a:pt x="3121397" y="555573"/>
                  <a:pt x="3121397" y="388078"/>
                </a:cubicBezTo>
                <a:cubicBezTo>
                  <a:pt x="3121397" y="220583"/>
                  <a:pt x="3257178" y="84802"/>
                  <a:pt x="3424673" y="84802"/>
                </a:cubicBezTo>
                <a:close/>
                <a:moveTo>
                  <a:pt x="2114523" y="3232"/>
                </a:moveTo>
                <a:cubicBezTo>
                  <a:pt x="2211224" y="-5629"/>
                  <a:pt x="2310656" y="3551"/>
                  <a:pt x="2408285" y="33009"/>
                </a:cubicBezTo>
                <a:cubicBezTo>
                  <a:pt x="2604799" y="92605"/>
                  <a:pt x="2771108" y="225041"/>
                  <a:pt x="2873167" y="403320"/>
                </a:cubicBezTo>
                <a:cubicBezTo>
                  <a:pt x="2994736" y="618611"/>
                  <a:pt x="3210810" y="763782"/>
                  <a:pt x="3456054" y="795194"/>
                </a:cubicBezTo>
                <a:cubicBezTo>
                  <a:pt x="3518026" y="802663"/>
                  <a:pt x="3578913" y="817437"/>
                  <a:pt x="3637388" y="839337"/>
                </a:cubicBezTo>
                <a:cubicBezTo>
                  <a:pt x="4040807" y="989262"/>
                  <a:pt x="4261193" y="1448032"/>
                  <a:pt x="4132662" y="1870977"/>
                </a:cubicBezTo>
                <a:cubicBezTo>
                  <a:pt x="4093577" y="2001373"/>
                  <a:pt x="4023148" y="2120226"/>
                  <a:pt x="3927557" y="2217177"/>
                </a:cubicBezTo>
                <a:lnTo>
                  <a:pt x="3895951" y="2245513"/>
                </a:lnTo>
                <a:lnTo>
                  <a:pt x="154670" y="2245513"/>
                </a:lnTo>
                <a:lnTo>
                  <a:pt x="148419" y="2054221"/>
                </a:lnTo>
                <a:cubicBezTo>
                  <a:pt x="137298" y="1991314"/>
                  <a:pt x="117254" y="1929978"/>
                  <a:pt x="88628" y="1872164"/>
                </a:cubicBezTo>
                <a:cubicBezTo>
                  <a:pt x="-113931" y="1462295"/>
                  <a:pt x="42445" y="961079"/>
                  <a:pt x="438224" y="751557"/>
                </a:cubicBezTo>
                <a:cubicBezTo>
                  <a:pt x="631341" y="648834"/>
                  <a:pt x="858672" y="631855"/>
                  <a:pt x="1064915" y="704695"/>
                </a:cubicBezTo>
                <a:lnTo>
                  <a:pt x="1075441" y="708430"/>
                </a:lnTo>
                <a:cubicBezTo>
                  <a:pt x="1218573" y="761067"/>
                  <a:pt x="1376647" y="681266"/>
                  <a:pt x="1430810" y="534396"/>
                </a:cubicBezTo>
                <a:cubicBezTo>
                  <a:pt x="1433866" y="526587"/>
                  <a:pt x="1437092" y="517757"/>
                  <a:pt x="1440488" y="509608"/>
                </a:cubicBezTo>
                <a:cubicBezTo>
                  <a:pt x="1558915" y="218758"/>
                  <a:pt x="1824423" y="29815"/>
                  <a:pt x="2114523" y="3232"/>
                </a:cubicBezTo>
                <a:close/>
              </a:path>
            </a:pathLst>
          </a:custGeom>
        </p:spPr>
      </p:pic>
      <p:pic>
        <p:nvPicPr>
          <p:cNvPr id="7" name="Immagine 6" descr="Corsair Gaming Pc Best Ram For 2020 Quanta Memoria Ram Serve Nel 2025 Per I  Computer">
            <a:extLst>
              <a:ext uri="{FF2B5EF4-FFF2-40B4-BE49-F238E27FC236}">
                <a16:creationId xmlns:a16="http://schemas.microsoft.com/office/drawing/2014/main" id="{5915AD7B-6384-9B11-2BB0-796FF7A41AD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6645" r="14884" b="1"/>
          <a:stretch>
            <a:fillRect/>
          </a:stretch>
        </p:blipFill>
        <p:spPr>
          <a:xfrm>
            <a:off x="9657771" y="4387467"/>
            <a:ext cx="2534229" cy="2470533"/>
          </a:xfrm>
          <a:custGeom>
            <a:avLst/>
            <a:gdLst/>
            <a:ahLst/>
            <a:cxnLst/>
            <a:rect l="l" t="t" r="r" b="b"/>
            <a:pathLst>
              <a:path w="3016378" h="2940564">
                <a:moveTo>
                  <a:pt x="226406" y="1632132"/>
                </a:moveTo>
                <a:cubicBezTo>
                  <a:pt x="323122" y="1632132"/>
                  <a:pt x="401527" y="1710537"/>
                  <a:pt x="401527" y="1807253"/>
                </a:cubicBezTo>
                <a:cubicBezTo>
                  <a:pt x="401527" y="1903970"/>
                  <a:pt x="323122" y="1982375"/>
                  <a:pt x="226406" y="1982375"/>
                </a:cubicBezTo>
                <a:cubicBezTo>
                  <a:pt x="129689" y="1982375"/>
                  <a:pt x="51284" y="1903970"/>
                  <a:pt x="51284" y="1807253"/>
                </a:cubicBezTo>
                <a:cubicBezTo>
                  <a:pt x="51284" y="1710537"/>
                  <a:pt x="129689" y="1632132"/>
                  <a:pt x="226406" y="1632132"/>
                </a:cubicBezTo>
                <a:close/>
                <a:moveTo>
                  <a:pt x="2093308" y="52"/>
                </a:moveTo>
                <a:cubicBezTo>
                  <a:pt x="2164051" y="1079"/>
                  <a:pt x="2236158" y="17676"/>
                  <a:pt x="2312026" y="57744"/>
                </a:cubicBezTo>
                <a:cubicBezTo>
                  <a:pt x="2582665" y="200620"/>
                  <a:pt x="2627866" y="481721"/>
                  <a:pt x="2836559" y="535100"/>
                </a:cubicBezTo>
                <a:cubicBezTo>
                  <a:pt x="2899432" y="551181"/>
                  <a:pt x="2954873" y="544839"/>
                  <a:pt x="3007251" y="526999"/>
                </a:cubicBezTo>
                <a:lnTo>
                  <a:pt x="3016378" y="522958"/>
                </a:lnTo>
                <a:lnTo>
                  <a:pt x="3016378" y="2940564"/>
                </a:lnTo>
                <a:lnTo>
                  <a:pt x="378377" y="2940564"/>
                </a:lnTo>
                <a:lnTo>
                  <a:pt x="378365" y="2940529"/>
                </a:lnTo>
                <a:cubicBezTo>
                  <a:pt x="304965" y="2770990"/>
                  <a:pt x="42056" y="2649200"/>
                  <a:pt x="45208" y="2429427"/>
                </a:cubicBezTo>
                <a:cubicBezTo>
                  <a:pt x="49295" y="2147461"/>
                  <a:pt x="487611" y="2096114"/>
                  <a:pt x="513552" y="1809906"/>
                </a:cubicBezTo>
                <a:cubicBezTo>
                  <a:pt x="541628" y="1500166"/>
                  <a:pt x="43558" y="1396938"/>
                  <a:pt x="2688" y="971786"/>
                </a:cubicBezTo>
                <a:cubicBezTo>
                  <a:pt x="-18322" y="752607"/>
                  <a:pt x="84747" y="471039"/>
                  <a:pt x="281119" y="370303"/>
                </a:cubicBezTo>
                <a:cubicBezTo>
                  <a:pt x="599417" y="207189"/>
                  <a:pt x="919050" y="631594"/>
                  <a:pt x="1296484" y="465627"/>
                </a:cubicBezTo>
                <a:cubicBezTo>
                  <a:pt x="1517201" y="368613"/>
                  <a:pt x="1477380" y="192406"/>
                  <a:pt x="1739860" y="88081"/>
                </a:cubicBezTo>
                <a:cubicBezTo>
                  <a:pt x="1861286" y="39876"/>
                  <a:pt x="1975403" y="-1660"/>
                  <a:pt x="2093308" y="52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5480819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88DAF2-837B-7DEC-8483-39186C9A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b="1" dirty="0">
                <a:cs typeface="Posterama"/>
              </a:rPr>
              <a:t>CARICAMENTO DI UN PROGRAMMA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0BD287F-59CC-F16D-ECD6-FB03732F2ADE}"/>
              </a:ext>
            </a:extLst>
          </p:cNvPr>
          <p:cNvSpPr txBox="1"/>
          <p:nvPr/>
        </p:nvSpPr>
        <p:spPr>
          <a:xfrm>
            <a:off x="832391" y="2294789"/>
            <a:ext cx="4311175" cy="95410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PROGRAMMA ESEGUIBILE</a:t>
            </a:r>
          </a:p>
          <a:p>
            <a:pPr algn="ctr"/>
            <a:r>
              <a:rPr lang="it-IT" sz="2800" b="1" dirty="0"/>
              <a:t>(memoria di massa)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5B79BD7-1F28-C025-4F26-1A2ED6AF5912}"/>
              </a:ext>
            </a:extLst>
          </p:cNvPr>
          <p:cNvSpPr txBox="1"/>
          <p:nvPr/>
        </p:nvSpPr>
        <p:spPr>
          <a:xfrm>
            <a:off x="6441425" y="2294789"/>
            <a:ext cx="4649362" cy="95410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PROGRAMMA IN ESECUZIONE</a:t>
            </a:r>
          </a:p>
          <a:p>
            <a:pPr algn="ctr"/>
            <a:r>
              <a:rPr lang="it-IT" sz="2800" b="1" dirty="0"/>
              <a:t>(memoria </a:t>
            </a:r>
            <a:r>
              <a:rPr lang="it-IT" sz="2800" b="1" dirty="0" err="1"/>
              <a:t>ram</a:t>
            </a:r>
            <a:r>
              <a:rPr lang="it-IT" sz="2800" b="1" dirty="0"/>
              <a:t>)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F753881-7326-F25A-44AD-55D343951F2E}"/>
              </a:ext>
            </a:extLst>
          </p:cNvPr>
          <p:cNvSpPr txBox="1"/>
          <p:nvPr/>
        </p:nvSpPr>
        <p:spPr>
          <a:xfrm>
            <a:off x="2139431" y="3530494"/>
            <a:ext cx="1697094" cy="4001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sz="2000" b="1" dirty="0"/>
              <a:t>PROGRAMMA</a:t>
            </a:r>
          </a:p>
        </p:txBody>
      </p:sp>
    </p:spTree>
    <p:extLst>
      <p:ext uri="{BB962C8B-B14F-4D97-AF65-F5344CB8AC3E}">
        <p14:creationId xmlns:p14="http://schemas.microsoft.com/office/powerpoint/2010/main" val="32248630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56 -1.48148E-6 L 0.47435 0.0009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633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2ACB7-A4E8-729E-4E85-D2B29B7FC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318970-1B00-5673-8A29-FD7A48D93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b="1" dirty="0">
                <a:cs typeface="Posterama"/>
              </a:rPr>
              <a:t>RILOCAZIONE STATICA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14D52BE6-FEA9-CDF1-F94E-40103BE651DA}"/>
              </a:ext>
            </a:extLst>
          </p:cNvPr>
          <p:cNvSpPr txBox="1"/>
          <p:nvPr/>
        </p:nvSpPr>
        <p:spPr>
          <a:xfrm>
            <a:off x="832391" y="2294789"/>
            <a:ext cx="4311175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INDIRIZZO LOGICO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94105F04-F201-17F0-097F-8B0A195B40FA}"/>
              </a:ext>
            </a:extLst>
          </p:cNvPr>
          <p:cNvSpPr txBox="1"/>
          <p:nvPr/>
        </p:nvSpPr>
        <p:spPr>
          <a:xfrm>
            <a:off x="6441425" y="2294789"/>
            <a:ext cx="4649362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INDIRIZZO FISICO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AC3BAF65-F3B2-26F3-B8B8-31A37DE8ECEE}"/>
              </a:ext>
            </a:extLst>
          </p:cNvPr>
          <p:cNvSpPr txBox="1"/>
          <p:nvPr/>
        </p:nvSpPr>
        <p:spPr>
          <a:xfrm>
            <a:off x="831344" y="3354943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#100</a:t>
            </a: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D0E011DA-CFEB-8BDC-5D36-E8B9F8B76AA1}"/>
              </a:ext>
            </a:extLst>
          </p:cNvPr>
          <p:cNvSpPr txBox="1"/>
          <p:nvPr/>
        </p:nvSpPr>
        <p:spPr>
          <a:xfrm>
            <a:off x="832391" y="3724275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#101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51D304D5-C590-6644-72CC-DCE82E330C99}"/>
              </a:ext>
            </a:extLst>
          </p:cNvPr>
          <p:cNvSpPr txBox="1"/>
          <p:nvPr/>
        </p:nvSpPr>
        <p:spPr>
          <a:xfrm>
            <a:off x="832391" y="4093607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#102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6ABFE747-B33F-9BC1-9425-93F44E20F9A1}"/>
              </a:ext>
            </a:extLst>
          </p:cNvPr>
          <p:cNvSpPr txBox="1"/>
          <p:nvPr/>
        </p:nvSpPr>
        <p:spPr>
          <a:xfrm>
            <a:off x="832391" y="4462939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#103</a:t>
            </a:r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9F4DD143-809C-ED69-F30F-487E88F6EA10}"/>
              </a:ext>
            </a:extLst>
          </p:cNvPr>
          <p:cNvSpPr txBox="1"/>
          <p:nvPr/>
        </p:nvSpPr>
        <p:spPr>
          <a:xfrm>
            <a:off x="1969581" y="3354943"/>
            <a:ext cx="68208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a=5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1443A522-B884-71D3-7C3D-D0813135C11D}"/>
              </a:ext>
            </a:extLst>
          </p:cNvPr>
          <p:cNvSpPr txBox="1"/>
          <p:nvPr/>
        </p:nvSpPr>
        <p:spPr>
          <a:xfrm>
            <a:off x="1969581" y="3724275"/>
            <a:ext cx="68208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b=7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0B438103-65B9-5231-2DF5-45F3158E9E59}"/>
              </a:ext>
            </a:extLst>
          </p:cNvPr>
          <p:cNvSpPr txBox="1"/>
          <p:nvPr/>
        </p:nvSpPr>
        <p:spPr>
          <a:xfrm>
            <a:off x="1969581" y="4093607"/>
            <a:ext cx="1345119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somma=</a:t>
            </a:r>
            <a:r>
              <a:rPr lang="it-IT" dirty="0" err="1"/>
              <a:t>a+b</a:t>
            </a:r>
            <a:endParaRPr lang="it-IT" dirty="0"/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99E8FA3F-2113-8EB1-682E-B2151DEE37BE}"/>
              </a:ext>
            </a:extLst>
          </p:cNvPr>
          <p:cNvSpPr txBox="1"/>
          <p:nvPr/>
        </p:nvSpPr>
        <p:spPr>
          <a:xfrm>
            <a:off x="1969581" y="4462939"/>
            <a:ext cx="125939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 err="1"/>
              <a:t>moltip</a:t>
            </a:r>
            <a:r>
              <a:rPr lang="it-IT" dirty="0"/>
              <a:t>=a*b</a:t>
            </a:r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8B3441EA-3385-D5A8-E482-4EA4926EBD4D}"/>
              </a:ext>
            </a:extLst>
          </p:cNvPr>
          <p:cNvSpPr txBox="1"/>
          <p:nvPr/>
        </p:nvSpPr>
        <p:spPr>
          <a:xfrm>
            <a:off x="10618281" y="3354943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0</a:t>
            </a:r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562DF94F-E301-7631-3FC5-9C1E1E5E1748}"/>
              </a:ext>
            </a:extLst>
          </p:cNvPr>
          <p:cNvSpPr txBox="1"/>
          <p:nvPr/>
        </p:nvSpPr>
        <p:spPr>
          <a:xfrm>
            <a:off x="10619328" y="3724275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1</a:t>
            </a: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45732B13-EA04-BEA2-10E2-ED3FF046F02B}"/>
              </a:ext>
            </a:extLst>
          </p:cNvPr>
          <p:cNvSpPr txBox="1"/>
          <p:nvPr/>
        </p:nvSpPr>
        <p:spPr>
          <a:xfrm>
            <a:off x="10619328" y="4093607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2</a:t>
            </a:r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5BAF4CAD-160E-D900-038C-643DE61FEDAC}"/>
              </a:ext>
            </a:extLst>
          </p:cNvPr>
          <p:cNvSpPr txBox="1"/>
          <p:nvPr/>
        </p:nvSpPr>
        <p:spPr>
          <a:xfrm>
            <a:off x="10619328" y="4462939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55541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0.00116 L 0.55495 -0.00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747" y="4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0.00116 L 0.55495 -0.00023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747" y="46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0.00115 L 0.55494 -0.00023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747" y="46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-0.00116 L 0.55495 -0.00024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747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43" grpId="0" animBg="1"/>
      <p:bldP spid="44" grpId="0" animBg="1"/>
      <p:bldP spid="4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E7098-6CF4-2C41-6143-D4BE307E0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FFB783-B370-1634-AF7E-AF682A6D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5400" b="1" dirty="0">
                <a:cs typeface="Posterama"/>
              </a:rPr>
              <a:t>RILOCAZIONE DINAMICA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BB05AF03-7EF1-FFAE-2E69-067E1A92FE5C}"/>
              </a:ext>
            </a:extLst>
          </p:cNvPr>
          <p:cNvSpPr txBox="1"/>
          <p:nvPr/>
        </p:nvSpPr>
        <p:spPr>
          <a:xfrm>
            <a:off x="832391" y="2294789"/>
            <a:ext cx="4311175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INDIRIZZO LOGICO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B587B6A4-E3C8-322E-67D2-118A156F2757}"/>
              </a:ext>
            </a:extLst>
          </p:cNvPr>
          <p:cNvSpPr txBox="1"/>
          <p:nvPr/>
        </p:nvSpPr>
        <p:spPr>
          <a:xfrm>
            <a:off x="6441425" y="2294789"/>
            <a:ext cx="4649362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/>
              <a:t>INDIRIZZO FISICO</a:t>
            </a:r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56D49B0E-1E72-97D7-C440-A841F8C35832}"/>
              </a:ext>
            </a:extLst>
          </p:cNvPr>
          <p:cNvSpPr txBox="1"/>
          <p:nvPr/>
        </p:nvSpPr>
        <p:spPr>
          <a:xfrm>
            <a:off x="832391" y="3593068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#233</a:t>
            </a: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65977089-F9FB-147F-71CD-A5D86400CEBC}"/>
              </a:ext>
            </a:extLst>
          </p:cNvPr>
          <p:cNvSpPr txBox="1"/>
          <p:nvPr/>
        </p:nvSpPr>
        <p:spPr>
          <a:xfrm>
            <a:off x="833438" y="3962400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#234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7742799F-D1D7-F7C3-3DBD-44F13A683E76}"/>
              </a:ext>
            </a:extLst>
          </p:cNvPr>
          <p:cNvSpPr txBox="1"/>
          <p:nvPr/>
        </p:nvSpPr>
        <p:spPr>
          <a:xfrm>
            <a:off x="833438" y="4331732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#235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099E2218-7EBF-A785-E5D1-CF07B18128C4}"/>
              </a:ext>
            </a:extLst>
          </p:cNvPr>
          <p:cNvSpPr txBox="1"/>
          <p:nvPr/>
        </p:nvSpPr>
        <p:spPr>
          <a:xfrm>
            <a:off x="833438" y="4701064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#236</a:t>
            </a:r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59F5512A-8D6C-B544-5C69-5E7E6BB7CEA7}"/>
              </a:ext>
            </a:extLst>
          </p:cNvPr>
          <p:cNvSpPr txBox="1"/>
          <p:nvPr/>
        </p:nvSpPr>
        <p:spPr>
          <a:xfrm>
            <a:off x="1970628" y="3593068"/>
            <a:ext cx="68208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a=5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9BE6D5D2-BFDC-CD47-DEEF-C2B21F045EA1}"/>
              </a:ext>
            </a:extLst>
          </p:cNvPr>
          <p:cNvSpPr txBox="1"/>
          <p:nvPr/>
        </p:nvSpPr>
        <p:spPr>
          <a:xfrm>
            <a:off x="1970628" y="3962400"/>
            <a:ext cx="68208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b=7</a:t>
            </a:r>
          </a:p>
        </p:txBody>
      </p: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8994FEEA-3F03-AEE7-FD6B-97C7094031AD}"/>
              </a:ext>
            </a:extLst>
          </p:cNvPr>
          <p:cNvSpPr txBox="1"/>
          <p:nvPr/>
        </p:nvSpPr>
        <p:spPr>
          <a:xfrm>
            <a:off x="1970628" y="4331732"/>
            <a:ext cx="1345119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somma=</a:t>
            </a:r>
            <a:r>
              <a:rPr lang="it-IT" dirty="0" err="1"/>
              <a:t>a+b</a:t>
            </a:r>
            <a:endParaRPr lang="it-IT" dirty="0"/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D15B7B10-941B-7AFB-0072-F0656C8D0128}"/>
              </a:ext>
            </a:extLst>
          </p:cNvPr>
          <p:cNvSpPr txBox="1"/>
          <p:nvPr/>
        </p:nvSpPr>
        <p:spPr>
          <a:xfrm>
            <a:off x="1970628" y="4701064"/>
            <a:ext cx="1259394" cy="369332"/>
          </a:xfrm>
          <a:prstGeom prst="rect">
            <a:avLst/>
          </a:prstGeom>
          <a:solidFill>
            <a:schemeClr val="accent1">
              <a:alpha val="72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 err="1"/>
              <a:t>moltip</a:t>
            </a:r>
            <a:r>
              <a:rPr lang="it-IT" dirty="0"/>
              <a:t>=a*b</a:t>
            </a:r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932CC594-D3F3-3CD3-A359-7EA60788EF13}"/>
              </a:ext>
            </a:extLst>
          </p:cNvPr>
          <p:cNvSpPr txBox="1"/>
          <p:nvPr/>
        </p:nvSpPr>
        <p:spPr>
          <a:xfrm>
            <a:off x="8194170" y="3593068"/>
            <a:ext cx="682085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0</a:t>
            </a: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6348EFA9-B3FB-1BC9-D8A7-5D2B3BC5A527}"/>
              </a:ext>
            </a:extLst>
          </p:cNvPr>
          <p:cNvSpPr txBox="1"/>
          <p:nvPr/>
        </p:nvSpPr>
        <p:spPr>
          <a:xfrm>
            <a:off x="8195218" y="4331732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2</a:t>
            </a:r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CD2ACCC4-9918-0FB1-9972-E1969706E217}"/>
              </a:ext>
            </a:extLst>
          </p:cNvPr>
          <p:cNvSpPr txBox="1"/>
          <p:nvPr/>
        </p:nvSpPr>
        <p:spPr>
          <a:xfrm>
            <a:off x="8195218" y="4701064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3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04E2C8D-2372-B46A-345E-A39D6FA5D1FA}"/>
              </a:ext>
            </a:extLst>
          </p:cNvPr>
          <p:cNvSpPr txBox="1"/>
          <p:nvPr/>
        </p:nvSpPr>
        <p:spPr>
          <a:xfrm>
            <a:off x="831344" y="3223736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#232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2034881-3213-BACE-E35C-6F6B81969A32}"/>
              </a:ext>
            </a:extLst>
          </p:cNvPr>
          <p:cNvSpPr txBox="1"/>
          <p:nvPr/>
        </p:nvSpPr>
        <p:spPr>
          <a:xfrm>
            <a:off x="840869" y="5070396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#237</a:t>
            </a:r>
          </a:p>
        </p:txBody>
      </p:sp>
      <p:pic>
        <p:nvPicPr>
          <p:cNvPr id="1026" name="Picture 2" descr="Freccia bianca png | PNGEgg">
            <a:extLst>
              <a:ext uri="{FF2B5EF4-FFF2-40B4-BE49-F238E27FC236}">
                <a16:creationId xmlns:a16="http://schemas.microsoft.com/office/drawing/2014/main" id="{2001AF75-4473-3825-3342-033F2AA75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6255" y="3593069"/>
            <a:ext cx="592498" cy="369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Freccia bianca png | PNGEgg">
            <a:extLst>
              <a:ext uri="{FF2B5EF4-FFF2-40B4-BE49-F238E27FC236}">
                <a16:creationId xmlns:a16="http://schemas.microsoft.com/office/drawing/2014/main" id="{FC18912D-A0ED-CEFF-27EB-13A66263B6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6255" y="3962399"/>
            <a:ext cx="592498" cy="369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Freccia bianca png | PNGEgg">
            <a:extLst>
              <a:ext uri="{FF2B5EF4-FFF2-40B4-BE49-F238E27FC236}">
                <a16:creationId xmlns:a16="http://schemas.microsoft.com/office/drawing/2014/main" id="{CBCD26B9-BA32-016E-8FB5-2104C44C0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6255" y="4331732"/>
            <a:ext cx="592498" cy="369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Freccia bianca png | PNGEgg">
            <a:extLst>
              <a:ext uri="{FF2B5EF4-FFF2-40B4-BE49-F238E27FC236}">
                <a16:creationId xmlns:a16="http://schemas.microsoft.com/office/drawing/2014/main" id="{B41189A1-B9A4-5775-6047-667CDC688D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6255" y="4701061"/>
            <a:ext cx="592498" cy="369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53087FE-82DC-D6E6-CBE6-DA50D6B20F0A}"/>
              </a:ext>
            </a:extLst>
          </p:cNvPr>
          <p:cNvSpPr txBox="1"/>
          <p:nvPr/>
        </p:nvSpPr>
        <p:spPr>
          <a:xfrm>
            <a:off x="9467706" y="3610565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#233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C1388B9-C7C5-8D8D-3A41-4227F1B3F737}"/>
              </a:ext>
            </a:extLst>
          </p:cNvPr>
          <p:cNvSpPr txBox="1"/>
          <p:nvPr/>
        </p:nvSpPr>
        <p:spPr>
          <a:xfrm>
            <a:off x="9468753" y="3979897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51BE296-E322-C36B-41D1-AA700C4059E8}"/>
              </a:ext>
            </a:extLst>
          </p:cNvPr>
          <p:cNvSpPr txBox="1"/>
          <p:nvPr/>
        </p:nvSpPr>
        <p:spPr>
          <a:xfrm>
            <a:off x="9468753" y="4349229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#235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3F6F5FD-50B4-CE74-117D-A7E38EADFA2F}"/>
              </a:ext>
            </a:extLst>
          </p:cNvPr>
          <p:cNvSpPr txBox="1"/>
          <p:nvPr/>
        </p:nvSpPr>
        <p:spPr>
          <a:xfrm>
            <a:off x="9468753" y="4718561"/>
            <a:ext cx="682084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#236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5653676B-6951-07CF-DFCA-519B9209716A}"/>
              </a:ext>
            </a:extLst>
          </p:cNvPr>
          <p:cNvSpPr txBox="1"/>
          <p:nvPr/>
        </p:nvSpPr>
        <p:spPr>
          <a:xfrm>
            <a:off x="8193646" y="3962399"/>
            <a:ext cx="682085" cy="369332"/>
          </a:xfrm>
          <a:prstGeom prst="rect">
            <a:avLst/>
          </a:prstGeom>
          <a:solidFill>
            <a:schemeClr val="accent1">
              <a:alpha val="38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311132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00"/>
                            </p:stCondLst>
                            <p:childTnLst>
                              <p:par>
                                <p:cTn id="28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50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00"/>
                            </p:stCondLst>
                            <p:childTnLst>
                              <p:par>
                                <p:cTn id="4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8" grpId="0" animBg="1"/>
      <p:bldP spid="49" grpId="0" animBg="1"/>
      <p:bldP spid="12" grpId="0" animBg="1"/>
      <p:bldP spid="13" grpId="0" animBg="1"/>
      <p:bldP spid="14" grpId="0" animBg="1"/>
      <p:bldP spid="15" grpId="0" animBg="1"/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E132D-FCBF-AB0D-1853-C7810B668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3C0C26-0FC9-85A0-5567-B53D9833C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7277" y="2766218"/>
            <a:ext cx="7237445" cy="1325563"/>
          </a:xfrm>
        </p:spPr>
        <p:txBody>
          <a:bodyPr>
            <a:noAutofit/>
          </a:bodyPr>
          <a:lstStyle/>
          <a:p>
            <a:pPr algn="ctr"/>
            <a:r>
              <a:rPr lang="it-IT" sz="8000" b="1" dirty="0">
                <a:cs typeface="Posterama"/>
              </a:rPr>
              <a:t>FINE</a:t>
            </a:r>
            <a:br>
              <a:rPr lang="it-IT" sz="8000" b="1" dirty="0">
                <a:cs typeface="Posterama"/>
              </a:rPr>
            </a:br>
            <a:r>
              <a:rPr lang="it-IT" sz="3600" b="1" dirty="0">
                <a:cs typeface="Posterama"/>
              </a:rPr>
              <a:t>GRAZIE PER L’ATTENZIONE</a:t>
            </a:r>
            <a:endParaRPr lang="it-IT" sz="8000" b="1" dirty="0">
              <a:cs typeface="Posterama"/>
            </a:endParaRPr>
          </a:p>
        </p:txBody>
      </p:sp>
    </p:spTree>
    <p:extLst>
      <p:ext uri="{BB962C8B-B14F-4D97-AF65-F5344CB8AC3E}">
        <p14:creationId xmlns:p14="http://schemas.microsoft.com/office/powerpoint/2010/main" val="2011883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plashVTI">
  <a:themeElements>
    <a:clrScheme name="Custom 11">
      <a:dk1>
        <a:srgbClr val="262626"/>
      </a:dk1>
      <a:lt1>
        <a:sysClr val="window" lastClr="FFFFFF"/>
      </a:lt1>
      <a:dk2>
        <a:srgbClr val="2F333D"/>
      </a:dk2>
      <a:lt2>
        <a:srgbClr val="E9F3F3"/>
      </a:lt2>
      <a:accent1>
        <a:srgbClr val="1EBE9B"/>
      </a:accent1>
      <a:accent2>
        <a:srgbClr val="FD8686"/>
      </a:accent2>
      <a:accent3>
        <a:srgbClr val="0AC8AD"/>
      </a:accent3>
      <a:accent4>
        <a:srgbClr val="E69500"/>
      </a:accent4>
      <a:accent5>
        <a:srgbClr val="EC4E70"/>
      </a:accent5>
      <a:accent6>
        <a:srgbClr val="794DFF"/>
      </a:accent6>
      <a:hlink>
        <a:srgbClr val="3E8FF1"/>
      </a:hlink>
      <a:folHlink>
        <a:srgbClr val="939393"/>
      </a:folHlink>
    </a:clrScheme>
    <a:fontScheme name="Custom 23">
      <a:majorFont>
        <a:latin typeface="Posterama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plashVTI" id="{CD38C481-21EC-466B-953B-A1440B42712A}" vid="{D3E4813C-1D98-48C2-AF59-2D0D78E25500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3B8F851-1D72-4639-9084-5EC3F6D6E3BA}">
  <we:reference id="wa200005566" version="3.0.0.3" store="it-IT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142</Words>
  <Application>Microsoft Office PowerPoint</Application>
  <PresentationFormat>Widescreen</PresentationFormat>
  <Paragraphs>59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Arial</vt:lpstr>
      <vt:lpstr>Avenir Next LT Pro</vt:lpstr>
      <vt:lpstr>Posterama</vt:lpstr>
      <vt:lpstr>SplashVTI</vt:lpstr>
      <vt:lpstr>LA GESTIONE DELLA MEMORIA</vt:lpstr>
      <vt:lpstr>SOMMARIO</vt:lpstr>
      <vt:lpstr>DI CHE TIPO PUO ESSERE LA MEMORIA?</vt:lpstr>
      <vt:lpstr>CARICAMENTO DI UN PROGRAMMA</vt:lpstr>
      <vt:lpstr>RILOCAZIONE STATICA</vt:lpstr>
      <vt:lpstr>RILOCAZIONE DINAMICA</vt:lpstr>
      <vt:lpstr>FINE 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Vito</dc:creator>
  <cp:lastModifiedBy>pizza party</cp:lastModifiedBy>
  <cp:revision>67</cp:revision>
  <dcterms:created xsi:type="dcterms:W3CDTF">2026-02-15T16:52:43Z</dcterms:created>
  <dcterms:modified xsi:type="dcterms:W3CDTF">2026-02-15T19:35:29Z</dcterms:modified>
</cp:coreProperties>
</file>